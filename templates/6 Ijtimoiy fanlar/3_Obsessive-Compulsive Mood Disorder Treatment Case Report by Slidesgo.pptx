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9144000" cy="5143500" type="screen16x9"/>
  <p:notesSz cx="6858000" cy="9144000"/>
  <p:embeddedFontLst>
    <p:embeddedFont>
      <p:font typeface="Nunito Sans" panose="020B0604020202020204" charset="-52"/>
      <p:regular r:id="rId28"/>
      <p:bold r:id="rId29"/>
      <p:italic r:id="rId30"/>
      <p:boldItalic r:id="rId31"/>
    </p:embeddedFont>
    <p:embeddedFont>
      <p:font typeface="Bebas Neue" panose="020B0604020202020204" charset="0"/>
      <p:regular r:id="rId32"/>
    </p:embeddedFont>
    <p:embeddedFont>
      <p:font typeface="PT Sans" panose="020B0604020202020204" charset="-52"/>
      <p:regular r:id="rId33"/>
      <p:bold r:id="rId34"/>
      <p:italic r:id="rId35"/>
      <p:boldItalic r:id="rId36"/>
    </p:embeddedFont>
    <p:embeddedFont>
      <p:font typeface="Montserrat" panose="020B0604020202020204" charset="-52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F44543-2DAB-46EE-AA07-597B25C2EC2E}">
  <a:tblStyle styleId="{0FF44543-2DAB-46EE-AA07-597B25C2EC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c21d4b2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1c21d4b2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c093b394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c093b3945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0f9e629ec3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0f9e629ec3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11daacbd15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11daacbd15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118898af3b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118898af3b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11daacbd15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11daacbd15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118d152111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118d152111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11daacbd15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11daacbd15b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1daacbd15b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1daacbd15b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1105afc42a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105afc42a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1c24219f741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1c24219f741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1c24219f741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1c24219f741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105afc42a3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105afc42a3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11daacbd15b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11daacbd15b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1c24219f741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1c24219f741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1c24219f74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1c24219f74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1c24219f74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1c24219f74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1b7f10f78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1b7f10f78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11daacbd15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11daacbd15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118898af35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118898af35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1c24219f741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1c24219f741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1360713c04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1360713c04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11daacbd15b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11daacbd15b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1105afc42a3_1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1105afc42a3_1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912900" y="1144600"/>
            <a:ext cx="4516500" cy="28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9500" y="3887550"/>
            <a:ext cx="4149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>
            <a:spLocks noGrp="1"/>
          </p:cNvSpPr>
          <p:nvPr>
            <p:ph type="subTitle" idx="1"/>
          </p:nvPr>
        </p:nvSpPr>
        <p:spPr>
          <a:xfrm>
            <a:off x="1290763" y="2325525"/>
            <a:ext cx="29076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2"/>
          </p:nvPr>
        </p:nvSpPr>
        <p:spPr>
          <a:xfrm>
            <a:off x="4945638" y="2325525"/>
            <a:ext cx="29076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3"/>
          </p:nvPr>
        </p:nvSpPr>
        <p:spPr>
          <a:xfrm>
            <a:off x="1290763" y="2737825"/>
            <a:ext cx="29076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4"/>
          </p:nvPr>
        </p:nvSpPr>
        <p:spPr>
          <a:xfrm>
            <a:off x="4945638" y="2737825"/>
            <a:ext cx="29076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2" name="Google Shape;72;p5"/>
          <p:cNvCxnSpPr/>
          <p:nvPr/>
        </p:nvCxnSpPr>
        <p:spPr>
          <a:xfrm>
            <a:off x="129723" y="5069300"/>
            <a:ext cx="65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" name="Google Shape;73;p5"/>
          <p:cNvGrpSpPr/>
          <p:nvPr/>
        </p:nvGrpSpPr>
        <p:grpSpPr>
          <a:xfrm>
            <a:off x="8423993" y="107198"/>
            <a:ext cx="1505643" cy="427803"/>
            <a:chOff x="3983000" y="1275438"/>
            <a:chExt cx="1621936" cy="460845"/>
          </a:xfrm>
        </p:grpSpPr>
        <p:sp>
          <p:nvSpPr>
            <p:cNvPr id="74" name="Google Shape;74;p5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108637" y="4141105"/>
            <a:ext cx="698594" cy="928344"/>
            <a:chOff x="5114129" y="1983420"/>
            <a:chExt cx="415929" cy="552685"/>
          </a:xfrm>
        </p:grpSpPr>
        <p:sp>
          <p:nvSpPr>
            <p:cNvPr id="80" name="Google Shape;80;p5"/>
            <p:cNvSpPr/>
            <p:nvPr/>
          </p:nvSpPr>
          <p:spPr>
            <a:xfrm>
              <a:off x="5203918" y="1983420"/>
              <a:ext cx="187328" cy="357628"/>
            </a:xfrm>
            <a:custGeom>
              <a:avLst/>
              <a:gdLst/>
              <a:ahLst/>
              <a:cxnLst/>
              <a:rect l="l" t="t" r="r" b="b"/>
              <a:pathLst>
                <a:path w="9098" h="17369" extrusionOk="0">
                  <a:moveTo>
                    <a:pt x="3233" y="0"/>
                  </a:moveTo>
                  <a:cubicBezTo>
                    <a:pt x="0" y="10953"/>
                    <a:pt x="2657" y="17369"/>
                    <a:pt x="2657" y="17369"/>
                  </a:cubicBezTo>
                  <a:lnTo>
                    <a:pt x="9098" y="17369"/>
                  </a:lnTo>
                  <a:cubicBezTo>
                    <a:pt x="7920" y="7795"/>
                    <a:pt x="3233" y="0"/>
                    <a:pt x="3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5195662" y="2198084"/>
              <a:ext cx="123355" cy="142956"/>
            </a:xfrm>
            <a:custGeom>
              <a:avLst/>
              <a:gdLst/>
              <a:ahLst/>
              <a:cxnLst/>
              <a:rect l="l" t="t" r="r" b="b"/>
              <a:pathLst>
                <a:path w="5991" h="6943" extrusionOk="0">
                  <a:moveTo>
                    <a:pt x="0" y="0"/>
                  </a:moveTo>
                  <a:lnTo>
                    <a:pt x="0" y="0"/>
                  </a:lnTo>
                  <a:cubicBezTo>
                    <a:pt x="1278" y="2331"/>
                    <a:pt x="2206" y="4662"/>
                    <a:pt x="2030" y="6943"/>
                  </a:cubicBezTo>
                  <a:lnTo>
                    <a:pt x="5990" y="6943"/>
                  </a:lnTo>
                  <a:cubicBezTo>
                    <a:pt x="4837" y="4086"/>
                    <a:pt x="2732" y="18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336018" y="2066498"/>
              <a:ext cx="95476" cy="274547"/>
            </a:xfrm>
            <a:custGeom>
              <a:avLst/>
              <a:gdLst/>
              <a:ahLst/>
              <a:cxnLst/>
              <a:rect l="l" t="t" r="r" b="b"/>
              <a:pathLst>
                <a:path w="4637" h="13334" extrusionOk="0">
                  <a:moveTo>
                    <a:pt x="4637" y="0"/>
                  </a:moveTo>
                  <a:cubicBezTo>
                    <a:pt x="2431" y="3158"/>
                    <a:pt x="0" y="9424"/>
                    <a:pt x="25" y="13334"/>
                  </a:cubicBezTo>
                  <a:lnTo>
                    <a:pt x="3935" y="13334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5114129" y="2263187"/>
              <a:ext cx="170815" cy="77851"/>
            </a:xfrm>
            <a:custGeom>
              <a:avLst/>
              <a:gdLst/>
              <a:ahLst/>
              <a:cxnLst/>
              <a:rect l="l" t="t" r="r" b="b"/>
              <a:pathLst>
                <a:path w="8296" h="3781" extrusionOk="0">
                  <a:moveTo>
                    <a:pt x="2665" y="1"/>
                  </a:moveTo>
                  <a:cubicBezTo>
                    <a:pt x="1150" y="1"/>
                    <a:pt x="0" y="498"/>
                    <a:pt x="0" y="498"/>
                  </a:cubicBezTo>
                  <a:cubicBezTo>
                    <a:pt x="3534" y="924"/>
                    <a:pt x="5338" y="3781"/>
                    <a:pt x="5338" y="3781"/>
                  </a:cubicBezTo>
                  <a:lnTo>
                    <a:pt x="8296" y="3781"/>
                  </a:lnTo>
                  <a:cubicBezTo>
                    <a:pt x="6785" y="704"/>
                    <a:pt x="4467" y="1"/>
                    <a:pt x="26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5357163" y="2168662"/>
              <a:ext cx="172894" cy="172379"/>
            </a:xfrm>
            <a:custGeom>
              <a:avLst/>
              <a:gdLst/>
              <a:ahLst/>
              <a:cxnLst/>
              <a:rect l="l" t="t" r="r" b="b"/>
              <a:pathLst>
                <a:path w="8397" h="8372" extrusionOk="0">
                  <a:moveTo>
                    <a:pt x="8397" y="1"/>
                  </a:moveTo>
                  <a:cubicBezTo>
                    <a:pt x="1880" y="2206"/>
                    <a:pt x="1" y="8372"/>
                    <a:pt x="1" y="8372"/>
                  </a:cubicBezTo>
                  <a:lnTo>
                    <a:pt x="3810" y="8372"/>
                  </a:lnTo>
                  <a:cubicBezTo>
                    <a:pt x="4537" y="3309"/>
                    <a:pt x="8397" y="1"/>
                    <a:pt x="83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229201" y="2275479"/>
              <a:ext cx="58331" cy="59382"/>
            </a:xfrm>
            <a:custGeom>
              <a:avLst/>
              <a:gdLst/>
              <a:ahLst/>
              <a:cxnLst/>
              <a:rect l="l" t="t" r="r" b="b"/>
              <a:pathLst>
                <a:path w="2833" h="2884" extrusionOk="0">
                  <a:moveTo>
                    <a:pt x="125" y="1"/>
                  </a:moveTo>
                  <a:lnTo>
                    <a:pt x="0" y="302"/>
                  </a:lnTo>
                  <a:cubicBezTo>
                    <a:pt x="0" y="302"/>
                    <a:pt x="1704" y="1154"/>
                    <a:pt x="2557" y="2883"/>
                  </a:cubicBezTo>
                  <a:lnTo>
                    <a:pt x="2832" y="2733"/>
                  </a:lnTo>
                  <a:cubicBezTo>
                    <a:pt x="1930" y="903"/>
                    <a:pt x="201" y="5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236408" y="2228535"/>
              <a:ext cx="72786" cy="102703"/>
            </a:xfrm>
            <a:custGeom>
              <a:avLst/>
              <a:gdLst/>
              <a:ahLst/>
              <a:cxnLst/>
              <a:rect l="l" t="t" r="r" b="b"/>
              <a:pathLst>
                <a:path w="3535" h="4988" extrusionOk="0">
                  <a:moveTo>
                    <a:pt x="201" y="0"/>
                  </a:moveTo>
                  <a:lnTo>
                    <a:pt x="1" y="226"/>
                  </a:lnTo>
                  <a:cubicBezTo>
                    <a:pt x="26" y="251"/>
                    <a:pt x="2733" y="2531"/>
                    <a:pt x="3209" y="4988"/>
                  </a:cubicBezTo>
                  <a:lnTo>
                    <a:pt x="3535" y="4937"/>
                  </a:lnTo>
                  <a:cubicBezTo>
                    <a:pt x="3034" y="2381"/>
                    <a:pt x="302" y="10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332909" y="2205826"/>
              <a:ext cx="33562" cy="124899"/>
            </a:xfrm>
            <a:custGeom>
              <a:avLst/>
              <a:gdLst/>
              <a:ahLst/>
              <a:cxnLst/>
              <a:rect l="l" t="t" r="r" b="b"/>
              <a:pathLst>
                <a:path w="1630" h="6066" extrusionOk="0">
                  <a:moveTo>
                    <a:pt x="1329" y="0"/>
                  </a:moveTo>
                  <a:cubicBezTo>
                    <a:pt x="1329" y="25"/>
                    <a:pt x="151" y="3309"/>
                    <a:pt x="1" y="6040"/>
                  </a:cubicBezTo>
                  <a:lnTo>
                    <a:pt x="327" y="6066"/>
                  </a:lnTo>
                  <a:cubicBezTo>
                    <a:pt x="477" y="3359"/>
                    <a:pt x="1630" y="126"/>
                    <a:pt x="1630" y="10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410839" y="2236277"/>
              <a:ext cx="14454" cy="91873"/>
            </a:xfrm>
            <a:custGeom>
              <a:avLst/>
              <a:gdLst/>
              <a:ahLst/>
              <a:cxnLst/>
              <a:rect l="l" t="t" r="r" b="b"/>
              <a:pathLst>
                <a:path w="702" h="4462" extrusionOk="0">
                  <a:moveTo>
                    <a:pt x="401" y="0"/>
                  </a:moveTo>
                  <a:cubicBezTo>
                    <a:pt x="376" y="125"/>
                    <a:pt x="0" y="3033"/>
                    <a:pt x="0" y="4461"/>
                  </a:cubicBezTo>
                  <a:lnTo>
                    <a:pt x="326" y="4461"/>
                  </a:lnTo>
                  <a:cubicBezTo>
                    <a:pt x="326" y="3033"/>
                    <a:pt x="702" y="75"/>
                    <a:pt x="702" y="50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13718" y="2339470"/>
              <a:ext cx="222949" cy="196635"/>
            </a:xfrm>
            <a:custGeom>
              <a:avLst/>
              <a:gdLst/>
              <a:ahLst/>
              <a:cxnLst/>
              <a:rect l="l" t="t" r="r" b="b"/>
              <a:pathLst>
                <a:path w="10828" h="9550" extrusionOk="0">
                  <a:moveTo>
                    <a:pt x="301" y="1"/>
                  </a:moveTo>
                  <a:cubicBezTo>
                    <a:pt x="301" y="1"/>
                    <a:pt x="0" y="7670"/>
                    <a:pt x="2782" y="9550"/>
                  </a:cubicBezTo>
                  <a:lnTo>
                    <a:pt x="8346" y="9550"/>
                  </a:lnTo>
                  <a:cubicBezTo>
                    <a:pt x="10752" y="8647"/>
                    <a:pt x="10827" y="1"/>
                    <a:pt x="108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204433" y="2328126"/>
              <a:ext cx="248748" cy="59361"/>
            </a:xfrm>
            <a:custGeom>
              <a:avLst/>
              <a:gdLst/>
              <a:ahLst/>
              <a:cxnLst/>
              <a:rect l="l" t="t" r="r" b="b"/>
              <a:pathLst>
                <a:path w="12081" h="2883" extrusionOk="0">
                  <a:moveTo>
                    <a:pt x="12080" y="0"/>
                  </a:moveTo>
                  <a:lnTo>
                    <a:pt x="0" y="251"/>
                  </a:lnTo>
                  <a:lnTo>
                    <a:pt x="276" y="2882"/>
                  </a:lnTo>
                  <a:lnTo>
                    <a:pt x="11755" y="2882"/>
                  </a:lnTo>
                  <a:lnTo>
                    <a:pt x="12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219895" y="2384376"/>
              <a:ext cx="216772" cy="6198"/>
            </a:xfrm>
            <a:custGeom>
              <a:avLst/>
              <a:gdLst/>
              <a:ahLst/>
              <a:cxnLst/>
              <a:rect l="l" t="t" r="r" b="b"/>
              <a:pathLst>
                <a:path w="10528" h="301" extrusionOk="0">
                  <a:moveTo>
                    <a:pt x="1" y="0"/>
                  </a:moveTo>
                  <a:lnTo>
                    <a:pt x="1" y="301"/>
                  </a:lnTo>
                  <a:lnTo>
                    <a:pt x="10527" y="301"/>
                  </a:lnTo>
                  <a:lnTo>
                    <a:pt x="10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86463" y="4133656"/>
            <a:ext cx="676323" cy="936225"/>
            <a:chOff x="4007769" y="4010866"/>
            <a:chExt cx="573349" cy="793680"/>
          </a:xfrm>
        </p:grpSpPr>
        <p:sp>
          <p:nvSpPr>
            <p:cNvPr id="95" name="Google Shape;95;p6"/>
            <p:cNvSpPr/>
            <p:nvPr/>
          </p:nvSpPr>
          <p:spPr>
            <a:xfrm>
              <a:off x="4007769" y="4010866"/>
              <a:ext cx="573349" cy="792674"/>
            </a:xfrm>
            <a:custGeom>
              <a:avLst/>
              <a:gdLst/>
              <a:ahLst/>
              <a:cxnLst/>
              <a:rect l="l" t="t" r="r" b="b"/>
              <a:pathLst>
                <a:path w="27846" h="38498" extrusionOk="0">
                  <a:moveTo>
                    <a:pt x="11930" y="1"/>
                  </a:moveTo>
                  <a:cubicBezTo>
                    <a:pt x="11930" y="1"/>
                    <a:pt x="4863" y="17846"/>
                    <a:pt x="8848" y="35314"/>
                  </a:cubicBezTo>
                  <a:cubicBezTo>
                    <a:pt x="6943" y="29400"/>
                    <a:pt x="3835" y="23786"/>
                    <a:pt x="0" y="18322"/>
                  </a:cubicBezTo>
                  <a:lnTo>
                    <a:pt x="0" y="18322"/>
                  </a:lnTo>
                  <a:cubicBezTo>
                    <a:pt x="577" y="27846"/>
                    <a:pt x="2206" y="36167"/>
                    <a:pt x="9224" y="38497"/>
                  </a:cubicBezTo>
                  <a:lnTo>
                    <a:pt x="19825" y="38497"/>
                  </a:lnTo>
                  <a:cubicBezTo>
                    <a:pt x="23585" y="36693"/>
                    <a:pt x="26066" y="33259"/>
                    <a:pt x="27845" y="28923"/>
                  </a:cubicBezTo>
                  <a:lnTo>
                    <a:pt x="27845" y="28923"/>
                  </a:lnTo>
                  <a:cubicBezTo>
                    <a:pt x="23216" y="30515"/>
                    <a:pt x="20526" y="31844"/>
                    <a:pt x="18160" y="35436"/>
                  </a:cubicBezTo>
                  <a:lnTo>
                    <a:pt x="18160" y="35436"/>
                  </a:lnTo>
                  <a:cubicBezTo>
                    <a:pt x="23146" y="27698"/>
                    <a:pt x="24881" y="22058"/>
                    <a:pt x="26517" y="10803"/>
                  </a:cubicBezTo>
                  <a:lnTo>
                    <a:pt x="26517" y="10803"/>
                  </a:lnTo>
                  <a:cubicBezTo>
                    <a:pt x="20903" y="16969"/>
                    <a:pt x="16742" y="23660"/>
                    <a:pt x="15113" y="31254"/>
                  </a:cubicBezTo>
                  <a:cubicBezTo>
                    <a:pt x="16742" y="22883"/>
                    <a:pt x="1193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4186833" y="4737440"/>
              <a:ext cx="33047" cy="66073"/>
            </a:xfrm>
            <a:custGeom>
              <a:avLst/>
              <a:gdLst/>
              <a:ahLst/>
              <a:cxnLst/>
              <a:rect l="l" t="t" r="r" b="b"/>
              <a:pathLst>
                <a:path w="1605" h="3209" extrusionOk="0">
                  <a:moveTo>
                    <a:pt x="301" y="0"/>
                  </a:moveTo>
                  <a:lnTo>
                    <a:pt x="0" y="76"/>
                  </a:lnTo>
                  <a:cubicBezTo>
                    <a:pt x="25" y="151"/>
                    <a:pt x="602" y="1980"/>
                    <a:pt x="1329" y="3208"/>
                  </a:cubicBezTo>
                  <a:lnTo>
                    <a:pt x="1604" y="3033"/>
                  </a:lnTo>
                  <a:cubicBezTo>
                    <a:pt x="903" y="1855"/>
                    <a:pt x="3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4271969" y="4653848"/>
              <a:ext cx="50075" cy="150698"/>
            </a:xfrm>
            <a:custGeom>
              <a:avLst/>
              <a:gdLst/>
              <a:ahLst/>
              <a:cxnLst/>
              <a:rect l="l" t="t" r="r" b="b"/>
              <a:pathLst>
                <a:path w="2432" h="7319" extrusionOk="0">
                  <a:moveTo>
                    <a:pt x="2106" y="0"/>
                  </a:moveTo>
                  <a:cubicBezTo>
                    <a:pt x="1705" y="2406"/>
                    <a:pt x="1003" y="4812"/>
                    <a:pt x="1" y="7193"/>
                  </a:cubicBezTo>
                  <a:lnTo>
                    <a:pt x="301" y="7319"/>
                  </a:lnTo>
                  <a:cubicBezTo>
                    <a:pt x="1304" y="4913"/>
                    <a:pt x="2006" y="2481"/>
                    <a:pt x="2432" y="50"/>
                  </a:cubicBezTo>
                  <a:lnTo>
                    <a:pt x="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4359700" y="4744152"/>
              <a:ext cx="21681" cy="59361"/>
            </a:xfrm>
            <a:custGeom>
              <a:avLst/>
              <a:gdLst/>
              <a:ahLst/>
              <a:cxnLst/>
              <a:rect l="l" t="t" r="r" b="b"/>
              <a:pathLst>
                <a:path w="1053" h="2883" extrusionOk="0">
                  <a:moveTo>
                    <a:pt x="752" y="0"/>
                  </a:moveTo>
                  <a:cubicBezTo>
                    <a:pt x="351" y="902"/>
                    <a:pt x="101" y="1855"/>
                    <a:pt x="0" y="2857"/>
                  </a:cubicBezTo>
                  <a:lnTo>
                    <a:pt x="326" y="2882"/>
                  </a:lnTo>
                  <a:cubicBezTo>
                    <a:pt x="401" y="1930"/>
                    <a:pt x="652" y="1003"/>
                    <a:pt x="1053" y="126"/>
                  </a:cubicBezTo>
                  <a:lnTo>
                    <a:pt x="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230688" y="4150729"/>
              <a:ext cx="22217" cy="652806"/>
            </a:xfrm>
            <a:custGeom>
              <a:avLst/>
              <a:gdLst/>
              <a:ahLst/>
              <a:cxnLst/>
              <a:rect l="l" t="t" r="r" b="b"/>
              <a:pathLst>
                <a:path w="1079" h="31705" extrusionOk="0">
                  <a:moveTo>
                    <a:pt x="527" y="0"/>
                  </a:moveTo>
                  <a:cubicBezTo>
                    <a:pt x="1" y="11729"/>
                    <a:pt x="76" y="22105"/>
                    <a:pt x="752" y="31704"/>
                  </a:cubicBezTo>
                  <a:lnTo>
                    <a:pt x="1078" y="31679"/>
                  </a:lnTo>
                  <a:cubicBezTo>
                    <a:pt x="377" y="22105"/>
                    <a:pt x="301" y="11729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4237400" y="4290571"/>
              <a:ext cx="51104" cy="50075"/>
            </a:xfrm>
            <a:custGeom>
              <a:avLst/>
              <a:gdLst/>
              <a:ahLst/>
              <a:cxnLst/>
              <a:rect l="l" t="t" r="r" b="b"/>
              <a:pathLst>
                <a:path w="2482" h="2432" extrusionOk="0">
                  <a:moveTo>
                    <a:pt x="2181" y="0"/>
                  </a:moveTo>
                  <a:cubicBezTo>
                    <a:pt x="1805" y="952"/>
                    <a:pt x="1078" y="1654"/>
                    <a:pt x="0" y="2155"/>
                  </a:cubicBezTo>
                  <a:lnTo>
                    <a:pt x="126" y="2431"/>
                  </a:lnTo>
                  <a:cubicBezTo>
                    <a:pt x="1279" y="1905"/>
                    <a:pt x="2081" y="1128"/>
                    <a:pt x="2482" y="125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4182180" y="4497493"/>
              <a:ext cx="56272" cy="35106"/>
            </a:xfrm>
            <a:custGeom>
              <a:avLst/>
              <a:gdLst/>
              <a:ahLst/>
              <a:cxnLst/>
              <a:rect l="l" t="t" r="r" b="b"/>
              <a:pathLst>
                <a:path w="2733" h="1705" extrusionOk="0">
                  <a:moveTo>
                    <a:pt x="226" y="0"/>
                  </a:moveTo>
                  <a:lnTo>
                    <a:pt x="1" y="201"/>
                  </a:lnTo>
                  <a:cubicBezTo>
                    <a:pt x="652" y="928"/>
                    <a:pt x="1555" y="1454"/>
                    <a:pt x="2657" y="1704"/>
                  </a:cubicBezTo>
                  <a:lnTo>
                    <a:pt x="2733" y="1379"/>
                  </a:lnTo>
                  <a:cubicBezTo>
                    <a:pt x="1680" y="1153"/>
                    <a:pt x="853" y="677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4239974" y="4612052"/>
              <a:ext cx="57302" cy="45422"/>
            </a:xfrm>
            <a:custGeom>
              <a:avLst/>
              <a:gdLst/>
              <a:ahLst/>
              <a:cxnLst/>
              <a:rect l="l" t="t" r="r" b="b"/>
              <a:pathLst>
                <a:path w="2783" h="2206" extrusionOk="0">
                  <a:moveTo>
                    <a:pt x="2532" y="0"/>
                  </a:moveTo>
                  <a:cubicBezTo>
                    <a:pt x="1830" y="902"/>
                    <a:pt x="978" y="1554"/>
                    <a:pt x="1" y="1930"/>
                  </a:cubicBezTo>
                  <a:lnTo>
                    <a:pt x="101" y="2206"/>
                  </a:lnTo>
                  <a:cubicBezTo>
                    <a:pt x="1129" y="1830"/>
                    <a:pt x="2031" y="1153"/>
                    <a:pt x="2783" y="201"/>
                  </a:cubicBezTo>
                  <a:lnTo>
                    <a:pt x="2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3" name="Google Shape;103;p6"/>
          <p:cNvCxnSpPr/>
          <p:nvPr/>
        </p:nvCxnSpPr>
        <p:spPr>
          <a:xfrm>
            <a:off x="91111" y="5069300"/>
            <a:ext cx="65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4" name="Google Shape;104;p6"/>
          <p:cNvGrpSpPr/>
          <p:nvPr/>
        </p:nvGrpSpPr>
        <p:grpSpPr>
          <a:xfrm>
            <a:off x="8424009" y="203338"/>
            <a:ext cx="1167307" cy="331670"/>
            <a:chOff x="3983000" y="1275438"/>
            <a:chExt cx="1621936" cy="460845"/>
          </a:xfrm>
        </p:grpSpPr>
        <p:sp>
          <p:nvSpPr>
            <p:cNvPr id="105" name="Google Shape;105;p6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subTitle" idx="1"/>
          </p:nvPr>
        </p:nvSpPr>
        <p:spPr>
          <a:xfrm>
            <a:off x="720000" y="2147750"/>
            <a:ext cx="3564000" cy="14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7"/>
          <p:cNvSpPr>
            <a:spLocks noGrp="1"/>
          </p:cNvSpPr>
          <p:nvPr>
            <p:ph type="pic" idx="2"/>
          </p:nvPr>
        </p:nvSpPr>
        <p:spPr>
          <a:xfrm>
            <a:off x="4864775" y="1796750"/>
            <a:ext cx="3564000" cy="2182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14" name="Google Shape;114;p7"/>
          <p:cNvGrpSpPr/>
          <p:nvPr/>
        </p:nvGrpSpPr>
        <p:grpSpPr>
          <a:xfrm>
            <a:off x="8163556" y="4501526"/>
            <a:ext cx="956710" cy="567765"/>
            <a:chOff x="6979550" y="4516373"/>
            <a:chExt cx="485615" cy="288176"/>
          </a:xfrm>
        </p:grpSpPr>
        <p:sp>
          <p:nvSpPr>
            <p:cNvPr id="115" name="Google Shape;115;p7"/>
            <p:cNvSpPr/>
            <p:nvPr/>
          </p:nvSpPr>
          <p:spPr>
            <a:xfrm>
              <a:off x="6979550" y="4516373"/>
              <a:ext cx="485615" cy="286633"/>
            </a:xfrm>
            <a:custGeom>
              <a:avLst/>
              <a:gdLst/>
              <a:ahLst/>
              <a:cxnLst/>
              <a:rect l="l" t="t" r="r" b="b"/>
              <a:pathLst>
                <a:path w="23585" h="13921" extrusionOk="0">
                  <a:moveTo>
                    <a:pt x="14491" y="0"/>
                  </a:moveTo>
                  <a:cubicBezTo>
                    <a:pt x="10383" y="0"/>
                    <a:pt x="11186" y="8666"/>
                    <a:pt x="11604" y="11665"/>
                  </a:cubicBezTo>
                  <a:cubicBezTo>
                    <a:pt x="11179" y="9090"/>
                    <a:pt x="9908" y="2440"/>
                    <a:pt x="7748" y="2440"/>
                  </a:cubicBezTo>
                  <a:cubicBezTo>
                    <a:pt x="7617" y="2440"/>
                    <a:pt x="7482" y="2465"/>
                    <a:pt x="7343" y="2517"/>
                  </a:cubicBezTo>
                  <a:cubicBezTo>
                    <a:pt x="4386" y="3620"/>
                    <a:pt x="10075" y="13143"/>
                    <a:pt x="10075" y="13143"/>
                  </a:cubicBezTo>
                  <a:cubicBezTo>
                    <a:pt x="10075" y="13143"/>
                    <a:pt x="6055" y="6659"/>
                    <a:pt x="3047" y="6659"/>
                  </a:cubicBezTo>
                  <a:cubicBezTo>
                    <a:pt x="2663" y="6659"/>
                    <a:pt x="2295" y="6765"/>
                    <a:pt x="1955" y="7003"/>
                  </a:cubicBezTo>
                  <a:cubicBezTo>
                    <a:pt x="0" y="8382"/>
                    <a:pt x="4010" y="12291"/>
                    <a:pt x="7920" y="13920"/>
                  </a:cubicBezTo>
                  <a:lnTo>
                    <a:pt x="16266" y="13920"/>
                  </a:lnTo>
                  <a:cubicBezTo>
                    <a:pt x="19123" y="12191"/>
                    <a:pt x="23584" y="8983"/>
                    <a:pt x="22181" y="6752"/>
                  </a:cubicBezTo>
                  <a:cubicBezTo>
                    <a:pt x="21871" y="6262"/>
                    <a:pt x="21472" y="6055"/>
                    <a:pt x="21020" y="6055"/>
                  </a:cubicBezTo>
                  <a:cubicBezTo>
                    <a:pt x="18510" y="6055"/>
                    <a:pt x="14336" y="12442"/>
                    <a:pt x="14336" y="12442"/>
                  </a:cubicBezTo>
                  <a:cubicBezTo>
                    <a:pt x="14336" y="12442"/>
                    <a:pt x="20050" y="437"/>
                    <a:pt x="14737" y="11"/>
                  </a:cubicBezTo>
                  <a:cubicBezTo>
                    <a:pt x="14653" y="4"/>
                    <a:pt x="14571" y="0"/>
                    <a:pt x="1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7059518" y="4692535"/>
              <a:ext cx="86725" cy="88784"/>
            </a:xfrm>
            <a:custGeom>
              <a:avLst/>
              <a:gdLst/>
              <a:ahLst/>
              <a:cxnLst/>
              <a:rect l="l" t="t" r="r" b="b"/>
              <a:pathLst>
                <a:path w="4212" h="4312" extrusionOk="0">
                  <a:moveTo>
                    <a:pt x="251" y="1"/>
                  </a:moveTo>
                  <a:lnTo>
                    <a:pt x="1" y="176"/>
                  </a:lnTo>
                  <a:cubicBezTo>
                    <a:pt x="978" y="1680"/>
                    <a:pt x="2282" y="3034"/>
                    <a:pt x="4036" y="4312"/>
                  </a:cubicBezTo>
                  <a:lnTo>
                    <a:pt x="4211" y="4061"/>
                  </a:lnTo>
                  <a:cubicBezTo>
                    <a:pt x="2507" y="2808"/>
                    <a:pt x="1204" y="1480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7229811" y="4550634"/>
              <a:ext cx="52134" cy="253916"/>
            </a:xfrm>
            <a:custGeom>
              <a:avLst/>
              <a:gdLst/>
              <a:ahLst/>
              <a:cxnLst/>
              <a:rect l="l" t="t" r="r" b="b"/>
              <a:pathLst>
                <a:path w="2532" h="12332" extrusionOk="0">
                  <a:moveTo>
                    <a:pt x="2206" y="1"/>
                  </a:moveTo>
                  <a:cubicBezTo>
                    <a:pt x="2031" y="4236"/>
                    <a:pt x="1304" y="8347"/>
                    <a:pt x="1" y="12231"/>
                  </a:cubicBezTo>
                  <a:lnTo>
                    <a:pt x="301" y="12332"/>
                  </a:lnTo>
                  <a:cubicBezTo>
                    <a:pt x="1605" y="8422"/>
                    <a:pt x="2356" y="4286"/>
                    <a:pt x="2532" y="26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7146734" y="4614111"/>
              <a:ext cx="66588" cy="189922"/>
            </a:xfrm>
            <a:custGeom>
              <a:avLst/>
              <a:gdLst/>
              <a:ahLst/>
              <a:cxnLst/>
              <a:rect l="l" t="t" r="r" b="b"/>
              <a:pathLst>
                <a:path w="3234" h="9224" extrusionOk="0">
                  <a:moveTo>
                    <a:pt x="301" y="0"/>
                  </a:moveTo>
                  <a:lnTo>
                    <a:pt x="0" y="76"/>
                  </a:lnTo>
                  <a:cubicBezTo>
                    <a:pt x="627" y="3033"/>
                    <a:pt x="1604" y="6091"/>
                    <a:pt x="2933" y="9224"/>
                  </a:cubicBezTo>
                  <a:lnTo>
                    <a:pt x="3234" y="9098"/>
                  </a:lnTo>
                  <a:cubicBezTo>
                    <a:pt x="1905" y="5990"/>
                    <a:pt x="928" y="2933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7302573" y="4681190"/>
              <a:ext cx="99614" cy="96011"/>
            </a:xfrm>
            <a:custGeom>
              <a:avLst/>
              <a:gdLst/>
              <a:ahLst/>
              <a:cxnLst/>
              <a:rect l="l" t="t" r="r" b="b"/>
              <a:pathLst>
                <a:path w="4838" h="4663" extrusionOk="0">
                  <a:moveTo>
                    <a:pt x="4587" y="1"/>
                  </a:moveTo>
                  <a:cubicBezTo>
                    <a:pt x="2958" y="2106"/>
                    <a:pt x="25" y="4387"/>
                    <a:pt x="0" y="4412"/>
                  </a:cubicBezTo>
                  <a:lnTo>
                    <a:pt x="201" y="4662"/>
                  </a:lnTo>
                  <a:cubicBezTo>
                    <a:pt x="226" y="4637"/>
                    <a:pt x="3158" y="2331"/>
                    <a:pt x="4838" y="201"/>
                  </a:cubicBezTo>
                  <a:lnTo>
                    <a:pt x="4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0" name="Google Shape;120;p7"/>
          <p:cNvCxnSpPr/>
          <p:nvPr/>
        </p:nvCxnSpPr>
        <p:spPr>
          <a:xfrm>
            <a:off x="8283125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1" name="Google Shape;121;p7"/>
          <p:cNvGrpSpPr/>
          <p:nvPr/>
        </p:nvGrpSpPr>
        <p:grpSpPr>
          <a:xfrm>
            <a:off x="-790532" y="107198"/>
            <a:ext cx="1505643" cy="427803"/>
            <a:chOff x="3983000" y="1275438"/>
            <a:chExt cx="1621936" cy="460845"/>
          </a:xfrm>
        </p:grpSpPr>
        <p:sp>
          <p:nvSpPr>
            <p:cNvPr id="122" name="Google Shape;122;p7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title" idx="2" hasCustomPrompt="1"/>
          </p:nvPr>
        </p:nvSpPr>
        <p:spPr>
          <a:xfrm>
            <a:off x="1557488" y="1444374"/>
            <a:ext cx="8145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1"/>
          </p:nvPr>
        </p:nvSpPr>
        <p:spPr>
          <a:xfrm>
            <a:off x="715113" y="2339603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3" hasCustomPrompt="1"/>
          </p:nvPr>
        </p:nvSpPr>
        <p:spPr>
          <a:xfrm>
            <a:off x="4164742" y="1444374"/>
            <a:ext cx="8145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4"/>
          </p:nvPr>
        </p:nvSpPr>
        <p:spPr>
          <a:xfrm>
            <a:off x="3322350" y="2339603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 idx="5" hasCustomPrompt="1"/>
          </p:nvPr>
        </p:nvSpPr>
        <p:spPr>
          <a:xfrm>
            <a:off x="2863525" y="3167600"/>
            <a:ext cx="8145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6"/>
          </p:nvPr>
        </p:nvSpPr>
        <p:spPr>
          <a:xfrm>
            <a:off x="2021113" y="4065756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title" idx="7" hasCustomPrompt="1"/>
          </p:nvPr>
        </p:nvSpPr>
        <p:spPr>
          <a:xfrm>
            <a:off x="5465972" y="3167600"/>
            <a:ext cx="8145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8"/>
          </p:nvPr>
        </p:nvSpPr>
        <p:spPr>
          <a:xfrm>
            <a:off x="4623562" y="4065752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ubTitle" idx="9"/>
          </p:nvPr>
        </p:nvSpPr>
        <p:spPr>
          <a:xfrm>
            <a:off x="715113" y="1990900"/>
            <a:ext cx="24993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3"/>
          </p:nvPr>
        </p:nvSpPr>
        <p:spPr>
          <a:xfrm>
            <a:off x="3322350" y="1990900"/>
            <a:ext cx="24993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14"/>
          </p:nvPr>
        </p:nvSpPr>
        <p:spPr>
          <a:xfrm>
            <a:off x="2021113" y="3720875"/>
            <a:ext cx="24993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15"/>
          </p:nvPr>
        </p:nvSpPr>
        <p:spPr>
          <a:xfrm>
            <a:off x="4623562" y="3720875"/>
            <a:ext cx="24993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16" hasCustomPrompt="1"/>
          </p:nvPr>
        </p:nvSpPr>
        <p:spPr>
          <a:xfrm>
            <a:off x="6771988" y="1444374"/>
            <a:ext cx="8145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17"/>
          </p:nvPr>
        </p:nvSpPr>
        <p:spPr>
          <a:xfrm>
            <a:off x="5929588" y="2339603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8"/>
          </p:nvPr>
        </p:nvSpPr>
        <p:spPr>
          <a:xfrm>
            <a:off x="5929588" y="1990900"/>
            <a:ext cx="24993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8163556" y="4501526"/>
            <a:ext cx="956710" cy="567765"/>
            <a:chOff x="6979550" y="4516373"/>
            <a:chExt cx="485615" cy="288176"/>
          </a:xfrm>
        </p:grpSpPr>
        <p:sp>
          <p:nvSpPr>
            <p:cNvPr id="250" name="Google Shape;250;p13"/>
            <p:cNvSpPr/>
            <p:nvPr/>
          </p:nvSpPr>
          <p:spPr>
            <a:xfrm>
              <a:off x="6979550" y="4516373"/>
              <a:ext cx="485615" cy="286633"/>
            </a:xfrm>
            <a:custGeom>
              <a:avLst/>
              <a:gdLst/>
              <a:ahLst/>
              <a:cxnLst/>
              <a:rect l="l" t="t" r="r" b="b"/>
              <a:pathLst>
                <a:path w="23585" h="13921" extrusionOk="0">
                  <a:moveTo>
                    <a:pt x="14491" y="0"/>
                  </a:moveTo>
                  <a:cubicBezTo>
                    <a:pt x="10383" y="0"/>
                    <a:pt x="11186" y="8666"/>
                    <a:pt x="11604" y="11665"/>
                  </a:cubicBezTo>
                  <a:cubicBezTo>
                    <a:pt x="11179" y="9090"/>
                    <a:pt x="9908" y="2440"/>
                    <a:pt x="7748" y="2440"/>
                  </a:cubicBezTo>
                  <a:cubicBezTo>
                    <a:pt x="7617" y="2440"/>
                    <a:pt x="7482" y="2465"/>
                    <a:pt x="7343" y="2517"/>
                  </a:cubicBezTo>
                  <a:cubicBezTo>
                    <a:pt x="4386" y="3620"/>
                    <a:pt x="10075" y="13143"/>
                    <a:pt x="10075" y="13143"/>
                  </a:cubicBezTo>
                  <a:cubicBezTo>
                    <a:pt x="10075" y="13143"/>
                    <a:pt x="6055" y="6659"/>
                    <a:pt x="3047" y="6659"/>
                  </a:cubicBezTo>
                  <a:cubicBezTo>
                    <a:pt x="2663" y="6659"/>
                    <a:pt x="2295" y="6765"/>
                    <a:pt x="1955" y="7003"/>
                  </a:cubicBezTo>
                  <a:cubicBezTo>
                    <a:pt x="0" y="8382"/>
                    <a:pt x="4010" y="12291"/>
                    <a:pt x="7920" y="13920"/>
                  </a:cubicBezTo>
                  <a:lnTo>
                    <a:pt x="16266" y="13920"/>
                  </a:lnTo>
                  <a:cubicBezTo>
                    <a:pt x="19123" y="12191"/>
                    <a:pt x="23584" y="8983"/>
                    <a:pt x="22181" y="6752"/>
                  </a:cubicBezTo>
                  <a:cubicBezTo>
                    <a:pt x="21871" y="6262"/>
                    <a:pt x="21472" y="6055"/>
                    <a:pt x="21020" y="6055"/>
                  </a:cubicBezTo>
                  <a:cubicBezTo>
                    <a:pt x="18510" y="6055"/>
                    <a:pt x="14336" y="12442"/>
                    <a:pt x="14336" y="12442"/>
                  </a:cubicBezTo>
                  <a:cubicBezTo>
                    <a:pt x="14336" y="12442"/>
                    <a:pt x="20050" y="437"/>
                    <a:pt x="14737" y="11"/>
                  </a:cubicBezTo>
                  <a:cubicBezTo>
                    <a:pt x="14653" y="4"/>
                    <a:pt x="14571" y="0"/>
                    <a:pt x="1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7059518" y="4692535"/>
              <a:ext cx="86725" cy="88784"/>
            </a:xfrm>
            <a:custGeom>
              <a:avLst/>
              <a:gdLst/>
              <a:ahLst/>
              <a:cxnLst/>
              <a:rect l="l" t="t" r="r" b="b"/>
              <a:pathLst>
                <a:path w="4212" h="4312" extrusionOk="0">
                  <a:moveTo>
                    <a:pt x="251" y="1"/>
                  </a:moveTo>
                  <a:lnTo>
                    <a:pt x="1" y="176"/>
                  </a:lnTo>
                  <a:cubicBezTo>
                    <a:pt x="978" y="1680"/>
                    <a:pt x="2282" y="3034"/>
                    <a:pt x="4036" y="4312"/>
                  </a:cubicBezTo>
                  <a:lnTo>
                    <a:pt x="4211" y="4061"/>
                  </a:lnTo>
                  <a:cubicBezTo>
                    <a:pt x="2507" y="2808"/>
                    <a:pt x="1204" y="1480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7229811" y="4550634"/>
              <a:ext cx="52134" cy="253916"/>
            </a:xfrm>
            <a:custGeom>
              <a:avLst/>
              <a:gdLst/>
              <a:ahLst/>
              <a:cxnLst/>
              <a:rect l="l" t="t" r="r" b="b"/>
              <a:pathLst>
                <a:path w="2532" h="12332" extrusionOk="0">
                  <a:moveTo>
                    <a:pt x="2206" y="1"/>
                  </a:moveTo>
                  <a:cubicBezTo>
                    <a:pt x="2031" y="4236"/>
                    <a:pt x="1304" y="8347"/>
                    <a:pt x="1" y="12231"/>
                  </a:cubicBezTo>
                  <a:lnTo>
                    <a:pt x="301" y="12332"/>
                  </a:lnTo>
                  <a:cubicBezTo>
                    <a:pt x="1605" y="8422"/>
                    <a:pt x="2356" y="4286"/>
                    <a:pt x="2532" y="26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7146734" y="4614111"/>
              <a:ext cx="66588" cy="189922"/>
            </a:xfrm>
            <a:custGeom>
              <a:avLst/>
              <a:gdLst/>
              <a:ahLst/>
              <a:cxnLst/>
              <a:rect l="l" t="t" r="r" b="b"/>
              <a:pathLst>
                <a:path w="3234" h="9224" extrusionOk="0">
                  <a:moveTo>
                    <a:pt x="301" y="0"/>
                  </a:moveTo>
                  <a:lnTo>
                    <a:pt x="0" y="76"/>
                  </a:lnTo>
                  <a:cubicBezTo>
                    <a:pt x="627" y="3033"/>
                    <a:pt x="1604" y="6091"/>
                    <a:pt x="2933" y="9224"/>
                  </a:cubicBezTo>
                  <a:lnTo>
                    <a:pt x="3234" y="9098"/>
                  </a:lnTo>
                  <a:cubicBezTo>
                    <a:pt x="1905" y="5990"/>
                    <a:pt x="928" y="2933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7302573" y="4681190"/>
              <a:ext cx="99614" cy="96011"/>
            </a:xfrm>
            <a:custGeom>
              <a:avLst/>
              <a:gdLst/>
              <a:ahLst/>
              <a:cxnLst/>
              <a:rect l="l" t="t" r="r" b="b"/>
              <a:pathLst>
                <a:path w="4838" h="4663" extrusionOk="0">
                  <a:moveTo>
                    <a:pt x="4587" y="1"/>
                  </a:moveTo>
                  <a:cubicBezTo>
                    <a:pt x="2958" y="2106"/>
                    <a:pt x="25" y="4387"/>
                    <a:pt x="0" y="4412"/>
                  </a:cubicBezTo>
                  <a:lnTo>
                    <a:pt x="201" y="4662"/>
                  </a:lnTo>
                  <a:cubicBezTo>
                    <a:pt x="226" y="4637"/>
                    <a:pt x="3158" y="2331"/>
                    <a:pt x="4838" y="201"/>
                  </a:cubicBezTo>
                  <a:lnTo>
                    <a:pt x="4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5" name="Google Shape;255;p13"/>
          <p:cNvCxnSpPr/>
          <p:nvPr/>
        </p:nvCxnSpPr>
        <p:spPr>
          <a:xfrm>
            <a:off x="8283125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6" name="Google Shape;256;p13"/>
          <p:cNvGrpSpPr/>
          <p:nvPr/>
        </p:nvGrpSpPr>
        <p:grpSpPr>
          <a:xfrm>
            <a:off x="-790532" y="107198"/>
            <a:ext cx="1505643" cy="427803"/>
            <a:chOff x="3983000" y="1275438"/>
            <a:chExt cx="1621936" cy="460845"/>
          </a:xfrm>
        </p:grpSpPr>
        <p:sp>
          <p:nvSpPr>
            <p:cNvPr id="257" name="Google Shape;257;p13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>
            <a:spLocks noGrp="1"/>
          </p:cNvSpPr>
          <p:nvPr>
            <p:ph type="title"/>
          </p:nvPr>
        </p:nvSpPr>
        <p:spPr>
          <a:xfrm>
            <a:off x="1458125" y="3033825"/>
            <a:ext cx="6227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subTitle" idx="1"/>
          </p:nvPr>
        </p:nvSpPr>
        <p:spPr>
          <a:xfrm>
            <a:off x="1458125" y="1577775"/>
            <a:ext cx="6227700" cy="17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cxnSp>
        <p:nvCxnSpPr>
          <p:cNvPr id="265" name="Google Shape;265;p14"/>
          <p:cNvCxnSpPr/>
          <p:nvPr/>
        </p:nvCxnSpPr>
        <p:spPr>
          <a:xfrm>
            <a:off x="210786" y="535000"/>
            <a:ext cx="111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6" name="Google Shape;266;p14"/>
          <p:cNvGrpSpPr/>
          <p:nvPr/>
        </p:nvGrpSpPr>
        <p:grpSpPr>
          <a:xfrm>
            <a:off x="8424009" y="203338"/>
            <a:ext cx="1167307" cy="331670"/>
            <a:chOff x="3983000" y="1275438"/>
            <a:chExt cx="1621936" cy="460845"/>
          </a:xfrm>
        </p:grpSpPr>
        <p:sp>
          <p:nvSpPr>
            <p:cNvPr id="267" name="Google Shape;267;p14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" name="Google Shape;272;p14"/>
          <p:cNvGrpSpPr/>
          <p:nvPr/>
        </p:nvGrpSpPr>
        <p:grpSpPr>
          <a:xfrm flipH="1">
            <a:off x="-920630" y="4121748"/>
            <a:ext cx="1635719" cy="486750"/>
            <a:chOff x="6918132" y="1224850"/>
            <a:chExt cx="860271" cy="255995"/>
          </a:xfrm>
        </p:grpSpPr>
        <p:sp>
          <p:nvSpPr>
            <p:cNvPr id="273" name="Google Shape;273;p14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4"/>
          <p:cNvGrpSpPr/>
          <p:nvPr/>
        </p:nvGrpSpPr>
        <p:grpSpPr>
          <a:xfrm>
            <a:off x="429172" y="401796"/>
            <a:ext cx="646707" cy="1110296"/>
            <a:chOff x="5392247" y="2565644"/>
            <a:chExt cx="696658" cy="1196052"/>
          </a:xfrm>
        </p:grpSpPr>
        <p:sp>
          <p:nvSpPr>
            <p:cNvPr id="277" name="Google Shape;277;p14"/>
            <p:cNvSpPr/>
            <p:nvPr/>
          </p:nvSpPr>
          <p:spPr>
            <a:xfrm>
              <a:off x="5558422" y="2578018"/>
              <a:ext cx="402020" cy="136635"/>
            </a:xfrm>
            <a:custGeom>
              <a:avLst/>
              <a:gdLst/>
              <a:ahLst/>
              <a:cxnLst/>
              <a:rect l="l" t="t" r="r" b="b"/>
              <a:pathLst>
                <a:path w="19525" h="6636" extrusionOk="0">
                  <a:moveTo>
                    <a:pt x="8398" y="1"/>
                  </a:moveTo>
                  <a:cubicBezTo>
                    <a:pt x="4474" y="1"/>
                    <a:pt x="844" y="131"/>
                    <a:pt x="577" y="445"/>
                  </a:cubicBezTo>
                  <a:cubicBezTo>
                    <a:pt x="0" y="1147"/>
                    <a:pt x="1930" y="5507"/>
                    <a:pt x="6441" y="6635"/>
                  </a:cubicBezTo>
                  <a:lnTo>
                    <a:pt x="12607" y="6635"/>
                  </a:lnTo>
                  <a:cubicBezTo>
                    <a:pt x="15639" y="5683"/>
                    <a:pt x="19524" y="971"/>
                    <a:pt x="18446" y="445"/>
                  </a:cubicBezTo>
                  <a:cubicBezTo>
                    <a:pt x="17882" y="176"/>
                    <a:pt x="12943" y="1"/>
                    <a:pt x="83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5999607" y="2887845"/>
              <a:ext cx="36671" cy="55140"/>
            </a:xfrm>
            <a:custGeom>
              <a:avLst/>
              <a:gdLst/>
              <a:ahLst/>
              <a:cxnLst/>
              <a:rect l="l" t="t" r="r" b="b"/>
              <a:pathLst>
                <a:path w="1781" h="2678" extrusionOk="0">
                  <a:moveTo>
                    <a:pt x="1493" y="1"/>
                  </a:moveTo>
                  <a:cubicBezTo>
                    <a:pt x="1428" y="1"/>
                    <a:pt x="1362" y="30"/>
                    <a:pt x="1304" y="58"/>
                  </a:cubicBezTo>
                  <a:cubicBezTo>
                    <a:pt x="1179" y="134"/>
                    <a:pt x="1079" y="184"/>
                    <a:pt x="978" y="259"/>
                  </a:cubicBezTo>
                  <a:cubicBezTo>
                    <a:pt x="577" y="510"/>
                    <a:pt x="277" y="835"/>
                    <a:pt x="126" y="1287"/>
                  </a:cubicBezTo>
                  <a:cubicBezTo>
                    <a:pt x="51" y="1487"/>
                    <a:pt x="1" y="1738"/>
                    <a:pt x="1" y="1963"/>
                  </a:cubicBezTo>
                  <a:cubicBezTo>
                    <a:pt x="1" y="2089"/>
                    <a:pt x="26" y="2214"/>
                    <a:pt x="51" y="2339"/>
                  </a:cubicBezTo>
                  <a:cubicBezTo>
                    <a:pt x="51" y="2414"/>
                    <a:pt x="76" y="2590"/>
                    <a:pt x="151" y="2640"/>
                  </a:cubicBezTo>
                  <a:cubicBezTo>
                    <a:pt x="184" y="2667"/>
                    <a:pt x="225" y="2677"/>
                    <a:pt x="268" y="2677"/>
                  </a:cubicBezTo>
                  <a:cubicBezTo>
                    <a:pt x="389" y="2677"/>
                    <a:pt x="535" y="2595"/>
                    <a:pt x="627" y="2540"/>
                  </a:cubicBezTo>
                  <a:cubicBezTo>
                    <a:pt x="753" y="2465"/>
                    <a:pt x="878" y="2364"/>
                    <a:pt x="978" y="2239"/>
                  </a:cubicBezTo>
                  <a:cubicBezTo>
                    <a:pt x="1179" y="2013"/>
                    <a:pt x="1329" y="1763"/>
                    <a:pt x="1480" y="1512"/>
                  </a:cubicBezTo>
                  <a:cubicBezTo>
                    <a:pt x="1630" y="1186"/>
                    <a:pt x="1780" y="785"/>
                    <a:pt x="1755" y="434"/>
                  </a:cubicBezTo>
                  <a:cubicBezTo>
                    <a:pt x="1730" y="309"/>
                    <a:pt x="1705" y="159"/>
                    <a:pt x="1630" y="58"/>
                  </a:cubicBezTo>
                  <a:cubicBezTo>
                    <a:pt x="1588" y="16"/>
                    <a:pt x="1541" y="1"/>
                    <a:pt x="14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032633" y="2883809"/>
              <a:ext cx="56272" cy="34674"/>
            </a:xfrm>
            <a:custGeom>
              <a:avLst/>
              <a:gdLst/>
              <a:ahLst/>
              <a:cxnLst/>
              <a:rect l="l" t="t" r="r" b="b"/>
              <a:pathLst>
                <a:path w="2733" h="1684" extrusionOk="0">
                  <a:moveTo>
                    <a:pt x="791" y="0"/>
                  </a:moveTo>
                  <a:cubicBezTo>
                    <a:pt x="745" y="0"/>
                    <a:pt x="699" y="1"/>
                    <a:pt x="653" y="4"/>
                  </a:cubicBezTo>
                  <a:cubicBezTo>
                    <a:pt x="527" y="29"/>
                    <a:pt x="402" y="29"/>
                    <a:pt x="277" y="54"/>
                  </a:cubicBezTo>
                  <a:cubicBezTo>
                    <a:pt x="151" y="54"/>
                    <a:pt x="26" y="104"/>
                    <a:pt x="1" y="229"/>
                  </a:cubicBezTo>
                  <a:cubicBezTo>
                    <a:pt x="1" y="355"/>
                    <a:pt x="51" y="505"/>
                    <a:pt x="126" y="605"/>
                  </a:cubicBezTo>
                  <a:cubicBezTo>
                    <a:pt x="302" y="906"/>
                    <a:pt x="653" y="1157"/>
                    <a:pt x="978" y="1332"/>
                  </a:cubicBezTo>
                  <a:cubicBezTo>
                    <a:pt x="1229" y="1457"/>
                    <a:pt x="1505" y="1583"/>
                    <a:pt x="1780" y="1633"/>
                  </a:cubicBezTo>
                  <a:cubicBezTo>
                    <a:pt x="1956" y="1658"/>
                    <a:pt x="2106" y="1683"/>
                    <a:pt x="2257" y="1683"/>
                  </a:cubicBezTo>
                  <a:cubicBezTo>
                    <a:pt x="2382" y="1658"/>
                    <a:pt x="2658" y="1633"/>
                    <a:pt x="2708" y="1483"/>
                  </a:cubicBezTo>
                  <a:cubicBezTo>
                    <a:pt x="2733" y="1382"/>
                    <a:pt x="2658" y="1257"/>
                    <a:pt x="2607" y="1157"/>
                  </a:cubicBezTo>
                  <a:cubicBezTo>
                    <a:pt x="2557" y="1056"/>
                    <a:pt x="2507" y="956"/>
                    <a:pt x="2432" y="856"/>
                  </a:cubicBezTo>
                  <a:cubicBezTo>
                    <a:pt x="2307" y="655"/>
                    <a:pt x="2131" y="480"/>
                    <a:pt x="1931" y="355"/>
                  </a:cubicBezTo>
                  <a:cubicBezTo>
                    <a:pt x="1592" y="106"/>
                    <a:pt x="1212" y="0"/>
                    <a:pt x="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5965553" y="2829042"/>
              <a:ext cx="33562" cy="58373"/>
            </a:xfrm>
            <a:custGeom>
              <a:avLst/>
              <a:gdLst/>
              <a:ahLst/>
              <a:cxnLst/>
              <a:rect l="l" t="t" r="r" b="b"/>
              <a:pathLst>
                <a:path w="1630" h="2835" extrusionOk="0">
                  <a:moveTo>
                    <a:pt x="1258" y="0"/>
                  </a:moveTo>
                  <a:cubicBezTo>
                    <a:pt x="1182" y="0"/>
                    <a:pt x="1106" y="47"/>
                    <a:pt x="1053" y="82"/>
                  </a:cubicBezTo>
                  <a:cubicBezTo>
                    <a:pt x="953" y="158"/>
                    <a:pt x="828" y="233"/>
                    <a:pt x="753" y="333"/>
                  </a:cubicBezTo>
                  <a:cubicBezTo>
                    <a:pt x="402" y="634"/>
                    <a:pt x="126" y="985"/>
                    <a:pt x="51" y="1461"/>
                  </a:cubicBezTo>
                  <a:cubicBezTo>
                    <a:pt x="1" y="1686"/>
                    <a:pt x="1" y="1937"/>
                    <a:pt x="26" y="2163"/>
                  </a:cubicBezTo>
                  <a:cubicBezTo>
                    <a:pt x="51" y="2288"/>
                    <a:pt x="76" y="2413"/>
                    <a:pt x="126" y="2513"/>
                  </a:cubicBezTo>
                  <a:cubicBezTo>
                    <a:pt x="151" y="2614"/>
                    <a:pt x="201" y="2764"/>
                    <a:pt x="276" y="2814"/>
                  </a:cubicBezTo>
                  <a:cubicBezTo>
                    <a:pt x="300" y="2828"/>
                    <a:pt x="327" y="2835"/>
                    <a:pt x="356" y="2835"/>
                  </a:cubicBezTo>
                  <a:cubicBezTo>
                    <a:pt x="482" y="2835"/>
                    <a:pt x="646" y="2720"/>
                    <a:pt x="728" y="2639"/>
                  </a:cubicBezTo>
                  <a:cubicBezTo>
                    <a:pt x="853" y="2539"/>
                    <a:pt x="953" y="2413"/>
                    <a:pt x="1053" y="2288"/>
                  </a:cubicBezTo>
                  <a:cubicBezTo>
                    <a:pt x="1204" y="2037"/>
                    <a:pt x="1329" y="1762"/>
                    <a:pt x="1429" y="1486"/>
                  </a:cubicBezTo>
                  <a:cubicBezTo>
                    <a:pt x="1530" y="1160"/>
                    <a:pt x="1630" y="734"/>
                    <a:pt x="1530" y="383"/>
                  </a:cubicBezTo>
                  <a:cubicBezTo>
                    <a:pt x="1504" y="258"/>
                    <a:pt x="1454" y="133"/>
                    <a:pt x="1354" y="32"/>
                  </a:cubicBezTo>
                  <a:cubicBezTo>
                    <a:pt x="1324" y="9"/>
                    <a:pt x="1291" y="0"/>
                    <a:pt x="12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5992916" y="2821836"/>
              <a:ext cx="59361" cy="30926"/>
            </a:xfrm>
            <a:custGeom>
              <a:avLst/>
              <a:gdLst/>
              <a:ahLst/>
              <a:cxnLst/>
              <a:rect l="l" t="t" r="r" b="b"/>
              <a:pathLst>
                <a:path w="2883" h="1502" extrusionOk="0">
                  <a:moveTo>
                    <a:pt x="1113" y="0"/>
                  </a:moveTo>
                  <a:cubicBezTo>
                    <a:pt x="952" y="0"/>
                    <a:pt x="789" y="20"/>
                    <a:pt x="627" y="56"/>
                  </a:cubicBezTo>
                  <a:cubicBezTo>
                    <a:pt x="501" y="82"/>
                    <a:pt x="376" y="107"/>
                    <a:pt x="251" y="132"/>
                  </a:cubicBezTo>
                  <a:cubicBezTo>
                    <a:pt x="150" y="182"/>
                    <a:pt x="0" y="232"/>
                    <a:pt x="25" y="357"/>
                  </a:cubicBezTo>
                  <a:cubicBezTo>
                    <a:pt x="25" y="483"/>
                    <a:pt x="100" y="608"/>
                    <a:pt x="175" y="708"/>
                  </a:cubicBezTo>
                  <a:cubicBezTo>
                    <a:pt x="401" y="984"/>
                    <a:pt x="802" y="1184"/>
                    <a:pt x="1128" y="1310"/>
                  </a:cubicBezTo>
                  <a:cubicBezTo>
                    <a:pt x="1404" y="1410"/>
                    <a:pt x="1679" y="1485"/>
                    <a:pt x="1980" y="1485"/>
                  </a:cubicBezTo>
                  <a:cubicBezTo>
                    <a:pt x="2042" y="1495"/>
                    <a:pt x="2109" y="1501"/>
                    <a:pt x="2176" y="1501"/>
                  </a:cubicBezTo>
                  <a:cubicBezTo>
                    <a:pt x="2271" y="1501"/>
                    <a:pt x="2368" y="1489"/>
                    <a:pt x="2456" y="1460"/>
                  </a:cubicBezTo>
                  <a:cubicBezTo>
                    <a:pt x="2582" y="1435"/>
                    <a:pt x="2857" y="1360"/>
                    <a:pt x="2882" y="1209"/>
                  </a:cubicBezTo>
                  <a:cubicBezTo>
                    <a:pt x="2882" y="1109"/>
                    <a:pt x="2782" y="984"/>
                    <a:pt x="2732" y="909"/>
                  </a:cubicBezTo>
                  <a:cubicBezTo>
                    <a:pt x="2657" y="808"/>
                    <a:pt x="2582" y="708"/>
                    <a:pt x="2506" y="633"/>
                  </a:cubicBezTo>
                  <a:cubicBezTo>
                    <a:pt x="2356" y="457"/>
                    <a:pt x="2155" y="307"/>
                    <a:pt x="1930" y="207"/>
                  </a:cubicBezTo>
                  <a:cubicBezTo>
                    <a:pt x="1674" y="63"/>
                    <a:pt x="1397" y="0"/>
                    <a:pt x="1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5927895" y="2760397"/>
              <a:ext cx="36135" cy="55119"/>
            </a:xfrm>
            <a:custGeom>
              <a:avLst/>
              <a:gdLst/>
              <a:ahLst/>
              <a:cxnLst/>
              <a:rect l="l" t="t" r="r" b="b"/>
              <a:pathLst>
                <a:path w="1755" h="2677" extrusionOk="0">
                  <a:moveTo>
                    <a:pt x="1467" y="0"/>
                  </a:moveTo>
                  <a:cubicBezTo>
                    <a:pt x="1402" y="0"/>
                    <a:pt x="1336" y="29"/>
                    <a:pt x="1278" y="58"/>
                  </a:cubicBezTo>
                  <a:cubicBezTo>
                    <a:pt x="1178" y="108"/>
                    <a:pt x="1053" y="183"/>
                    <a:pt x="953" y="258"/>
                  </a:cubicBezTo>
                  <a:cubicBezTo>
                    <a:pt x="552" y="509"/>
                    <a:pt x="251" y="835"/>
                    <a:pt x="100" y="1286"/>
                  </a:cubicBezTo>
                  <a:cubicBezTo>
                    <a:pt x="25" y="1512"/>
                    <a:pt x="0" y="1737"/>
                    <a:pt x="0" y="1963"/>
                  </a:cubicBezTo>
                  <a:cubicBezTo>
                    <a:pt x="0" y="2088"/>
                    <a:pt x="0" y="2213"/>
                    <a:pt x="25" y="2339"/>
                  </a:cubicBezTo>
                  <a:cubicBezTo>
                    <a:pt x="50" y="2414"/>
                    <a:pt x="75" y="2589"/>
                    <a:pt x="151" y="2639"/>
                  </a:cubicBezTo>
                  <a:cubicBezTo>
                    <a:pt x="177" y="2666"/>
                    <a:pt x="214" y="2677"/>
                    <a:pt x="256" y="2677"/>
                  </a:cubicBezTo>
                  <a:cubicBezTo>
                    <a:pt x="373" y="2677"/>
                    <a:pt x="528" y="2594"/>
                    <a:pt x="602" y="2539"/>
                  </a:cubicBezTo>
                  <a:cubicBezTo>
                    <a:pt x="752" y="2464"/>
                    <a:pt x="877" y="2364"/>
                    <a:pt x="978" y="2238"/>
                  </a:cubicBezTo>
                  <a:cubicBezTo>
                    <a:pt x="1178" y="2013"/>
                    <a:pt x="1328" y="1762"/>
                    <a:pt x="1454" y="1512"/>
                  </a:cubicBezTo>
                  <a:cubicBezTo>
                    <a:pt x="1604" y="1186"/>
                    <a:pt x="1755" y="785"/>
                    <a:pt x="1729" y="434"/>
                  </a:cubicBezTo>
                  <a:cubicBezTo>
                    <a:pt x="1704" y="309"/>
                    <a:pt x="1679" y="158"/>
                    <a:pt x="1604" y="58"/>
                  </a:cubicBezTo>
                  <a:cubicBezTo>
                    <a:pt x="1562" y="16"/>
                    <a:pt x="1515" y="0"/>
                    <a:pt x="1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5960406" y="2756321"/>
              <a:ext cx="56252" cy="34385"/>
            </a:xfrm>
            <a:custGeom>
              <a:avLst/>
              <a:gdLst/>
              <a:ahLst/>
              <a:cxnLst/>
              <a:rect l="l" t="t" r="r" b="b"/>
              <a:pathLst>
                <a:path w="2732" h="1670" extrusionOk="0">
                  <a:moveTo>
                    <a:pt x="818" y="1"/>
                  </a:moveTo>
                  <a:cubicBezTo>
                    <a:pt x="763" y="1"/>
                    <a:pt x="708" y="2"/>
                    <a:pt x="652" y="5"/>
                  </a:cubicBezTo>
                  <a:cubicBezTo>
                    <a:pt x="526" y="5"/>
                    <a:pt x="401" y="30"/>
                    <a:pt x="276" y="30"/>
                  </a:cubicBezTo>
                  <a:cubicBezTo>
                    <a:pt x="176" y="55"/>
                    <a:pt x="25" y="106"/>
                    <a:pt x="25" y="231"/>
                  </a:cubicBezTo>
                  <a:cubicBezTo>
                    <a:pt x="0" y="356"/>
                    <a:pt x="75" y="482"/>
                    <a:pt x="125" y="607"/>
                  </a:cubicBezTo>
                  <a:cubicBezTo>
                    <a:pt x="301" y="908"/>
                    <a:pt x="677" y="1158"/>
                    <a:pt x="978" y="1309"/>
                  </a:cubicBezTo>
                  <a:cubicBezTo>
                    <a:pt x="1228" y="1459"/>
                    <a:pt x="1504" y="1559"/>
                    <a:pt x="1805" y="1634"/>
                  </a:cubicBezTo>
                  <a:cubicBezTo>
                    <a:pt x="1911" y="1652"/>
                    <a:pt x="2030" y="1670"/>
                    <a:pt x="2143" y="1670"/>
                  </a:cubicBezTo>
                  <a:cubicBezTo>
                    <a:pt x="2191" y="1670"/>
                    <a:pt x="2237" y="1667"/>
                    <a:pt x="2281" y="1659"/>
                  </a:cubicBezTo>
                  <a:cubicBezTo>
                    <a:pt x="2406" y="1659"/>
                    <a:pt x="2682" y="1634"/>
                    <a:pt x="2732" y="1484"/>
                  </a:cubicBezTo>
                  <a:cubicBezTo>
                    <a:pt x="2732" y="1384"/>
                    <a:pt x="2657" y="1233"/>
                    <a:pt x="2632" y="1158"/>
                  </a:cubicBezTo>
                  <a:cubicBezTo>
                    <a:pt x="2582" y="1033"/>
                    <a:pt x="2506" y="933"/>
                    <a:pt x="2431" y="832"/>
                  </a:cubicBezTo>
                  <a:cubicBezTo>
                    <a:pt x="2306" y="657"/>
                    <a:pt x="2130" y="482"/>
                    <a:pt x="1955" y="331"/>
                  </a:cubicBezTo>
                  <a:cubicBezTo>
                    <a:pt x="1601" y="88"/>
                    <a:pt x="1228" y="1"/>
                    <a:pt x="8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5916530" y="2679729"/>
              <a:ext cx="41304" cy="50610"/>
            </a:xfrm>
            <a:custGeom>
              <a:avLst/>
              <a:gdLst/>
              <a:ahLst/>
              <a:cxnLst/>
              <a:rect l="l" t="t" r="r" b="b"/>
              <a:pathLst>
                <a:path w="2006" h="2458" extrusionOk="0">
                  <a:moveTo>
                    <a:pt x="1764" y="0"/>
                  </a:moveTo>
                  <a:cubicBezTo>
                    <a:pt x="1708" y="0"/>
                    <a:pt x="1651" y="18"/>
                    <a:pt x="1605" y="41"/>
                  </a:cubicBezTo>
                  <a:cubicBezTo>
                    <a:pt x="1505" y="66"/>
                    <a:pt x="1379" y="116"/>
                    <a:pt x="1254" y="166"/>
                  </a:cubicBezTo>
                  <a:cubicBezTo>
                    <a:pt x="828" y="367"/>
                    <a:pt x="477" y="618"/>
                    <a:pt x="251" y="1044"/>
                  </a:cubicBezTo>
                  <a:cubicBezTo>
                    <a:pt x="151" y="1244"/>
                    <a:pt x="76" y="1470"/>
                    <a:pt x="26" y="1720"/>
                  </a:cubicBezTo>
                  <a:cubicBezTo>
                    <a:pt x="1" y="1846"/>
                    <a:pt x="1" y="1946"/>
                    <a:pt x="1" y="2071"/>
                  </a:cubicBezTo>
                  <a:cubicBezTo>
                    <a:pt x="26" y="2171"/>
                    <a:pt x="1" y="2347"/>
                    <a:pt x="76" y="2397"/>
                  </a:cubicBezTo>
                  <a:cubicBezTo>
                    <a:pt x="111" y="2441"/>
                    <a:pt x="166" y="2458"/>
                    <a:pt x="227" y="2458"/>
                  </a:cubicBezTo>
                  <a:cubicBezTo>
                    <a:pt x="338" y="2458"/>
                    <a:pt x="471" y="2404"/>
                    <a:pt x="552" y="2372"/>
                  </a:cubicBezTo>
                  <a:cubicBezTo>
                    <a:pt x="703" y="2322"/>
                    <a:pt x="828" y="2222"/>
                    <a:pt x="953" y="2121"/>
                  </a:cubicBezTo>
                  <a:cubicBezTo>
                    <a:pt x="1179" y="1946"/>
                    <a:pt x="1379" y="1720"/>
                    <a:pt x="1555" y="1495"/>
                  </a:cubicBezTo>
                  <a:cubicBezTo>
                    <a:pt x="1755" y="1194"/>
                    <a:pt x="1981" y="818"/>
                    <a:pt x="1981" y="467"/>
                  </a:cubicBezTo>
                  <a:cubicBezTo>
                    <a:pt x="2006" y="342"/>
                    <a:pt x="1981" y="191"/>
                    <a:pt x="1931" y="91"/>
                  </a:cubicBezTo>
                  <a:cubicBezTo>
                    <a:pt x="1890" y="24"/>
                    <a:pt x="1828" y="0"/>
                    <a:pt x="17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5955753" y="2677979"/>
              <a:ext cx="52134" cy="39800"/>
            </a:xfrm>
            <a:custGeom>
              <a:avLst/>
              <a:gdLst/>
              <a:ahLst/>
              <a:cxnLst/>
              <a:rect l="l" t="t" r="r" b="b"/>
              <a:pathLst>
                <a:path w="2532" h="1933" extrusionOk="0">
                  <a:moveTo>
                    <a:pt x="301" y="1"/>
                  </a:moveTo>
                  <a:cubicBezTo>
                    <a:pt x="201" y="1"/>
                    <a:pt x="51" y="1"/>
                    <a:pt x="26" y="126"/>
                  </a:cubicBezTo>
                  <a:cubicBezTo>
                    <a:pt x="1" y="251"/>
                    <a:pt x="26" y="402"/>
                    <a:pt x="76" y="527"/>
                  </a:cubicBezTo>
                  <a:cubicBezTo>
                    <a:pt x="201" y="853"/>
                    <a:pt x="527" y="1154"/>
                    <a:pt x="803" y="1354"/>
                  </a:cubicBezTo>
                  <a:cubicBezTo>
                    <a:pt x="1028" y="1555"/>
                    <a:pt x="1279" y="1705"/>
                    <a:pt x="1554" y="1805"/>
                  </a:cubicBezTo>
                  <a:cubicBezTo>
                    <a:pt x="1705" y="1855"/>
                    <a:pt x="1855" y="1906"/>
                    <a:pt x="2031" y="1931"/>
                  </a:cubicBezTo>
                  <a:cubicBezTo>
                    <a:pt x="2062" y="1931"/>
                    <a:pt x="2103" y="1932"/>
                    <a:pt x="2147" y="1932"/>
                  </a:cubicBezTo>
                  <a:cubicBezTo>
                    <a:pt x="2280" y="1932"/>
                    <a:pt x="2444" y="1918"/>
                    <a:pt x="2482" y="1805"/>
                  </a:cubicBezTo>
                  <a:cubicBezTo>
                    <a:pt x="2532" y="1705"/>
                    <a:pt x="2457" y="1555"/>
                    <a:pt x="2432" y="1480"/>
                  </a:cubicBezTo>
                  <a:cubicBezTo>
                    <a:pt x="2407" y="1354"/>
                    <a:pt x="2356" y="1254"/>
                    <a:pt x="2306" y="1129"/>
                  </a:cubicBezTo>
                  <a:cubicBezTo>
                    <a:pt x="2206" y="928"/>
                    <a:pt x="2081" y="728"/>
                    <a:pt x="1905" y="552"/>
                  </a:cubicBezTo>
                  <a:cubicBezTo>
                    <a:pt x="1579" y="226"/>
                    <a:pt x="1153" y="76"/>
                    <a:pt x="702" y="26"/>
                  </a:cubicBezTo>
                  <a:cubicBezTo>
                    <a:pt x="552" y="1"/>
                    <a:pt x="427" y="1"/>
                    <a:pt x="3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911383" y="2603404"/>
              <a:ext cx="34591" cy="57220"/>
            </a:xfrm>
            <a:custGeom>
              <a:avLst/>
              <a:gdLst/>
              <a:ahLst/>
              <a:cxnLst/>
              <a:rect l="l" t="t" r="r" b="b"/>
              <a:pathLst>
                <a:path w="1680" h="2779" extrusionOk="0">
                  <a:moveTo>
                    <a:pt x="1361" y="0"/>
                  </a:moveTo>
                  <a:cubicBezTo>
                    <a:pt x="1290" y="0"/>
                    <a:pt x="1216" y="32"/>
                    <a:pt x="1153" y="64"/>
                  </a:cubicBezTo>
                  <a:cubicBezTo>
                    <a:pt x="1053" y="139"/>
                    <a:pt x="953" y="214"/>
                    <a:pt x="827" y="289"/>
                  </a:cubicBezTo>
                  <a:cubicBezTo>
                    <a:pt x="476" y="590"/>
                    <a:pt x="201" y="916"/>
                    <a:pt x="75" y="1367"/>
                  </a:cubicBezTo>
                  <a:cubicBezTo>
                    <a:pt x="0" y="1618"/>
                    <a:pt x="0" y="1843"/>
                    <a:pt x="25" y="2094"/>
                  </a:cubicBezTo>
                  <a:cubicBezTo>
                    <a:pt x="25" y="2194"/>
                    <a:pt x="50" y="2320"/>
                    <a:pt x="75" y="2445"/>
                  </a:cubicBezTo>
                  <a:cubicBezTo>
                    <a:pt x="100" y="2520"/>
                    <a:pt x="125" y="2695"/>
                    <a:pt x="226" y="2746"/>
                  </a:cubicBezTo>
                  <a:cubicBezTo>
                    <a:pt x="255" y="2769"/>
                    <a:pt x="291" y="2779"/>
                    <a:pt x="328" y="2779"/>
                  </a:cubicBezTo>
                  <a:cubicBezTo>
                    <a:pt x="451" y="2779"/>
                    <a:pt x="600" y="2678"/>
                    <a:pt x="677" y="2620"/>
                  </a:cubicBezTo>
                  <a:cubicBezTo>
                    <a:pt x="802" y="2520"/>
                    <a:pt x="927" y="2395"/>
                    <a:pt x="1003" y="2269"/>
                  </a:cubicBezTo>
                  <a:cubicBezTo>
                    <a:pt x="1203" y="2044"/>
                    <a:pt x="1328" y="1768"/>
                    <a:pt x="1429" y="1492"/>
                  </a:cubicBezTo>
                  <a:cubicBezTo>
                    <a:pt x="1554" y="1167"/>
                    <a:pt x="1679" y="766"/>
                    <a:pt x="1629" y="415"/>
                  </a:cubicBezTo>
                  <a:cubicBezTo>
                    <a:pt x="1604" y="289"/>
                    <a:pt x="1554" y="139"/>
                    <a:pt x="1479" y="39"/>
                  </a:cubicBezTo>
                  <a:cubicBezTo>
                    <a:pt x="1442" y="11"/>
                    <a:pt x="1402" y="0"/>
                    <a:pt x="13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941299" y="2597866"/>
              <a:ext cx="57817" cy="32141"/>
            </a:xfrm>
            <a:custGeom>
              <a:avLst/>
              <a:gdLst/>
              <a:ahLst/>
              <a:cxnLst/>
              <a:rect l="l" t="t" r="r" b="b"/>
              <a:pathLst>
                <a:path w="2808" h="1561" extrusionOk="0">
                  <a:moveTo>
                    <a:pt x="1012" y="0"/>
                  </a:moveTo>
                  <a:cubicBezTo>
                    <a:pt x="887" y="0"/>
                    <a:pt x="759" y="11"/>
                    <a:pt x="627" y="32"/>
                  </a:cubicBezTo>
                  <a:cubicBezTo>
                    <a:pt x="502" y="32"/>
                    <a:pt x="377" y="57"/>
                    <a:pt x="251" y="82"/>
                  </a:cubicBezTo>
                  <a:cubicBezTo>
                    <a:pt x="151" y="107"/>
                    <a:pt x="1" y="157"/>
                    <a:pt x="1" y="283"/>
                  </a:cubicBezTo>
                  <a:cubicBezTo>
                    <a:pt x="1" y="408"/>
                    <a:pt x="76" y="558"/>
                    <a:pt x="151" y="659"/>
                  </a:cubicBezTo>
                  <a:cubicBezTo>
                    <a:pt x="352" y="934"/>
                    <a:pt x="728" y="1160"/>
                    <a:pt x="1053" y="1310"/>
                  </a:cubicBezTo>
                  <a:cubicBezTo>
                    <a:pt x="1329" y="1411"/>
                    <a:pt x="1605" y="1511"/>
                    <a:pt x="1906" y="1536"/>
                  </a:cubicBezTo>
                  <a:cubicBezTo>
                    <a:pt x="2056" y="1561"/>
                    <a:pt x="2206" y="1561"/>
                    <a:pt x="2382" y="1561"/>
                  </a:cubicBezTo>
                  <a:cubicBezTo>
                    <a:pt x="2507" y="1536"/>
                    <a:pt x="2783" y="1486"/>
                    <a:pt x="2808" y="1335"/>
                  </a:cubicBezTo>
                  <a:cubicBezTo>
                    <a:pt x="2808" y="1235"/>
                    <a:pt x="2733" y="1085"/>
                    <a:pt x="2682" y="1010"/>
                  </a:cubicBezTo>
                  <a:cubicBezTo>
                    <a:pt x="2607" y="909"/>
                    <a:pt x="2557" y="809"/>
                    <a:pt x="2482" y="709"/>
                  </a:cubicBezTo>
                  <a:cubicBezTo>
                    <a:pt x="2332" y="533"/>
                    <a:pt x="2131" y="383"/>
                    <a:pt x="1931" y="258"/>
                  </a:cubicBezTo>
                  <a:cubicBezTo>
                    <a:pt x="1641" y="76"/>
                    <a:pt x="1338" y="0"/>
                    <a:pt x="10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5864934" y="2565644"/>
              <a:ext cx="187348" cy="379165"/>
            </a:xfrm>
            <a:custGeom>
              <a:avLst/>
              <a:gdLst/>
              <a:ahLst/>
              <a:cxnLst/>
              <a:rect l="l" t="t" r="r" b="b"/>
              <a:pathLst>
                <a:path w="9099" h="18415" extrusionOk="0">
                  <a:moveTo>
                    <a:pt x="1532" y="0"/>
                  </a:moveTo>
                  <a:cubicBezTo>
                    <a:pt x="1009" y="0"/>
                    <a:pt x="433" y="187"/>
                    <a:pt x="0" y="620"/>
                  </a:cubicBezTo>
                  <a:lnTo>
                    <a:pt x="226" y="845"/>
                  </a:lnTo>
                  <a:cubicBezTo>
                    <a:pt x="584" y="471"/>
                    <a:pt x="1089" y="308"/>
                    <a:pt x="1543" y="308"/>
                  </a:cubicBezTo>
                  <a:cubicBezTo>
                    <a:pt x="1790" y="308"/>
                    <a:pt x="2021" y="356"/>
                    <a:pt x="2206" y="444"/>
                  </a:cubicBezTo>
                  <a:cubicBezTo>
                    <a:pt x="2682" y="695"/>
                    <a:pt x="3133" y="1146"/>
                    <a:pt x="3459" y="1798"/>
                  </a:cubicBezTo>
                  <a:cubicBezTo>
                    <a:pt x="4236" y="3226"/>
                    <a:pt x="4261" y="4905"/>
                    <a:pt x="4311" y="6560"/>
                  </a:cubicBezTo>
                  <a:cubicBezTo>
                    <a:pt x="4336" y="8113"/>
                    <a:pt x="4386" y="9743"/>
                    <a:pt x="5013" y="11171"/>
                  </a:cubicBezTo>
                  <a:cubicBezTo>
                    <a:pt x="5414" y="12023"/>
                    <a:pt x="6016" y="12800"/>
                    <a:pt x="6567" y="13527"/>
                  </a:cubicBezTo>
                  <a:cubicBezTo>
                    <a:pt x="6843" y="13878"/>
                    <a:pt x="7118" y="14229"/>
                    <a:pt x="7369" y="14605"/>
                  </a:cubicBezTo>
                  <a:cubicBezTo>
                    <a:pt x="8046" y="15557"/>
                    <a:pt x="8772" y="16961"/>
                    <a:pt x="8397" y="18339"/>
                  </a:cubicBezTo>
                  <a:lnTo>
                    <a:pt x="8697" y="18414"/>
                  </a:lnTo>
                  <a:cubicBezTo>
                    <a:pt x="9098" y="16936"/>
                    <a:pt x="8346" y="15432"/>
                    <a:pt x="7645" y="14404"/>
                  </a:cubicBezTo>
                  <a:cubicBezTo>
                    <a:pt x="7369" y="14053"/>
                    <a:pt x="7093" y="13677"/>
                    <a:pt x="6818" y="13327"/>
                  </a:cubicBezTo>
                  <a:cubicBezTo>
                    <a:pt x="6266" y="12625"/>
                    <a:pt x="5690" y="11873"/>
                    <a:pt x="5314" y="11046"/>
                  </a:cubicBezTo>
                  <a:cubicBezTo>
                    <a:pt x="4687" y="9667"/>
                    <a:pt x="4662" y="8088"/>
                    <a:pt x="4612" y="6560"/>
                  </a:cubicBezTo>
                  <a:cubicBezTo>
                    <a:pt x="4587" y="4880"/>
                    <a:pt x="4537" y="3151"/>
                    <a:pt x="3735" y="1647"/>
                  </a:cubicBezTo>
                  <a:cubicBezTo>
                    <a:pt x="3359" y="920"/>
                    <a:pt x="2883" y="444"/>
                    <a:pt x="2331" y="169"/>
                  </a:cubicBezTo>
                  <a:cubicBezTo>
                    <a:pt x="2105" y="60"/>
                    <a:pt x="1827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954723" y="3353121"/>
              <a:ext cx="43363" cy="49251"/>
            </a:xfrm>
            <a:custGeom>
              <a:avLst/>
              <a:gdLst/>
              <a:ahLst/>
              <a:cxnLst/>
              <a:rect l="l" t="t" r="r" b="b"/>
              <a:pathLst>
                <a:path w="2106" h="2392" extrusionOk="0">
                  <a:moveTo>
                    <a:pt x="1886" y="1"/>
                  </a:moveTo>
                  <a:cubicBezTo>
                    <a:pt x="1833" y="1"/>
                    <a:pt x="1776" y="19"/>
                    <a:pt x="1730" y="42"/>
                  </a:cubicBezTo>
                  <a:cubicBezTo>
                    <a:pt x="1604" y="67"/>
                    <a:pt x="1479" y="117"/>
                    <a:pt x="1354" y="142"/>
                  </a:cubicBezTo>
                  <a:cubicBezTo>
                    <a:pt x="928" y="318"/>
                    <a:pt x="552" y="568"/>
                    <a:pt x="326" y="969"/>
                  </a:cubicBezTo>
                  <a:cubicBezTo>
                    <a:pt x="201" y="1170"/>
                    <a:pt x="101" y="1395"/>
                    <a:pt x="51" y="1621"/>
                  </a:cubicBezTo>
                  <a:cubicBezTo>
                    <a:pt x="25" y="1746"/>
                    <a:pt x="25" y="1872"/>
                    <a:pt x="25" y="1997"/>
                  </a:cubicBezTo>
                  <a:cubicBezTo>
                    <a:pt x="25" y="2072"/>
                    <a:pt x="0" y="2248"/>
                    <a:pt x="51" y="2323"/>
                  </a:cubicBezTo>
                  <a:cubicBezTo>
                    <a:pt x="91" y="2373"/>
                    <a:pt x="160" y="2391"/>
                    <a:pt x="237" y="2391"/>
                  </a:cubicBezTo>
                  <a:cubicBezTo>
                    <a:pt x="349" y="2391"/>
                    <a:pt x="477" y="2353"/>
                    <a:pt x="552" y="2323"/>
                  </a:cubicBezTo>
                  <a:cubicBezTo>
                    <a:pt x="702" y="2273"/>
                    <a:pt x="827" y="2197"/>
                    <a:pt x="953" y="2097"/>
                  </a:cubicBezTo>
                  <a:cubicBezTo>
                    <a:pt x="1203" y="1922"/>
                    <a:pt x="1404" y="1696"/>
                    <a:pt x="1579" y="1471"/>
                  </a:cubicBezTo>
                  <a:cubicBezTo>
                    <a:pt x="1805" y="1195"/>
                    <a:pt x="2056" y="844"/>
                    <a:pt x="2081" y="468"/>
                  </a:cubicBezTo>
                  <a:cubicBezTo>
                    <a:pt x="2106" y="368"/>
                    <a:pt x="2106" y="192"/>
                    <a:pt x="2030" y="92"/>
                  </a:cubicBezTo>
                  <a:cubicBezTo>
                    <a:pt x="2004" y="25"/>
                    <a:pt x="1948" y="1"/>
                    <a:pt x="1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5960406" y="3304366"/>
              <a:ext cx="56252" cy="34879"/>
            </a:xfrm>
            <a:custGeom>
              <a:avLst/>
              <a:gdLst/>
              <a:ahLst/>
              <a:cxnLst/>
              <a:rect l="l" t="t" r="r" b="b"/>
              <a:pathLst>
                <a:path w="2732" h="1694" extrusionOk="0">
                  <a:moveTo>
                    <a:pt x="1923" y="0"/>
                  </a:moveTo>
                  <a:cubicBezTo>
                    <a:pt x="1516" y="0"/>
                    <a:pt x="1116" y="106"/>
                    <a:pt x="777" y="355"/>
                  </a:cubicBezTo>
                  <a:cubicBezTo>
                    <a:pt x="602" y="505"/>
                    <a:pt x="426" y="681"/>
                    <a:pt x="301" y="856"/>
                  </a:cubicBezTo>
                  <a:cubicBezTo>
                    <a:pt x="226" y="956"/>
                    <a:pt x="176" y="1082"/>
                    <a:pt x="125" y="1182"/>
                  </a:cubicBezTo>
                  <a:cubicBezTo>
                    <a:pt x="75" y="1257"/>
                    <a:pt x="0" y="1408"/>
                    <a:pt x="25" y="1508"/>
                  </a:cubicBezTo>
                  <a:cubicBezTo>
                    <a:pt x="75" y="1658"/>
                    <a:pt x="351" y="1683"/>
                    <a:pt x="476" y="1683"/>
                  </a:cubicBezTo>
                  <a:cubicBezTo>
                    <a:pt x="517" y="1690"/>
                    <a:pt x="559" y="1693"/>
                    <a:pt x="602" y="1693"/>
                  </a:cubicBezTo>
                  <a:cubicBezTo>
                    <a:pt x="719" y="1693"/>
                    <a:pt x="842" y="1670"/>
                    <a:pt x="952" y="1633"/>
                  </a:cubicBezTo>
                  <a:cubicBezTo>
                    <a:pt x="1228" y="1583"/>
                    <a:pt x="1504" y="1458"/>
                    <a:pt x="1754" y="1307"/>
                  </a:cubicBezTo>
                  <a:cubicBezTo>
                    <a:pt x="2080" y="1132"/>
                    <a:pt x="2431" y="906"/>
                    <a:pt x="2607" y="580"/>
                  </a:cubicBezTo>
                  <a:cubicBezTo>
                    <a:pt x="2657" y="480"/>
                    <a:pt x="2732" y="330"/>
                    <a:pt x="2707" y="205"/>
                  </a:cubicBezTo>
                  <a:cubicBezTo>
                    <a:pt x="2682" y="79"/>
                    <a:pt x="2556" y="54"/>
                    <a:pt x="2456" y="29"/>
                  </a:cubicBezTo>
                  <a:cubicBezTo>
                    <a:pt x="2331" y="29"/>
                    <a:pt x="2181" y="4"/>
                    <a:pt x="2055" y="4"/>
                  </a:cubicBezTo>
                  <a:cubicBezTo>
                    <a:pt x="2011" y="2"/>
                    <a:pt x="1967" y="0"/>
                    <a:pt x="19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6013032" y="3306857"/>
              <a:ext cx="37165" cy="55058"/>
            </a:xfrm>
            <a:custGeom>
              <a:avLst/>
              <a:gdLst/>
              <a:ahLst/>
              <a:cxnLst/>
              <a:rect l="l" t="t" r="r" b="b"/>
              <a:pathLst>
                <a:path w="1805" h="2674" extrusionOk="0">
                  <a:moveTo>
                    <a:pt x="288" y="1"/>
                  </a:moveTo>
                  <a:cubicBezTo>
                    <a:pt x="240" y="1"/>
                    <a:pt x="193" y="16"/>
                    <a:pt x="151" y="58"/>
                  </a:cubicBezTo>
                  <a:cubicBezTo>
                    <a:pt x="76" y="159"/>
                    <a:pt x="51" y="309"/>
                    <a:pt x="51" y="434"/>
                  </a:cubicBezTo>
                  <a:cubicBezTo>
                    <a:pt x="0" y="785"/>
                    <a:pt x="176" y="1186"/>
                    <a:pt x="326" y="1512"/>
                  </a:cubicBezTo>
                  <a:cubicBezTo>
                    <a:pt x="452" y="1763"/>
                    <a:pt x="627" y="2013"/>
                    <a:pt x="828" y="2239"/>
                  </a:cubicBezTo>
                  <a:cubicBezTo>
                    <a:pt x="928" y="2339"/>
                    <a:pt x="1053" y="2464"/>
                    <a:pt x="1204" y="2540"/>
                  </a:cubicBezTo>
                  <a:cubicBezTo>
                    <a:pt x="1280" y="2578"/>
                    <a:pt x="1443" y="2674"/>
                    <a:pt x="1571" y="2674"/>
                  </a:cubicBezTo>
                  <a:cubicBezTo>
                    <a:pt x="1612" y="2674"/>
                    <a:pt x="1650" y="2664"/>
                    <a:pt x="1680" y="2640"/>
                  </a:cubicBezTo>
                  <a:cubicBezTo>
                    <a:pt x="1730" y="2565"/>
                    <a:pt x="1755" y="2389"/>
                    <a:pt x="1780" y="2314"/>
                  </a:cubicBezTo>
                  <a:cubicBezTo>
                    <a:pt x="1805" y="2189"/>
                    <a:pt x="1805" y="2063"/>
                    <a:pt x="1805" y="1938"/>
                  </a:cubicBezTo>
                  <a:cubicBezTo>
                    <a:pt x="1805" y="1713"/>
                    <a:pt x="1755" y="1487"/>
                    <a:pt x="1680" y="1261"/>
                  </a:cubicBezTo>
                  <a:cubicBezTo>
                    <a:pt x="1529" y="810"/>
                    <a:pt x="1204" y="485"/>
                    <a:pt x="828" y="259"/>
                  </a:cubicBezTo>
                  <a:cubicBezTo>
                    <a:pt x="702" y="184"/>
                    <a:pt x="602" y="109"/>
                    <a:pt x="477" y="58"/>
                  </a:cubicBezTo>
                  <a:cubicBezTo>
                    <a:pt x="419" y="30"/>
                    <a:pt x="353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5672466" y="3192895"/>
              <a:ext cx="56252" cy="34674"/>
            </a:xfrm>
            <a:custGeom>
              <a:avLst/>
              <a:gdLst/>
              <a:ahLst/>
              <a:cxnLst/>
              <a:rect l="l" t="t" r="r" b="b"/>
              <a:pathLst>
                <a:path w="2732" h="1684" extrusionOk="0">
                  <a:moveTo>
                    <a:pt x="1942" y="1"/>
                  </a:moveTo>
                  <a:cubicBezTo>
                    <a:pt x="1521" y="1"/>
                    <a:pt x="1141" y="107"/>
                    <a:pt x="802" y="355"/>
                  </a:cubicBezTo>
                  <a:cubicBezTo>
                    <a:pt x="602" y="481"/>
                    <a:pt x="426" y="656"/>
                    <a:pt x="301" y="857"/>
                  </a:cubicBezTo>
                  <a:cubicBezTo>
                    <a:pt x="226" y="957"/>
                    <a:pt x="175" y="1057"/>
                    <a:pt x="125" y="1182"/>
                  </a:cubicBezTo>
                  <a:cubicBezTo>
                    <a:pt x="100" y="1258"/>
                    <a:pt x="0" y="1408"/>
                    <a:pt x="25" y="1483"/>
                  </a:cubicBezTo>
                  <a:cubicBezTo>
                    <a:pt x="75" y="1634"/>
                    <a:pt x="351" y="1659"/>
                    <a:pt x="476" y="1684"/>
                  </a:cubicBezTo>
                  <a:cubicBezTo>
                    <a:pt x="627" y="1684"/>
                    <a:pt x="802" y="1659"/>
                    <a:pt x="952" y="1634"/>
                  </a:cubicBezTo>
                  <a:cubicBezTo>
                    <a:pt x="1253" y="1558"/>
                    <a:pt x="1529" y="1458"/>
                    <a:pt x="1780" y="1308"/>
                  </a:cubicBezTo>
                  <a:cubicBezTo>
                    <a:pt x="2080" y="1132"/>
                    <a:pt x="2431" y="882"/>
                    <a:pt x="2607" y="581"/>
                  </a:cubicBezTo>
                  <a:cubicBezTo>
                    <a:pt x="2682" y="481"/>
                    <a:pt x="2732" y="330"/>
                    <a:pt x="2732" y="205"/>
                  </a:cubicBezTo>
                  <a:cubicBezTo>
                    <a:pt x="2707" y="80"/>
                    <a:pt x="2582" y="30"/>
                    <a:pt x="2456" y="30"/>
                  </a:cubicBezTo>
                  <a:cubicBezTo>
                    <a:pt x="2331" y="4"/>
                    <a:pt x="2206" y="4"/>
                    <a:pt x="2080" y="4"/>
                  </a:cubicBezTo>
                  <a:cubicBezTo>
                    <a:pt x="2034" y="2"/>
                    <a:pt x="1987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5725607" y="3195407"/>
              <a:ext cx="36650" cy="55119"/>
            </a:xfrm>
            <a:custGeom>
              <a:avLst/>
              <a:gdLst/>
              <a:ahLst/>
              <a:cxnLst/>
              <a:rect l="l" t="t" r="r" b="b"/>
              <a:pathLst>
                <a:path w="1780" h="2677" extrusionOk="0">
                  <a:moveTo>
                    <a:pt x="288" y="0"/>
                  </a:moveTo>
                  <a:cubicBezTo>
                    <a:pt x="240" y="0"/>
                    <a:pt x="193" y="16"/>
                    <a:pt x="151" y="58"/>
                  </a:cubicBezTo>
                  <a:cubicBezTo>
                    <a:pt x="76" y="158"/>
                    <a:pt x="51" y="309"/>
                    <a:pt x="26" y="434"/>
                  </a:cubicBezTo>
                  <a:cubicBezTo>
                    <a:pt x="1" y="785"/>
                    <a:pt x="151" y="1186"/>
                    <a:pt x="326" y="1512"/>
                  </a:cubicBezTo>
                  <a:cubicBezTo>
                    <a:pt x="452" y="1762"/>
                    <a:pt x="602" y="2013"/>
                    <a:pt x="803" y="2238"/>
                  </a:cubicBezTo>
                  <a:cubicBezTo>
                    <a:pt x="928" y="2339"/>
                    <a:pt x="1028" y="2464"/>
                    <a:pt x="1178" y="2539"/>
                  </a:cubicBezTo>
                  <a:cubicBezTo>
                    <a:pt x="1252" y="2594"/>
                    <a:pt x="1407" y="2677"/>
                    <a:pt x="1534" y="2677"/>
                  </a:cubicBezTo>
                  <a:cubicBezTo>
                    <a:pt x="1579" y="2677"/>
                    <a:pt x="1621" y="2666"/>
                    <a:pt x="1655" y="2639"/>
                  </a:cubicBezTo>
                  <a:cubicBezTo>
                    <a:pt x="1730" y="2564"/>
                    <a:pt x="1730" y="2414"/>
                    <a:pt x="1755" y="2314"/>
                  </a:cubicBezTo>
                  <a:cubicBezTo>
                    <a:pt x="1780" y="2188"/>
                    <a:pt x="1780" y="2088"/>
                    <a:pt x="1780" y="1963"/>
                  </a:cubicBezTo>
                  <a:cubicBezTo>
                    <a:pt x="1780" y="1712"/>
                    <a:pt x="1755" y="1486"/>
                    <a:pt x="1655" y="1261"/>
                  </a:cubicBezTo>
                  <a:cubicBezTo>
                    <a:pt x="1504" y="810"/>
                    <a:pt x="1204" y="509"/>
                    <a:pt x="803" y="258"/>
                  </a:cubicBezTo>
                  <a:cubicBezTo>
                    <a:pt x="702" y="183"/>
                    <a:pt x="577" y="108"/>
                    <a:pt x="477" y="58"/>
                  </a:cubicBezTo>
                  <a:cubicBezTo>
                    <a:pt x="419" y="29"/>
                    <a:pt x="353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5706006" y="3097752"/>
              <a:ext cx="46451" cy="46122"/>
            </a:xfrm>
            <a:custGeom>
              <a:avLst/>
              <a:gdLst/>
              <a:ahLst/>
              <a:cxnLst/>
              <a:rect l="l" t="t" r="r" b="b"/>
              <a:pathLst>
                <a:path w="2256" h="2240" extrusionOk="0">
                  <a:moveTo>
                    <a:pt x="2008" y="1"/>
                  </a:moveTo>
                  <a:cubicBezTo>
                    <a:pt x="1972" y="1"/>
                    <a:pt x="1936" y="6"/>
                    <a:pt x="1905" y="14"/>
                  </a:cubicBezTo>
                  <a:cubicBezTo>
                    <a:pt x="1780" y="39"/>
                    <a:pt x="1654" y="64"/>
                    <a:pt x="1529" y="114"/>
                  </a:cubicBezTo>
                  <a:cubicBezTo>
                    <a:pt x="1078" y="239"/>
                    <a:pt x="702" y="440"/>
                    <a:pt x="426" y="841"/>
                  </a:cubicBezTo>
                  <a:cubicBezTo>
                    <a:pt x="276" y="1016"/>
                    <a:pt x="176" y="1242"/>
                    <a:pt x="100" y="1468"/>
                  </a:cubicBezTo>
                  <a:cubicBezTo>
                    <a:pt x="75" y="1593"/>
                    <a:pt x="50" y="1693"/>
                    <a:pt x="50" y="1818"/>
                  </a:cubicBezTo>
                  <a:cubicBezTo>
                    <a:pt x="25" y="1919"/>
                    <a:pt x="0" y="2069"/>
                    <a:pt x="50" y="2169"/>
                  </a:cubicBezTo>
                  <a:cubicBezTo>
                    <a:pt x="82" y="2223"/>
                    <a:pt x="151" y="2240"/>
                    <a:pt x="228" y="2240"/>
                  </a:cubicBezTo>
                  <a:cubicBezTo>
                    <a:pt x="333" y="2240"/>
                    <a:pt x="454" y="2209"/>
                    <a:pt x="526" y="2194"/>
                  </a:cubicBezTo>
                  <a:cubicBezTo>
                    <a:pt x="677" y="2169"/>
                    <a:pt x="827" y="2094"/>
                    <a:pt x="978" y="1994"/>
                  </a:cubicBezTo>
                  <a:cubicBezTo>
                    <a:pt x="1228" y="1869"/>
                    <a:pt x="1454" y="1668"/>
                    <a:pt x="1654" y="1442"/>
                  </a:cubicBezTo>
                  <a:cubicBezTo>
                    <a:pt x="1880" y="1192"/>
                    <a:pt x="2156" y="841"/>
                    <a:pt x="2231" y="490"/>
                  </a:cubicBezTo>
                  <a:cubicBezTo>
                    <a:pt x="2256" y="365"/>
                    <a:pt x="2256" y="214"/>
                    <a:pt x="2206" y="114"/>
                  </a:cubicBezTo>
                  <a:cubicBezTo>
                    <a:pt x="2171" y="28"/>
                    <a:pt x="2089" y="1"/>
                    <a:pt x="2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5750375" y="3096991"/>
              <a:ext cx="48016" cy="45051"/>
            </a:xfrm>
            <a:custGeom>
              <a:avLst/>
              <a:gdLst/>
              <a:ahLst/>
              <a:cxnLst/>
              <a:rect l="l" t="t" r="r" b="b"/>
              <a:pathLst>
                <a:path w="2332" h="2188" extrusionOk="0">
                  <a:moveTo>
                    <a:pt x="351" y="1"/>
                  </a:moveTo>
                  <a:cubicBezTo>
                    <a:pt x="251" y="1"/>
                    <a:pt x="101" y="1"/>
                    <a:pt x="51" y="101"/>
                  </a:cubicBezTo>
                  <a:cubicBezTo>
                    <a:pt x="1" y="226"/>
                    <a:pt x="26" y="377"/>
                    <a:pt x="51" y="502"/>
                  </a:cubicBezTo>
                  <a:cubicBezTo>
                    <a:pt x="126" y="853"/>
                    <a:pt x="402" y="1179"/>
                    <a:pt x="652" y="1429"/>
                  </a:cubicBezTo>
                  <a:cubicBezTo>
                    <a:pt x="853" y="1655"/>
                    <a:pt x="1103" y="1830"/>
                    <a:pt x="1354" y="1981"/>
                  </a:cubicBezTo>
                  <a:cubicBezTo>
                    <a:pt x="1479" y="2056"/>
                    <a:pt x="1630" y="2106"/>
                    <a:pt x="1805" y="2156"/>
                  </a:cubicBezTo>
                  <a:cubicBezTo>
                    <a:pt x="1868" y="2169"/>
                    <a:pt x="1962" y="2188"/>
                    <a:pt x="2053" y="2188"/>
                  </a:cubicBezTo>
                  <a:cubicBezTo>
                    <a:pt x="2143" y="2188"/>
                    <a:pt x="2231" y="2169"/>
                    <a:pt x="2281" y="2106"/>
                  </a:cubicBezTo>
                  <a:cubicBezTo>
                    <a:pt x="2331" y="2006"/>
                    <a:pt x="2281" y="1855"/>
                    <a:pt x="2281" y="1755"/>
                  </a:cubicBezTo>
                  <a:cubicBezTo>
                    <a:pt x="2256" y="1655"/>
                    <a:pt x="2231" y="1530"/>
                    <a:pt x="2206" y="1404"/>
                  </a:cubicBezTo>
                  <a:cubicBezTo>
                    <a:pt x="2131" y="1179"/>
                    <a:pt x="2006" y="978"/>
                    <a:pt x="1855" y="778"/>
                  </a:cubicBezTo>
                  <a:cubicBezTo>
                    <a:pt x="1579" y="402"/>
                    <a:pt x="1178" y="201"/>
                    <a:pt x="727" y="101"/>
                  </a:cubicBezTo>
                  <a:cubicBezTo>
                    <a:pt x="602" y="51"/>
                    <a:pt x="477" y="26"/>
                    <a:pt x="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5698779" y="2985109"/>
              <a:ext cx="42333" cy="49848"/>
            </a:xfrm>
            <a:custGeom>
              <a:avLst/>
              <a:gdLst/>
              <a:ahLst/>
              <a:cxnLst/>
              <a:rect l="l" t="t" r="r" b="b"/>
              <a:pathLst>
                <a:path w="2056" h="2421" extrusionOk="0">
                  <a:moveTo>
                    <a:pt x="1817" y="1"/>
                  </a:moveTo>
                  <a:cubicBezTo>
                    <a:pt x="1770" y="1"/>
                    <a:pt x="1720" y="11"/>
                    <a:pt x="1679" y="21"/>
                  </a:cubicBezTo>
                  <a:cubicBezTo>
                    <a:pt x="1554" y="71"/>
                    <a:pt x="1429" y="121"/>
                    <a:pt x="1304" y="172"/>
                  </a:cubicBezTo>
                  <a:cubicBezTo>
                    <a:pt x="877" y="347"/>
                    <a:pt x="527" y="598"/>
                    <a:pt x="276" y="999"/>
                  </a:cubicBezTo>
                  <a:cubicBezTo>
                    <a:pt x="176" y="1199"/>
                    <a:pt x="75" y="1425"/>
                    <a:pt x="50" y="1675"/>
                  </a:cubicBezTo>
                  <a:cubicBezTo>
                    <a:pt x="25" y="1776"/>
                    <a:pt x="0" y="1901"/>
                    <a:pt x="0" y="2026"/>
                  </a:cubicBezTo>
                  <a:cubicBezTo>
                    <a:pt x="0" y="2126"/>
                    <a:pt x="0" y="2277"/>
                    <a:pt x="50" y="2352"/>
                  </a:cubicBezTo>
                  <a:cubicBezTo>
                    <a:pt x="91" y="2403"/>
                    <a:pt x="160" y="2421"/>
                    <a:pt x="235" y="2421"/>
                  </a:cubicBezTo>
                  <a:cubicBezTo>
                    <a:pt x="345" y="2421"/>
                    <a:pt x="467" y="2382"/>
                    <a:pt x="527" y="2352"/>
                  </a:cubicBezTo>
                  <a:cubicBezTo>
                    <a:pt x="677" y="2302"/>
                    <a:pt x="827" y="2202"/>
                    <a:pt x="953" y="2101"/>
                  </a:cubicBezTo>
                  <a:cubicBezTo>
                    <a:pt x="1178" y="1926"/>
                    <a:pt x="1404" y="1725"/>
                    <a:pt x="1579" y="1475"/>
                  </a:cubicBezTo>
                  <a:cubicBezTo>
                    <a:pt x="1780" y="1199"/>
                    <a:pt x="2005" y="823"/>
                    <a:pt x="2030" y="472"/>
                  </a:cubicBezTo>
                  <a:cubicBezTo>
                    <a:pt x="2055" y="347"/>
                    <a:pt x="2055" y="197"/>
                    <a:pt x="1980" y="96"/>
                  </a:cubicBezTo>
                  <a:cubicBezTo>
                    <a:pt x="1951" y="22"/>
                    <a:pt x="1886" y="1"/>
                    <a:pt x="1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5739031" y="2983461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326" y="1"/>
                  </a:moveTo>
                  <a:cubicBezTo>
                    <a:pt x="201" y="1"/>
                    <a:pt x="75" y="26"/>
                    <a:pt x="25" y="151"/>
                  </a:cubicBezTo>
                  <a:cubicBezTo>
                    <a:pt x="0" y="252"/>
                    <a:pt x="25" y="402"/>
                    <a:pt x="75" y="527"/>
                  </a:cubicBezTo>
                  <a:cubicBezTo>
                    <a:pt x="176" y="878"/>
                    <a:pt x="501" y="1179"/>
                    <a:pt x="777" y="1404"/>
                  </a:cubicBezTo>
                  <a:cubicBezTo>
                    <a:pt x="1003" y="1580"/>
                    <a:pt x="1253" y="1755"/>
                    <a:pt x="1504" y="1856"/>
                  </a:cubicBezTo>
                  <a:cubicBezTo>
                    <a:pt x="1654" y="1931"/>
                    <a:pt x="1805" y="1981"/>
                    <a:pt x="1980" y="1981"/>
                  </a:cubicBezTo>
                  <a:cubicBezTo>
                    <a:pt x="2027" y="1990"/>
                    <a:pt x="2096" y="2000"/>
                    <a:pt x="2168" y="2000"/>
                  </a:cubicBezTo>
                  <a:cubicBezTo>
                    <a:pt x="2285" y="2000"/>
                    <a:pt x="2410" y="1974"/>
                    <a:pt x="2456" y="1881"/>
                  </a:cubicBezTo>
                  <a:cubicBezTo>
                    <a:pt x="2481" y="1805"/>
                    <a:pt x="2431" y="1655"/>
                    <a:pt x="2406" y="1555"/>
                  </a:cubicBezTo>
                  <a:cubicBezTo>
                    <a:pt x="2381" y="1430"/>
                    <a:pt x="2331" y="1329"/>
                    <a:pt x="2306" y="1204"/>
                  </a:cubicBezTo>
                  <a:cubicBezTo>
                    <a:pt x="2206" y="1003"/>
                    <a:pt x="2055" y="803"/>
                    <a:pt x="1905" y="628"/>
                  </a:cubicBezTo>
                  <a:cubicBezTo>
                    <a:pt x="1579" y="277"/>
                    <a:pt x="1178" y="126"/>
                    <a:pt x="702" y="51"/>
                  </a:cubicBezTo>
                  <a:cubicBezTo>
                    <a:pt x="577" y="26"/>
                    <a:pt x="451" y="26"/>
                    <a:pt x="3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5409810" y="3024228"/>
              <a:ext cx="54708" cy="36156"/>
            </a:xfrm>
            <a:custGeom>
              <a:avLst/>
              <a:gdLst/>
              <a:ahLst/>
              <a:cxnLst/>
              <a:rect l="l" t="t" r="r" b="b"/>
              <a:pathLst>
                <a:path w="2657" h="1756" extrusionOk="0">
                  <a:moveTo>
                    <a:pt x="1980" y="1"/>
                  </a:moveTo>
                  <a:cubicBezTo>
                    <a:pt x="1504" y="1"/>
                    <a:pt x="1078" y="126"/>
                    <a:pt x="727" y="427"/>
                  </a:cubicBezTo>
                  <a:cubicBezTo>
                    <a:pt x="526" y="552"/>
                    <a:pt x="376" y="753"/>
                    <a:pt x="251" y="953"/>
                  </a:cubicBezTo>
                  <a:cubicBezTo>
                    <a:pt x="201" y="1054"/>
                    <a:pt x="150" y="1154"/>
                    <a:pt x="100" y="1279"/>
                  </a:cubicBezTo>
                  <a:cubicBezTo>
                    <a:pt x="75" y="1354"/>
                    <a:pt x="0" y="1505"/>
                    <a:pt x="25" y="1605"/>
                  </a:cubicBezTo>
                  <a:cubicBezTo>
                    <a:pt x="75" y="1755"/>
                    <a:pt x="351" y="1755"/>
                    <a:pt x="476" y="1755"/>
                  </a:cubicBezTo>
                  <a:cubicBezTo>
                    <a:pt x="627" y="1755"/>
                    <a:pt x="802" y="1730"/>
                    <a:pt x="952" y="1680"/>
                  </a:cubicBezTo>
                  <a:cubicBezTo>
                    <a:pt x="1228" y="1605"/>
                    <a:pt x="1504" y="1480"/>
                    <a:pt x="1754" y="1329"/>
                  </a:cubicBezTo>
                  <a:cubicBezTo>
                    <a:pt x="2055" y="1129"/>
                    <a:pt x="2381" y="878"/>
                    <a:pt x="2556" y="552"/>
                  </a:cubicBezTo>
                  <a:cubicBezTo>
                    <a:pt x="2607" y="452"/>
                    <a:pt x="2657" y="302"/>
                    <a:pt x="2632" y="176"/>
                  </a:cubicBezTo>
                  <a:cubicBezTo>
                    <a:pt x="2607" y="51"/>
                    <a:pt x="2481" y="1"/>
                    <a:pt x="2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5461921" y="3025917"/>
              <a:ext cx="38215" cy="53390"/>
            </a:xfrm>
            <a:custGeom>
              <a:avLst/>
              <a:gdLst/>
              <a:ahLst/>
              <a:cxnLst/>
              <a:rect l="l" t="t" r="r" b="b"/>
              <a:pathLst>
                <a:path w="1856" h="2593" extrusionOk="0">
                  <a:moveTo>
                    <a:pt x="267" y="0"/>
                  </a:moveTo>
                  <a:cubicBezTo>
                    <a:pt x="213" y="0"/>
                    <a:pt x="163" y="19"/>
                    <a:pt x="126" y="69"/>
                  </a:cubicBezTo>
                  <a:cubicBezTo>
                    <a:pt x="51" y="170"/>
                    <a:pt x="25" y="320"/>
                    <a:pt x="25" y="445"/>
                  </a:cubicBezTo>
                  <a:cubicBezTo>
                    <a:pt x="0" y="796"/>
                    <a:pt x="176" y="1197"/>
                    <a:pt x="351" y="1498"/>
                  </a:cubicBezTo>
                  <a:cubicBezTo>
                    <a:pt x="502" y="1749"/>
                    <a:pt x="677" y="1999"/>
                    <a:pt x="878" y="2200"/>
                  </a:cubicBezTo>
                  <a:cubicBezTo>
                    <a:pt x="1003" y="2300"/>
                    <a:pt x="1128" y="2400"/>
                    <a:pt x="1279" y="2475"/>
                  </a:cubicBezTo>
                  <a:cubicBezTo>
                    <a:pt x="1349" y="2528"/>
                    <a:pt x="1492" y="2593"/>
                    <a:pt x="1615" y="2593"/>
                  </a:cubicBezTo>
                  <a:cubicBezTo>
                    <a:pt x="1668" y="2593"/>
                    <a:pt x="1717" y="2581"/>
                    <a:pt x="1755" y="2551"/>
                  </a:cubicBezTo>
                  <a:cubicBezTo>
                    <a:pt x="1805" y="2475"/>
                    <a:pt x="1830" y="2325"/>
                    <a:pt x="1830" y="2225"/>
                  </a:cubicBezTo>
                  <a:cubicBezTo>
                    <a:pt x="1855" y="2099"/>
                    <a:pt x="1855" y="1999"/>
                    <a:pt x="1855" y="1874"/>
                  </a:cubicBezTo>
                  <a:cubicBezTo>
                    <a:pt x="1830" y="1623"/>
                    <a:pt x="1780" y="1398"/>
                    <a:pt x="1680" y="1172"/>
                  </a:cubicBezTo>
                  <a:cubicBezTo>
                    <a:pt x="1504" y="746"/>
                    <a:pt x="1178" y="445"/>
                    <a:pt x="777" y="220"/>
                  </a:cubicBezTo>
                  <a:cubicBezTo>
                    <a:pt x="652" y="144"/>
                    <a:pt x="552" y="94"/>
                    <a:pt x="426" y="44"/>
                  </a:cubicBezTo>
                  <a:cubicBezTo>
                    <a:pt x="376" y="19"/>
                    <a:pt x="320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5429411" y="2934974"/>
              <a:ext cx="51619" cy="40809"/>
            </a:xfrm>
            <a:custGeom>
              <a:avLst/>
              <a:gdLst/>
              <a:ahLst/>
              <a:cxnLst/>
              <a:rect l="l" t="t" r="r" b="b"/>
              <a:pathLst>
                <a:path w="2507" h="1982" extrusionOk="0">
                  <a:moveTo>
                    <a:pt x="2181" y="0"/>
                  </a:moveTo>
                  <a:cubicBezTo>
                    <a:pt x="2056" y="25"/>
                    <a:pt x="1930" y="25"/>
                    <a:pt x="1805" y="50"/>
                  </a:cubicBezTo>
                  <a:cubicBezTo>
                    <a:pt x="1354" y="100"/>
                    <a:pt x="928" y="276"/>
                    <a:pt x="602" y="602"/>
                  </a:cubicBezTo>
                  <a:cubicBezTo>
                    <a:pt x="427" y="777"/>
                    <a:pt x="301" y="978"/>
                    <a:pt x="201" y="1178"/>
                  </a:cubicBezTo>
                  <a:cubicBezTo>
                    <a:pt x="151" y="1303"/>
                    <a:pt x="126" y="1404"/>
                    <a:pt x="76" y="1529"/>
                  </a:cubicBezTo>
                  <a:cubicBezTo>
                    <a:pt x="76" y="1629"/>
                    <a:pt x="0" y="1780"/>
                    <a:pt x="51" y="1855"/>
                  </a:cubicBezTo>
                  <a:cubicBezTo>
                    <a:pt x="107" y="1967"/>
                    <a:pt x="276" y="1982"/>
                    <a:pt x="410" y="1982"/>
                  </a:cubicBezTo>
                  <a:cubicBezTo>
                    <a:pt x="455" y="1982"/>
                    <a:pt x="495" y="1980"/>
                    <a:pt x="527" y="1980"/>
                  </a:cubicBezTo>
                  <a:cubicBezTo>
                    <a:pt x="677" y="1955"/>
                    <a:pt x="828" y="1905"/>
                    <a:pt x="978" y="1855"/>
                  </a:cubicBezTo>
                  <a:cubicBezTo>
                    <a:pt x="1254" y="1729"/>
                    <a:pt x="1504" y="1579"/>
                    <a:pt x="1730" y="1379"/>
                  </a:cubicBezTo>
                  <a:cubicBezTo>
                    <a:pt x="2005" y="1153"/>
                    <a:pt x="2306" y="852"/>
                    <a:pt x="2432" y="526"/>
                  </a:cubicBezTo>
                  <a:cubicBezTo>
                    <a:pt x="2482" y="401"/>
                    <a:pt x="2507" y="251"/>
                    <a:pt x="2482" y="150"/>
                  </a:cubicBezTo>
                  <a:cubicBezTo>
                    <a:pt x="2432" y="0"/>
                    <a:pt x="2306" y="0"/>
                    <a:pt x="2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478948" y="2935530"/>
              <a:ext cx="42333" cy="49890"/>
            </a:xfrm>
            <a:custGeom>
              <a:avLst/>
              <a:gdLst/>
              <a:ahLst/>
              <a:cxnLst/>
              <a:rect l="l" t="t" r="r" b="b"/>
              <a:pathLst>
                <a:path w="2056" h="2423" extrusionOk="0">
                  <a:moveTo>
                    <a:pt x="238" y="1"/>
                  </a:moveTo>
                  <a:cubicBezTo>
                    <a:pt x="174" y="1"/>
                    <a:pt x="117" y="18"/>
                    <a:pt x="76" y="73"/>
                  </a:cubicBezTo>
                  <a:cubicBezTo>
                    <a:pt x="26" y="199"/>
                    <a:pt x="1" y="349"/>
                    <a:pt x="26" y="474"/>
                  </a:cubicBezTo>
                  <a:cubicBezTo>
                    <a:pt x="51" y="825"/>
                    <a:pt x="276" y="1201"/>
                    <a:pt x="477" y="1477"/>
                  </a:cubicBezTo>
                  <a:cubicBezTo>
                    <a:pt x="652" y="1702"/>
                    <a:pt x="853" y="1928"/>
                    <a:pt x="1103" y="2103"/>
                  </a:cubicBezTo>
                  <a:cubicBezTo>
                    <a:pt x="1229" y="2204"/>
                    <a:pt x="1354" y="2304"/>
                    <a:pt x="1504" y="2354"/>
                  </a:cubicBezTo>
                  <a:cubicBezTo>
                    <a:pt x="1579" y="2384"/>
                    <a:pt x="1698" y="2423"/>
                    <a:pt x="1803" y="2423"/>
                  </a:cubicBezTo>
                  <a:cubicBezTo>
                    <a:pt x="1875" y="2423"/>
                    <a:pt x="1940" y="2405"/>
                    <a:pt x="1980" y="2354"/>
                  </a:cubicBezTo>
                  <a:cubicBezTo>
                    <a:pt x="2056" y="2279"/>
                    <a:pt x="2031" y="2128"/>
                    <a:pt x="2031" y="2028"/>
                  </a:cubicBezTo>
                  <a:cubicBezTo>
                    <a:pt x="2031" y="1903"/>
                    <a:pt x="2031" y="1803"/>
                    <a:pt x="2006" y="1677"/>
                  </a:cubicBezTo>
                  <a:cubicBezTo>
                    <a:pt x="1980" y="1427"/>
                    <a:pt x="1880" y="1201"/>
                    <a:pt x="1780" y="1001"/>
                  </a:cubicBezTo>
                  <a:cubicBezTo>
                    <a:pt x="1554" y="600"/>
                    <a:pt x="1178" y="349"/>
                    <a:pt x="752" y="149"/>
                  </a:cubicBezTo>
                  <a:cubicBezTo>
                    <a:pt x="627" y="98"/>
                    <a:pt x="502" y="73"/>
                    <a:pt x="402" y="23"/>
                  </a:cubicBezTo>
                  <a:cubicBezTo>
                    <a:pt x="345" y="12"/>
                    <a:pt x="289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5439211" y="2807856"/>
              <a:ext cx="42333" cy="49601"/>
            </a:xfrm>
            <a:custGeom>
              <a:avLst/>
              <a:gdLst/>
              <a:ahLst/>
              <a:cxnLst/>
              <a:rect l="l" t="t" r="r" b="b"/>
              <a:pathLst>
                <a:path w="2056" h="2409" extrusionOk="0">
                  <a:moveTo>
                    <a:pt x="1820" y="1"/>
                  </a:moveTo>
                  <a:cubicBezTo>
                    <a:pt x="1772" y="1"/>
                    <a:pt x="1721" y="13"/>
                    <a:pt x="1680" y="34"/>
                  </a:cubicBezTo>
                  <a:cubicBezTo>
                    <a:pt x="1555" y="59"/>
                    <a:pt x="1429" y="109"/>
                    <a:pt x="1304" y="159"/>
                  </a:cubicBezTo>
                  <a:cubicBezTo>
                    <a:pt x="878" y="334"/>
                    <a:pt x="527" y="585"/>
                    <a:pt x="276" y="986"/>
                  </a:cubicBezTo>
                  <a:cubicBezTo>
                    <a:pt x="176" y="1187"/>
                    <a:pt x="76" y="1412"/>
                    <a:pt x="51" y="1663"/>
                  </a:cubicBezTo>
                  <a:cubicBezTo>
                    <a:pt x="26" y="1763"/>
                    <a:pt x="1" y="1888"/>
                    <a:pt x="1" y="2014"/>
                  </a:cubicBezTo>
                  <a:cubicBezTo>
                    <a:pt x="1" y="2114"/>
                    <a:pt x="1" y="2264"/>
                    <a:pt x="51" y="2339"/>
                  </a:cubicBezTo>
                  <a:cubicBezTo>
                    <a:pt x="91" y="2390"/>
                    <a:pt x="157" y="2408"/>
                    <a:pt x="228" y="2408"/>
                  </a:cubicBezTo>
                  <a:cubicBezTo>
                    <a:pt x="333" y="2408"/>
                    <a:pt x="452" y="2369"/>
                    <a:pt x="527" y="2339"/>
                  </a:cubicBezTo>
                  <a:cubicBezTo>
                    <a:pt x="677" y="2289"/>
                    <a:pt x="828" y="2189"/>
                    <a:pt x="953" y="2114"/>
                  </a:cubicBezTo>
                  <a:cubicBezTo>
                    <a:pt x="1179" y="1938"/>
                    <a:pt x="1379" y="1713"/>
                    <a:pt x="1555" y="1487"/>
                  </a:cubicBezTo>
                  <a:cubicBezTo>
                    <a:pt x="1780" y="1187"/>
                    <a:pt x="2006" y="836"/>
                    <a:pt x="2056" y="485"/>
                  </a:cubicBezTo>
                  <a:cubicBezTo>
                    <a:pt x="2056" y="360"/>
                    <a:pt x="2056" y="209"/>
                    <a:pt x="1981" y="84"/>
                  </a:cubicBezTo>
                  <a:cubicBezTo>
                    <a:pt x="1951" y="25"/>
                    <a:pt x="1888" y="1"/>
                    <a:pt x="1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5479463" y="2806476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326" y="0"/>
                  </a:moveTo>
                  <a:cubicBezTo>
                    <a:pt x="226" y="0"/>
                    <a:pt x="76" y="0"/>
                    <a:pt x="51" y="126"/>
                  </a:cubicBezTo>
                  <a:cubicBezTo>
                    <a:pt x="1" y="251"/>
                    <a:pt x="26" y="401"/>
                    <a:pt x="76" y="502"/>
                  </a:cubicBezTo>
                  <a:cubicBezTo>
                    <a:pt x="201" y="853"/>
                    <a:pt x="502" y="1153"/>
                    <a:pt x="778" y="1379"/>
                  </a:cubicBezTo>
                  <a:cubicBezTo>
                    <a:pt x="1003" y="1579"/>
                    <a:pt x="1229" y="1730"/>
                    <a:pt x="1504" y="1855"/>
                  </a:cubicBezTo>
                  <a:cubicBezTo>
                    <a:pt x="1655" y="1905"/>
                    <a:pt x="1805" y="1955"/>
                    <a:pt x="1981" y="1980"/>
                  </a:cubicBezTo>
                  <a:cubicBezTo>
                    <a:pt x="2028" y="1990"/>
                    <a:pt x="2097" y="1999"/>
                    <a:pt x="2167" y="1999"/>
                  </a:cubicBezTo>
                  <a:cubicBezTo>
                    <a:pt x="2282" y="1999"/>
                    <a:pt x="2400" y="1974"/>
                    <a:pt x="2432" y="1880"/>
                  </a:cubicBezTo>
                  <a:cubicBezTo>
                    <a:pt x="2482" y="1805"/>
                    <a:pt x="2432" y="1630"/>
                    <a:pt x="2407" y="1554"/>
                  </a:cubicBezTo>
                  <a:cubicBezTo>
                    <a:pt x="2382" y="1429"/>
                    <a:pt x="2331" y="1329"/>
                    <a:pt x="2306" y="1203"/>
                  </a:cubicBezTo>
                  <a:cubicBezTo>
                    <a:pt x="2206" y="978"/>
                    <a:pt x="2056" y="777"/>
                    <a:pt x="1905" y="627"/>
                  </a:cubicBezTo>
                  <a:cubicBezTo>
                    <a:pt x="1580" y="276"/>
                    <a:pt x="1179" y="101"/>
                    <a:pt x="702" y="51"/>
                  </a:cubicBezTo>
                  <a:cubicBezTo>
                    <a:pt x="577" y="25"/>
                    <a:pt x="452" y="0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5438182" y="2684691"/>
              <a:ext cx="53163" cy="38215"/>
            </a:xfrm>
            <a:custGeom>
              <a:avLst/>
              <a:gdLst/>
              <a:ahLst/>
              <a:cxnLst/>
              <a:rect l="l" t="t" r="r" b="b"/>
              <a:pathLst>
                <a:path w="2582" h="1856" extrusionOk="0">
                  <a:moveTo>
                    <a:pt x="2281" y="1"/>
                  </a:moveTo>
                  <a:cubicBezTo>
                    <a:pt x="2156" y="1"/>
                    <a:pt x="2031" y="1"/>
                    <a:pt x="1905" y="26"/>
                  </a:cubicBezTo>
                  <a:cubicBezTo>
                    <a:pt x="1429" y="51"/>
                    <a:pt x="1003" y="176"/>
                    <a:pt x="652" y="502"/>
                  </a:cubicBezTo>
                  <a:cubicBezTo>
                    <a:pt x="477" y="652"/>
                    <a:pt x="326" y="853"/>
                    <a:pt x="226" y="1053"/>
                  </a:cubicBezTo>
                  <a:cubicBezTo>
                    <a:pt x="176" y="1154"/>
                    <a:pt x="126" y="1279"/>
                    <a:pt x="76" y="1379"/>
                  </a:cubicBezTo>
                  <a:cubicBezTo>
                    <a:pt x="51" y="1479"/>
                    <a:pt x="1" y="1630"/>
                    <a:pt x="26" y="1705"/>
                  </a:cubicBezTo>
                  <a:cubicBezTo>
                    <a:pt x="76" y="1855"/>
                    <a:pt x="351" y="1855"/>
                    <a:pt x="477" y="1855"/>
                  </a:cubicBezTo>
                  <a:cubicBezTo>
                    <a:pt x="652" y="1855"/>
                    <a:pt x="803" y="1805"/>
                    <a:pt x="953" y="1755"/>
                  </a:cubicBezTo>
                  <a:cubicBezTo>
                    <a:pt x="1229" y="1680"/>
                    <a:pt x="1504" y="1529"/>
                    <a:pt x="1730" y="1354"/>
                  </a:cubicBezTo>
                  <a:cubicBezTo>
                    <a:pt x="2031" y="1154"/>
                    <a:pt x="2356" y="878"/>
                    <a:pt x="2482" y="552"/>
                  </a:cubicBezTo>
                  <a:cubicBezTo>
                    <a:pt x="2532" y="427"/>
                    <a:pt x="2582" y="276"/>
                    <a:pt x="2557" y="151"/>
                  </a:cubicBezTo>
                  <a:cubicBezTo>
                    <a:pt x="2532" y="26"/>
                    <a:pt x="2407" y="1"/>
                    <a:pt x="2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5489263" y="2685864"/>
              <a:ext cx="39759" cy="52196"/>
            </a:xfrm>
            <a:custGeom>
              <a:avLst/>
              <a:gdLst/>
              <a:ahLst/>
              <a:cxnLst/>
              <a:rect l="l" t="t" r="r" b="b"/>
              <a:pathLst>
                <a:path w="1931" h="2535" extrusionOk="0">
                  <a:moveTo>
                    <a:pt x="242" y="0"/>
                  </a:moveTo>
                  <a:cubicBezTo>
                    <a:pt x="189" y="0"/>
                    <a:pt x="139" y="19"/>
                    <a:pt x="101" y="69"/>
                  </a:cubicBezTo>
                  <a:cubicBezTo>
                    <a:pt x="26" y="169"/>
                    <a:pt x="1" y="345"/>
                    <a:pt x="1" y="445"/>
                  </a:cubicBezTo>
                  <a:cubicBezTo>
                    <a:pt x="1" y="821"/>
                    <a:pt x="201" y="1197"/>
                    <a:pt x="402" y="1498"/>
                  </a:cubicBezTo>
                  <a:cubicBezTo>
                    <a:pt x="552" y="1748"/>
                    <a:pt x="753" y="1974"/>
                    <a:pt x="978" y="2174"/>
                  </a:cubicBezTo>
                  <a:cubicBezTo>
                    <a:pt x="1078" y="2274"/>
                    <a:pt x="1229" y="2375"/>
                    <a:pt x="1354" y="2425"/>
                  </a:cubicBezTo>
                  <a:cubicBezTo>
                    <a:pt x="1436" y="2474"/>
                    <a:pt x="1573" y="2534"/>
                    <a:pt x="1692" y="2534"/>
                  </a:cubicBezTo>
                  <a:cubicBezTo>
                    <a:pt x="1755" y="2534"/>
                    <a:pt x="1812" y="2518"/>
                    <a:pt x="1855" y="2475"/>
                  </a:cubicBezTo>
                  <a:cubicBezTo>
                    <a:pt x="1906" y="2400"/>
                    <a:pt x="1906" y="2249"/>
                    <a:pt x="1906" y="2149"/>
                  </a:cubicBezTo>
                  <a:cubicBezTo>
                    <a:pt x="1931" y="2024"/>
                    <a:pt x="1931" y="1924"/>
                    <a:pt x="1906" y="1798"/>
                  </a:cubicBezTo>
                  <a:cubicBezTo>
                    <a:pt x="1880" y="1548"/>
                    <a:pt x="1830" y="1322"/>
                    <a:pt x="1730" y="1122"/>
                  </a:cubicBezTo>
                  <a:cubicBezTo>
                    <a:pt x="1505" y="695"/>
                    <a:pt x="1179" y="395"/>
                    <a:pt x="753" y="194"/>
                  </a:cubicBezTo>
                  <a:cubicBezTo>
                    <a:pt x="652" y="144"/>
                    <a:pt x="527" y="94"/>
                    <a:pt x="402" y="44"/>
                  </a:cubicBezTo>
                  <a:cubicBezTo>
                    <a:pt x="352" y="19"/>
                    <a:pt x="295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496490" y="2576062"/>
              <a:ext cx="59876" cy="29711"/>
            </a:xfrm>
            <a:custGeom>
              <a:avLst/>
              <a:gdLst/>
              <a:ahLst/>
              <a:cxnLst/>
              <a:rect l="l" t="t" r="r" b="b"/>
              <a:pathLst>
                <a:path w="2908" h="1443" extrusionOk="0">
                  <a:moveTo>
                    <a:pt x="1700" y="0"/>
                  </a:moveTo>
                  <a:cubicBezTo>
                    <a:pt x="1465" y="0"/>
                    <a:pt x="1234" y="44"/>
                    <a:pt x="1003" y="139"/>
                  </a:cubicBezTo>
                  <a:cubicBezTo>
                    <a:pt x="778" y="239"/>
                    <a:pt x="577" y="364"/>
                    <a:pt x="402" y="515"/>
                  </a:cubicBezTo>
                  <a:cubicBezTo>
                    <a:pt x="301" y="615"/>
                    <a:pt x="226" y="690"/>
                    <a:pt x="151" y="790"/>
                  </a:cubicBezTo>
                  <a:cubicBezTo>
                    <a:pt x="101" y="866"/>
                    <a:pt x="1" y="991"/>
                    <a:pt x="1" y="1091"/>
                  </a:cubicBezTo>
                  <a:cubicBezTo>
                    <a:pt x="1" y="1242"/>
                    <a:pt x="251" y="1342"/>
                    <a:pt x="377" y="1367"/>
                  </a:cubicBezTo>
                  <a:cubicBezTo>
                    <a:pt x="527" y="1417"/>
                    <a:pt x="702" y="1417"/>
                    <a:pt x="853" y="1442"/>
                  </a:cubicBezTo>
                  <a:cubicBezTo>
                    <a:pt x="1154" y="1442"/>
                    <a:pt x="1454" y="1392"/>
                    <a:pt x="1730" y="1292"/>
                  </a:cubicBezTo>
                  <a:cubicBezTo>
                    <a:pt x="2056" y="1191"/>
                    <a:pt x="2482" y="1041"/>
                    <a:pt x="2707" y="765"/>
                  </a:cubicBezTo>
                  <a:cubicBezTo>
                    <a:pt x="2783" y="690"/>
                    <a:pt x="2883" y="565"/>
                    <a:pt x="2908" y="439"/>
                  </a:cubicBezTo>
                  <a:cubicBezTo>
                    <a:pt x="2908" y="314"/>
                    <a:pt x="2783" y="239"/>
                    <a:pt x="2682" y="214"/>
                  </a:cubicBezTo>
                  <a:cubicBezTo>
                    <a:pt x="2557" y="164"/>
                    <a:pt x="2432" y="114"/>
                    <a:pt x="2306" y="89"/>
                  </a:cubicBezTo>
                  <a:cubicBezTo>
                    <a:pt x="2100" y="31"/>
                    <a:pt x="1898" y="0"/>
                    <a:pt x="1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550166" y="2583947"/>
              <a:ext cx="32017" cy="59340"/>
            </a:xfrm>
            <a:custGeom>
              <a:avLst/>
              <a:gdLst/>
              <a:ahLst/>
              <a:cxnLst/>
              <a:rect l="l" t="t" r="r" b="b"/>
              <a:pathLst>
                <a:path w="1555" h="2882" extrusionOk="0">
                  <a:moveTo>
                    <a:pt x="405" y="0"/>
                  </a:moveTo>
                  <a:cubicBezTo>
                    <a:pt x="372" y="0"/>
                    <a:pt x="338" y="9"/>
                    <a:pt x="301" y="31"/>
                  </a:cubicBezTo>
                  <a:cubicBezTo>
                    <a:pt x="201" y="107"/>
                    <a:pt x="151" y="257"/>
                    <a:pt x="100" y="357"/>
                  </a:cubicBezTo>
                  <a:cubicBezTo>
                    <a:pt x="0" y="708"/>
                    <a:pt x="50" y="1134"/>
                    <a:pt x="151" y="1485"/>
                  </a:cubicBezTo>
                  <a:cubicBezTo>
                    <a:pt x="226" y="1761"/>
                    <a:pt x="301" y="2036"/>
                    <a:pt x="451" y="2287"/>
                  </a:cubicBezTo>
                  <a:cubicBezTo>
                    <a:pt x="552" y="2437"/>
                    <a:pt x="627" y="2563"/>
                    <a:pt x="752" y="2688"/>
                  </a:cubicBezTo>
                  <a:cubicBezTo>
                    <a:pt x="835" y="2750"/>
                    <a:pt x="987" y="2882"/>
                    <a:pt x="1108" y="2882"/>
                  </a:cubicBezTo>
                  <a:cubicBezTo>
                    <a:pt x="1133" y="2882"/>
                    <a:pt x="1157" y="2876"/>
                    <a:pt x="1178" y="2864"/>
                  </a:cubicBezTo>
                  <a:cubicBezTo>
                    <a:pt x="1278" y="2838"/>
                    <a:pt x="1328" y="2663"/>
                    <a:pt x="1354" y="2588"/>
                  </a:cubicBezTo>
                  <a:cubicBezTo>
                    <a:pt x="1404" y="2488"/>
                    <a:pt x="1454" y="2362"/>
                    <a:pt x="1479" y="2237"/>
                  </a:cubicBezTo>
                  <a:cubicBezTo>
                    <a:pt x="1529" y="2011"/>
                    <a:pt x="1554" y="1761"/>
                    <a:pt x="1504" y="1535"/>
                  </a:cubicBezTo>
                  <a:cubicBezTo>
                    <a:pt x="1454" y="1059"/>
                    <a:pt x="1228" y="683"/>
                    <a:pt x="902" y="357"/>
                  </a:cubicBezTo>
                  <a:cubicBezTo>
                    <a:pt x="802" y="257"/>
                    <a:pt x="702" y="182"/>
                    <a:pt x="627" y="107"/>
                  </a:cubicBezTo>
                  <a:cubicBezTo>
                    <a:pt x="556" y="53"/>
                    <a:pt x="485" y="0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667298" y="2886301"/>
              <a:ext cx="35106" cy="56602"/>
            </a:xfrm>
            <a:custGeom>
              <a:avLst/>
              <a:gdLst/>
              <a:ahLst/>
              <a:cxnLst/>
              <a:rect l="l" t="t" r="r" b="b"/>
              <a:pathLst>
                <a:path w="1705" h="2749" extrusionOk="0">
                  <a:moveTo>
                    <a:pt x="1367" y="0"/>
                  </a:moveTo>
                  <a:cubicBezTo>
                    <a:pt x="1302" y="0"/>
                    <a:pt x="1236" y="29"/>
                    <a:pt x="1178" y="58"/>
                  </a:cubicBezTo>
                  <a:cubicBezTo>
                    <a:pt x="1078" y="133"/>
                    <a:pt x="978" y="209"/>
                    <a:pt x="878" y="284"/>
                  </a:cubicBezTo>
                  <a:cubicBezTo>
                    <a:pt x="502" y="560"/>
                    <a:pt x="201" y="885"/>
                    <a:pt x="76" y="1362"/>
                  </a:cubicBezTo>
                  <a:cubicBezTo>
                    <a:pt x="25" y="1587"/>
                    <a:pt x="0" y="1813"/>
                    <a:pt x="0" y="2063"/>
                  </a:cubicBezTo>
                  <a:cubicBezTo>
                    <a:pt x="25" y="2164"/>
                    <a:pt x="51" y="2289"/>
                    <a:pt x="76" y="2414"/>
                  </a:cubicBezTo>
                  <a:cubicBezTo>
                    <a:pt x="101" y="2489"/>
                    <a:pt x="126" y="2665"/>
                    <a:pt x="201" y="2715"/>
                  </a:cubicBezTo>
                  <a:cubicBezTo>
                    <a:pt x="231" y="2739"/>
                    <a:pt x="266" y="2748"/>
                    <a:pt x="304" y="2748"/>
                  </a:cubicBezTo>
                  <a:cubicBezTo>
                    <a:pt x="426" y="2748"/>
                    <a:pt x="575" y="2647"/>
                    <a:pt x="652" y="2590"/>
                  </a:cubicBezTo>
                  <a:cubicBezTo>
                    <a:pt x="777" y="2514"/>
                    <a:pt x="903" y="2389"/>
                    <a:pt x="1003" y="2264"/>
                  </a:cubicBezTo>
                  <a:cubicBezTo>
                    <a:pt x="1203" y="2038"/>
                    <a:pt x="1329" y="1763"/>
                    <a:pt x="1454" y="1512"/>
                  </a:cubicBezTo>
                  <a:cubicBezTo>
                    <a:pt x="1579" y="1186"/>
                    <a:pt x="1705" y="760"/>
                    <a:pt x="1655" y="409"/>
                  </a:cubicBezTo>
                  <a:cubicBezTo>
                    <a:pt x="1630" y="284"/>
                    <a:pt x="1604" y="133"/>
                    <a:pt x="1504" y="58"/>
                  </a:cubicBezTo>
                  <a:cubicBezTo>
                    <a:pt x="1462" y="16"/>
                    <a:pt x="1415" y="0"/>
                    <a:pt x="13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698264" y="2880989"/>
              <a:ext cx="57302" cy="33047"/>
            </a:xfrm>
            <a:custGeom>
              <a:avLst/>
              <a:gdLst/>
              <a:ahLst/>
              <a:cxnLst/>
              <a:rect l="l" t="t" r="r" b="b"/>
              <a:pathLst>
                <a:path w="2783" h="1605" extrusionOk="0">
                  <a:moveTo>
                    <a:pt x="887" y="1"/>
                  </a:moveTo>
                  <a:cubicBezTo>
                    <a:pt x="801" y="1"/>
                    <a:pt x="714" y="6"/>
                    <a:pt x="627" y="16"/>
                  </a:cubicBezTo>
                  <a:cubicBezTo>
                    <a:pt x="501" y="41"/>
                    <a:pt x="376" y="66"/>
                    <a:pt x="251" y="91"/>
                  </a:cubicBezTo>
                  <a:cubicBezTo>
                    <a:pt x="126" y="91"/>
                    <a:pt x="0" y="141"/>
                    <a:pt x="0" y="291"/>
                  </a:cubicBezTo>
                  <a:cubicBezTo>
                    <a:pt x="0" y="391"/>
                    <a:pt x="75" y="542"/>
                    <a:pt x="126" y="642"/>
                  </a:cubicBezTo>
                  <a:cubicBezTo>
                    <a:pt x="326" y="943"/>
                    <a:pt x="702" y="1168"/>
                    <a:pt x="1028" y="1319"/>
                  </a:cubicBezTo>
                  <a:cubicBezTo>
                    <a:pt x="1278" y="1444"/>
                    <a:pt x="1554" y="1544"/>
                    <a:pt x="1855" y="1569"/>
                  </a:cubicBezTo>
                  <a:cubicBezTo>
                    <a:pt x="1961" y="1587"/>
                    <a:pt x="2080" y="1605"/>
                    <a:pt x="2194" y="1605"/>
                  </a:cubicBezTo>
                  <a:cubicBezTo>
                    <a:pt x="2241" y="1605"/>
                    <a:pt x="2287" y="1602"/>
                    <a:pt x="2331" y="1594"/>
                  </a:cubicBezTo>
                  <a:cubicBezTo>
                    <a:pt x="2456" y="1569"/>
                    <a:pt x="2732" y="1519"/>
                    <a:pt x="2757" y="1369"/>
                  </a:cubicBezTo>
                  <a:cubicBezTo>
                    <a:pt x="2782" y="1269"/>
                    <a:pt x="2682" y="1143"/>
                    <a:pt x="2657" y="1068"/>
                  </a:cubicBezTo>
                  <a:cubicBezTo>
                    <a:pt x="2582" y="943"/>
                    <a:pt x="2532" y="843"/>
                    <a:pt x="2456" y="767"/>
                  </a:cubicBezTo>
                  <a:cubicBezTo>
                    <a:pt x="2306" y="567"/>
                    <a:pt x="2131" y="417"/>
                    <a:pt x="1930" y="291"/>
                  </a:cubicBezTo>
                  <a:cubicBezTo>
                    <a:pt x="1606" y="89"/>
                    <a:pt x="1250" y="1"/>
                    <a:pt x="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629105" y="2789840"/>
              <a:ext cx="36156" cy="56808"/>
            </a:xfrm>
            <a:custGeom>
              <a:avLst/>
              <a:gdLst/>
              <a:ahLst/>
              <a:cxnLst/>
              <a:rect l="l" t="t" r="r" b="b"/>
              <a:pathLst>
                <a:path w="1756" h="2759" extrusionOk="0">
                  <a:moveTo>
                    <a:pt x="1426" y="0"/>
                  </a:moveTo>
                  <a:cubicBezTo>
                    <a:pt x="1358" y="0"/>
                    <a:pt x="1289" y="37"/>
                    <a:pt x="1229" y="82"/>
                  </a:cubicBezTo>
                  <a:cubicBezTo>
                    <a:pt x="1129" y="132"/>
                    <a:pt x="1003" y="207"/>
                    <a:pt x="903" y="282"/>
                  </a:cubicBezTo>
                  <a:cubicBezTo>
                    <a:pt x="502" y="558"/>
                    <a:pt x="226" y="909"/>
                    <a:pt x="76" y="1360"/>
                  </a:cubicBezTo>
                  <a:cubicBezTo>
                    <a:pt x="26" y="1585"/>
                    <a:pt x="1" y="1811"/>
                    <a:pt x="1" y="2062"/>
                  </a:cubicBezTo>
                  <a:cubicBezTo>
                    <a:pt x="26" y="2187"/>
                    <a:pt x="51" y="2312"/>
                    <a:pt x="76" y="2412"/>
                  </a:cubicBezTo>
                  <a:cubicBezTo>
                    <a:pt x="101" y="2513"/>
                    <a:pt x="126" y="2663"/>
                    <a:pt x="201" y="2738"/>
                  </a:cubicBezTo>
                  <a:cubicBezTo>
                    <a:pt x="225" y="2753"/>
                    <a:pt x="254" y="2759"/>
                    <a:pt x="285" y="2759"/>
                  </a:cubicBezTo>
                  <a:cubicBezTo>
                    <a:pt x="417" y="2759"/>
                    <a:pt x="596" y="2649"/>
                    <a:pt x="677" y="2588"/>
                  </a:cubicBezTo>
                  <a:cubicBezTo>
                    <a:pt x="803" y="2513"/>
                    <a:pt x="928" y="2387"/>
                    <a:pt x="1028" y="2262"/>
                  </a:cubicBezTo>
                  <a:cubicBezTo>
                    <a:pt x="1229" y="2037"/>
                    <a:pt x="1379" y="1786"/>
                    <a:pt x="1479" y="1510"/>
                  </a:cubicBezTo>
                  <a:cubicBezTo>
                    <a:pt x="1630" y="1184"/>
                    <a:pt x="1755" y="758"/>
                    <a:pt x="1705" y="407"/>
                  </a:cubicBezTo>
                  <a:cubicBezTo>
                    <a:pt x="1680" y="282"/>
                    <a:pt x="1655" y="157"/>
                    <a:pt x="1555" y="57"/>
                  </a:cubicBezTo>
                  <a:cubicBezTo>
                    <a:pt x="1515" y="16"/>
                    <a:pt x="1470" y="0"/>
                    <a:pt x="14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5661101" y="2784960"/>
              <a:ext cx="59361" cy="32759"/>
            </a:xfrm>
            <a:custGeom>
              <a:avLst/>
              <a:gdLst/>
              <a:ahLst/>
              <a:cxnLst/>
              <a:rect l="l" t="t" r="r" b="b"/>
              <a:pathLst>
                <a:path w="2883" h="1591" extrusionOk="0">
                  <a:moveTo>
                    <a:pt x="969" y="0"/>
                  </a:moveTo>
                  <a:cubicBezTo>
                    <a:pt x="865" y="0"/>
                    <a:pt x="759" y="7"/>
                    <a:pt x="652" y="18"/>
                  </a:cubicBezTo>
                  <a:cubicBezTo>
                    <a:pt x="502" y="18"/>
                    <a:pt x="377" y="43"/>
                    <a:pt x="251" y="68"/>
                  </a:cubicBezTo>
                  <a:cubicBezTo>
                    <a:pt x="126" y="93"/>
                    <a:pt x="1" y="143"/>
                    <a:pt x="1" y="268"/>
                  </a:cubicBezTo>
                  <a:cubicBezTo>
                    <a:pt x="1" y="394"/>
                    <a:pt x="76" y="519"/>
                    <a:pt x="126" y="619"/>
                  </a:cubicBezTo>
                  <a:cubicBezTo>
                    <a:pt x="326" y="920"/>
                    <a:pt x="727" y="1146"/>
                    <a:pt x="1053" y="1296"/>
                  </a:cubicBezTo>
                  <a:cubicBezTo>
                    <a:pt x="1329" y="1421"/>
                    <a:pt x="1605" y="1522"/>
                    <a:pt x="1905" y="1572"/>
                  </a:cubicBezTo>
                  <a:cubicBezTo>
                    <a:pt x="1993" y="1584"/>
                    <a:pt x="2081" y="1591"/>
                    <a:pt x="2165" y="1591"/>
                  </a:cubicBezTo>
                  <a:cubicBezTo>
                    <a:pt x="2250" y="1591"/>
                    <a:pt x="2332" y="1584"/>
                    <a:pt x="2407" y="1572"/>
                  </a:cubicBezTo>
                  <a:cubicBezTo>
                    <a:pt x="2532" y="1572"/>
                    <a:pt x="2833" y="1522"/>
                    <a:pt x="2858" y="1346"/>
                  </a:cubicBezTo>
                  <a:cubicBezTo>
                    <a:pt x="2883" y="1271"/>
                    <a:pt x="2783" y="1121"/>
                    <a:pt x="2733" y="1045"/>
                  </a:cubicBezTo>
                  <a:cubicBezTo>
                    <a:pt x="2682" y="945"/>
                    <a:pt x="2607" y="845"/>
                    <a:pt x="2532" y="745"/>
                  </a:cubicBezTo>
                  <a:cubicBezTo>
                    <a:pt x="2382" y="544"/>
                    <a:pt x="2206" y="394"/>
                    <a:pt x="1981" y="268"/>
                  </a:cubicBezTo>
                  <a:cubicBezTo>
                    <a:pt x="1670" y="74"/>
                    <a:pt x="1329" y="0"/>
                    <a:pt x="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5607960" y="2690188"/>
              <a:ext cx="51104" cy="42415"/>
            </a:xfrm>
            <a:custGeom>
              <a:avLst/>
              <a:gdLst/>
              <a:ahLst/>
              <a:cxnLst/>
              <a:rect l="l" t="t" r="r" b="b"/>
              <a:pathLst>
                <a:path w="2482" h="2060" extrusionOk="0">
                  <a:moveTo>
                    <a:pt x="2204" y="1"/>
                  </a:moveTo>
                  <a:cubicBezTo>
                    <a:pt x="2178" y="1"/>
                    <a:pt x="2153" y="4"/>
                    <a:pt x="2131" y="9"/>
                  </a:cubicBezTo>
                  <a:cubicBezTo>
                    <a:pt x="2005" y="9"/>
                    <a:pt x="1855" y="34"/>
                    <a:pt x="1730" y="59"/>
                  </a:cubicBezTo>
                  <a:cubicBezTo>
                    <a:pt x="1278" y="135"/>
                    <a:pt x="852" y="310"/>
                    <a:pt x="552" y="661"/>
                  </a:cubicBezTo>
                  <a:cubicBezTo>
                    <a:pt x="376" y="836"/>
                    <a:pt x="251" y="1037"/>
                    <a:pt x="176" y="1262"/>
                  </a:cubicBezTo>
                  <a:cubicBezTo>
                    <a:pt x="126" y="1388"/>
                    <a:pt x="100" y="1488"/>
                    <a:pt x="75" y="1613"/>
                  </a:cubicBezTo>
                  <a:cubicBezTo>
                    <a:pt x="50" y="1714"/>
                    <a:pt x="0" y="1864"/>
                    <a:pt x="50" y="1964"/>
                  </a:cubicBezTo>
                  <a:cubicBezTo>
                    <a:pt x="95" y="2038"/>
                    <a:pt x="218" y="2060"/>
                    <a:pt x="338" y="2060"/>
                  </a:cubicBezTo>
                  <a:cubicBezTo>
                    <a:pt x="420" y="2060"/>
                    <a:pt x="500" y="2050"/>
                    <a:pt x="552" y="2039"/>
                  </a:cubicBezTo>
                  <a:cubicBezTo>
                    <a:pt x="702" y="2014"/>
                    <a:pt x="852" y="1964"/>
                    <a:pt x="1003" y="1889"/>
                  </a:cubicBezTo>
                  <a:cubicBezTo>
                    <a:pt x="1278" y="1789"/>
                    <a:pt x="1529" y="1613"/>
                    <a:pt x="1755" y="1413"/>
                  </a:cubicBezTo>
                  <a:cubicBezTo>
                    <a:pt x="2005" y="1187"/>
                    <a:pt x="2306" y="861"/>
                    <a:pt x="2406" y="511"/>
                  </a:cubicBezTo>
                  <a:cubicBezTo>
                    <a:pt x="2456" y="410"/>
                    <a:pt x="2481" y="235"/>
                    <a:pt x="2431" y="135"/>
                  </a:cubicBezTo>
                  <a:cubicBezTo>
                    <a:pt x="2392" y="37"/>
                    <a:pt x="2293" y="1"/>
                    <a:pt x="2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5656983" y="2690456"/>
              <a:ext cx="45936" cy="48819"/>
            </a:xfrm>
            <a:custGeom>
              <a:avLst/>
              <a:gdLst/>
              <a:ahLst/>
              <a:cxnLst/>
              <a:rect l="l" t="t" r="r" b="b"/>
              <a:pathLst>
                <a:path w="2231" h="2371" extrusionOk="0">
                  <a:moveTo>
                    <a:pt x="226" y="1"/>
                  </a:moveTo>
                  <a:cubicBezTo>
                    <a:pt x="157" y="1"/>
                    <a:pt x="95" y="22"/>
                    <a:pt x="50" y="97"/>
                  </a:cubicBezTo>
                  <a:cubicBezTo>
                    <a:pt x="0" y="197"/>
                    <a:pt x="0" y="347"/>
                    <a:pt x="25" y="472"/>
                  </a:cubicBezTo>
                  <a:cubicBezTo>
                    <a:pt x="75" y="823"/>
                    <a:pt x="326" y="1199"/>
                    <a:pt x="577" y="1475"/>
                  </a:cubicBezTo>
                  <a:cubicBezTo>
                    <a:pt x="752" y="1701"/>
                    <a:pt x="978" y="1926"/>
                    <a:pt x="1228" y="2077"/>
                  </a:cubicBezTo>
                  <a:cubicBezTo>
                    <a:pt x="1379" y="2177"/>
                    <a:pt x="1504" y="2252"/>
                    <a:pt x="1679" y="2302"/>
                  </a:cubicBezTo>
                  <a:cubicBezTo>
                    <a:pt x="1754" y="2332"/>
                    <a:pt x="1882" y="2371"/>
                    <a:pt x="1989" y="2371"/>
                  </a:cubicBezTo>
                  <a:cubicBezTo>
                    <a:pt x="2062" y="2371"/>
                    <a:pt x="2125" y="2353"/>
                    <a:pt x="2156" y="2302"/>
                  </a:cubicBezTo>
                  <a:cubicBezTo>
                    <a:pt x="2231" y="2227"/>
                    <a:pt x="2206" y="2051"/>
                    <a:pt x="2181" y="1976"/>
                  </a:cubicBezTo>
                  <a:cubicBezTo>
                    <a:pt x="2181" y="1851"/>
                    <a:pt x="2181" y="1726"/>
                    <a:pt x="2131" y="1600"/>
                  </a:cubicBezTo>
                  <a:cubicBezTo>
                    <a:pt x="2080" y="1375"/>
                    <a:pt x="1980" y="1149"/>
                    <a:pt x="1855" y="949"/>
                  </a:cubicBezTo>
                  <a:cubicBezTo>
                    <a:pt x="1579" y="548"/>
                    <a:pt x="1203" y="297"/>
                    <a:pt x="752" y="147"/>
                  </a:cubicBezTo>
                  <a:cubicBezTo>
                    <a:pt x="627" y="97"/>
                    <a:pt x="501" y="46"/>
                    <a:pt x="376" y="21"/>
                  </a:cubicBezTo>
                  <a:cubicBezTo>
                    <a:pt x="325" y="11"/>
                    <a:pt x="274" y="1"/>
                    <a:pt x="2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5638391" y="2592245"/>
              <a:ext cx="56787" cy="34879"/>
            </a:xfrm>
            <a:custGeom>
              <a:avLst/>
              <a:gdLst/>
              <a:ahLst/>
              <a:cxnLst/>
              <a:rect l="l" t="t" r="r" b="b"/>
              <a:pathLst>
                <a:path w="2758" h="1694" extrusionOk="0">
                  <a:moveTo>
                    <a:pt x="1942" y="1"/>
                  </a:moveTo>
                  <a:cubicBezTo>
                    <a:pt x="1517" y="1"/>
                    <a:pt x="1117" y="107"/>
                    <a:pt x="778" y="355"/>
                  </a:cubicBezTo>
                  <a:cubicBezTo>
                    <a:pt x="577" y="481"/>
                    <a:pt x="427" y="656"/>
                    <a:pt x="277" y="857"/>
                  </a:cubicBezTo>
                  <a:cubicBezTo>
                    <a:pt x="226" y="957"/>
                    <a:pt x="151" y="1057"/>
                    <a:pt x="126" y="1182"/>
                  </a:cubicBezTo>
                  <a:cubicBezTo>
                    <a:pt x="76" y="1258"/>
                    <a:pt x="1" y="1408"/>
                    <a:pt x="26" y="1508"/>
                  </a:cubicBezTo>
                  <a:cubicBezTo>
                    <a:pt x="76" y="1659"/>
                    <a:pt x="352" y="1684"/>
                    <a:pt x="477" y="1684"/>
                  </a:cubicBezTo>
                  <a:cubicBezTo>
                    <a:pt x="528" y="1691"/>
                    <a:pt x="578" y="1694"/>
                    <a:pt x="626" y="1694"/>
                  </a:cubicBezTo>
                  <a:cubicBezTo>
                    <a:pt x="743" y="1694"/>
                    <a:pt x="854" y="1676"/>
                    <a:pt x="978" y="1659"/>
                  </a:cubicBezTo>
                  <a:cubicBezTo>
                    <a:pt x="1254" y="1583"/>
                    <a:pt x="1530" y="1483"/>
                    <a:pt x="1805" y="1333"/>
                  </a:cubicBezTo>
                  <a:cubicBezTo>
                    <a:pt x="2106" y="1157"/>
                    <a:pt x="2457" y="907"/>
                    <a:pt x="2632" y="606"/>
                  </a:cubicBezTo>
                  <a:cubicBezTo>
                    <a:pt x="2708" y="506"/>
                    <a:pt x="2758" y="355"/>
                    <a:pt x="2733" y="230"/>
                  </a:cubicBezTo>
                  <a:cubicBezTo>
                    <a:pt x="2733" y="105"/>
                    <a:pt x="2582" y="55"/>
                    <a:pt x="2482" y="29"/>
                  </a:cubicBezTo>
                  <a:cubicBezTo>
                    <a:pt x="2332" y="29"/>
                    <a:pt x="2206" y="4"/>
                    <a:pt x="2081" y="4"/>
                  </a:cubicBezTo>
                  <a:cubicBezTo>
                    <a:pt x="2034" y="2"/>
                    <a:pt x="1988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5692067" y="2595251"/>
              <a:ext cx="38215" cy="55881"/>
            </a:xfrm>
            <a:custGeom>
              <a:avLst/>
              <a:gdLst/>
              <a:ahLst/>
              <a:cxnLst/>
              <a:rect l="l" t="t" r="r" b="b"/>
              <a:pathLst>
                <a:path w="1856" h="2714" extrusionOk="0">
                  <a:moveTo>
                    <a:pt x="277" y="1"/>
                  </a:moveTo>
                  <a:cubicBezTo>
                    <a:pt x="228" y="1"/>
                    <a:pt x="183" y="17"/>
                    <a:pt x="151" y="59"/>
                  </a:cubicBezTo>
                  <a:cubicBezTo>
                    <a:pt x="76" y="159"/>
                    <a:pt x="51" y="310"/>
                    <a:pt x="25" y="435"/>
                  </a:cubicBezTo>
                  <a:cubicBezTo>
                    <a:pt x="0" y="786"/>
                    <a:pt x="176" y="1187"/>
                    <a:pt x="351" y="1513"/>
                  </a:cubicBezTo>
                  <a:cubicBezTo>
                    <a:pt x="477" y="1788"/>
                    <a:pt x="652" y="2039"/>
                    <a:pt x="853" y="2264"/>
                  </a:cubicBezTo>
                  <a:cubicBezTo>
                    <a:pt x="978" y="2390"/>
                    <a:pt x="1103" y="2490"/>
                    <a:pt x="1254" y="2565"/>
                  </a:cubicBezTo>
                  <a:cubicBezTo>
                    <a:pt x="1326" y="2620"/>
                    <a:pt x="1478" y="2714"/>
                    <a:pt x="1603" y="2714"/>
                  </a:cubicBezTo>
                  <a:cubicBezTo>
                    <a:pt x="1651" y="2714"/>
                    <a:pt x="1695" y="2700"/>
                    <a:pt x="1730" y="2665"/>
                  </a:cubicBezTo>
                  <a:cubicBezTo>
                    <a:pt x="1805" y="2615"/>
                    <a:pt x="1805" y="2440"/>
                    <a:pt x="1830" y="2365"/>
                  </a:cubicBezTo>
                  <a:cubicBezTo>
                    <a:pt x="1855" y="2239"/>
                    <a:pt x="1855" y="2114"/>
                    <a:pt x="1855" y="1989"/>
                  </a:cubicBezTo>
                  <a:cubicBezTo>
                    <a:pt x="1855" y="1763"/>
                    <a:pt x="1805" y="1513"/>
                    <a:pt x="1705" y="1287"/>
                  </a:cubicBezTo>
                  <a:cubicBezTo>
                    <a:pt x="1554" y="836"/>
                    <a:pt x="1229" y="510"/>
                    <a:pt x="828" y="259"/>
                  </a:cubicBezTo>
                  <a:cubicBezTo>
                    <a:pt x="702" y="184"/>
                    <a:pt x="577" y="109"/>
                    <a:pt x="477" y="59"/>
                  </a:cubicBezTo>
                  <a:cubicBezTo>
                    <a:pt x="419" y="30"/>
                    <a:pt x="344" y="1"/>
                    <a:pt x="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5977948" y="3217232"/>
              <a:ext cx="50075" cy="42498"/>
            </a:xfrm>
            <a:custGeom>
              <a:avLst/>
              <a:gdLst/>
              <a:ahLst/>
              <a:cxnLst/>
              <a:rect l="l" t="t" r="r" b="b"/>
              <a:pathLst>
                <a:path w="2432" h="2064" extrusionOk="0">
                  <a:moveTo>
                    <a:pt x="2105" y="0"/>
                  </a:moveTo>
                  <a:cubicBezTo>
                    <a:pt x="1980" y="25"/>
                    <a:pt x="1855" y="25"/>
                    <a:pt x="1730" y="51"/>
                  </a:cubicBezTo>
                  <a:cubicBezTo>
                    <a:pt x="1253" y="151"/>
                    <a:pt x="852" y="326"/>
                    <a:pt x="552" y="677"/>
                  </a:cubicBezTo>
                  <a:cubicBezTo>
                    <a:pt x="401" y="853"/>
                    <a:pt x="276" y="1053"/>
                    <a:pt x="176" y="1279"/>
                  </a:cubicBezTo>
                  <a:cubicBezTo>
                    <a:pt x="126" y="1379"/>
                    <a:pt x="100" y="1504"/>
                    <a:pt x="75" y="1629"/>
                  </a:cubicBezTo>
                  <a:cubicBezTo>
                    <a:pt x="50" y="1705"/>
                    <a:pt x="0" y="1880"/>
                    <a:pt x="50" y="1955"/>
                  </a:cubicBezTo>
                  <a:cubicBezTo>
                    <a:pt x="95" y="2046"/>
                    <a:pt x="213" y="2064"/>
                    <a:pt x="326" y="2064"/>
                  </a:cubicBezTo>
                  <a:cubicBezTo>
                    <a:pt x="402" y="2064"/>
                    <a:pt x="476" y="2056"/>
                    <a:pt x="527" y="2056"/>
                  </a:cubicBezTo>
                  <a:cubicBezTo>
                    <a:pt x="677" y="2005"/>
                    <a:pt x="827" y="1955"/>
                    <a:pt x="978" y="1905"/>
                  </a:cubicBezTo>
                  <a:cubicBezTo>
                    <a:pt x="1253" y="1780"/>
                    <a:pt x="1504" y="1604"/>
                    <a:pt x="1704" y="1404"/>
                  </a:cubicBezTo>
                  <a:cubicBezTo>
                    <a:pt x="1980" y="1178"/>
                    <a:pt x="2281" y="853"/>
                    <a:pt x="2381" y="502"/>
                  </a:cubicBezTo>
                  <a:cubicBezTo>
                    <a:pt x="2406" y="401"/>
                    <a:pt x="2431" y="226"/>
                    <a:pt x="2406" y="126"/>
                  </a:cubicBezTo>
                  <a:cubicBezTo>
                    <a:pt x="2356" y="0"/>
                    <a:pt x="2206" y="0"/>
                    <a:pt x="2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6026456" y="3217335"/>
              <a:ext cx="43877" cy="48284"/>
            </a:xfrm>
            <a:custGeom>
              <a:avLst/>
              <a:gdLst/>
              <a:ahLst/>
              <a:cxnLst/>
              <a:rect l="l" t="t" r="r" b="b"/>
              <a:pathLst>
                <a:path w="2131" h="2345" extrusionOk="0">
                  <a:moveTo>
                    <a:pt x="213" y="0"/>
                  </a:moveTo>
                  <a:cubicBezTo>
                    <a:pt x="145" y="0"/>
                    <a:pt x="80" y="22"/>
                    <a:pt x="50" y="96"/>
                  </a:cubicBezTo>
                  <a:cubicBezTo>
                    <a:pt x="0" y="196"/>
                    <a:pt x="0" y="346"/>
                    <a:pt x="0" y="472"/>
                  </a:cubicBezTo>
                  <a:cubicBezTo>
                    <a:pt x="50" y="822"/>
                    <a:pt x="301" y="1198"/>
                    <a:pt x="526" y="1449"/>
                  </a:cubicBezTo>
                  <a:cubicBezTo>
                    <a:pt x="702" y="1700"/>
                    <a:pt x="927" y="1900"/>
                    <a:pt x="1153" y="2051"/>
                  </a:cubicBezTo>
                  <a:cubicBezTo>
                    <a:pt x="1303" y="2151"/>
                    <a:pt x="1429" y="2226"/>
                    <a:pt x="1579" y="2276"/>
                  </a:cubicBezTo>
                  <a:cubicBezTo>
                    <a:pt x="1654" y="2306"/>
                    <a:pt x="1782" y="2345"/>
                    <a:pt x="1889" y="2345"/>
                  </a:cubicBezTo>
                  <a:cubicBezTo>
                    <a:pt x="1962" y="2345"/>
                    <a:pt x="2025" y="2327"/>
                    <a:pt x="2055" y="2276"/>
                  </a:cubicBezTo>
                  <a:cubicBezTo>
                    <a:pt x="2130" y="2201"/>
                    <a:pt x="2105" y="2026"/>
                    <a:pt x="2105" y="1950"/>
                  </a:cubicBezTo>
                  <a:cubicBezTo>
                    <a:pt x="2105" y="1825"/>
                    <a:pt x="2080" y="1700"/>
                    <a:pt x="2055" y="1574"/>
                  </a:cubicBezTo>
                  <a:cubicBezTo>
                    <a:pt x="2005" y="1349"/>
                    <a:pt x="1905" y="1123"/>
                    <a:pt x="1780" y="923"/>
                  </a:cubicBezTo>
                  <a:cubicBezTo>
                    <a:pt x="1529" y="522"/>
                    <a:pt x="1153" y="296"/>
                    <a:pt x="727" y="121"/>
                  </a:cubicBezTo>
                  <a:cubicBezTo>
                    <a:pt x="602" y="96"/>
                    <a:pt x="476" y="46"/>
                    <a:pt x="351" y="20"/>
                  </a:cubicBezTo>
                  <a:cubicBezTo>
                    <a:pt x="310" y="10"/>
                    <a:pt x="261" y="0"/>
                    <a:pt x="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5966582" y="3126969"/>
              <a:ext cx="33562" cy="58187"/>
            </a:xfrm>
            <a:custGeom>
              <a:avLst/>
              <a:gdLst/>
              <a:ahLst/>
              <a:cxnLst/>
              <a:rect l="l" t="t" r="r" b="b"/>
              <a:pathLst>
                <a:path w="1630" h="2826" extrusionOk="0">
                  <a:moveTo>
                    <a:pt x="1287" y="0"/>
                  </a:moveTo>
                  <a:cubicBezTo>
                    <a:pt x="1221" y="0"/>
                    <a:pt x="1144" y="49"/>
                    <a:pt x="1079" y="99"/>
                  </a:cubicBezTo>
                  <a:cubicBezTo>
                    <a:pt x="978" y="149"/>
                    <a:pt x="878" y="249"/>
                    <a:pt x="778" y="324"/>
                  </a:cubicBezTo>
                  <a:cubicBezTo>
                    <a:pt x="402" y="625"/>
                    <a:pt x="151" y="976"/>
                    <a:pt x="51" y="1427"/>
                  </a:cubicBezTo>
                  <a:cubicBezTo>
                    <a:pt x="1" y="1678"/>
                    <a:pt x="1" y="1903"/>
                    <a:pt x="26" y="2154"/>
                  </a:cubicBezTo>
                  <a:cubicBezTo>
                    <a:pt x="51" y="2254"/>
                    <a:pt x="76" y="2379"/>
                    <a:pt x="101" y="2505"/>
                  </a:cubicBezTo>
                  <a:cubicBezTo>
                    <a:pt x="126" y="2580"/>
                    <a:pt x="176" y="2755"/>
                    <a:pt x="251" y="2805"/>
                  </a:cubicBezTo>
                  <a:cubicBezTo>
                    <a:pt x="275" y="2820"/>
                    <a:pt x="302" y="2826"/>
                    <a:pt x="331" y="2826"/>
                  </a:cubicBezTo>
                  <a:cubicBezTo>
                    <a:pt x="457" y="2826"/>
                    <a:pt x="621" y="2711"/>
                    <a:pt x="703" y="2630"/>
                  </a:cubicBezTo>
                  <a:cubicBezTo>
                    <a:pt x="828" y="2530"/>
                    <a:pt x="928" y="2404"/>
                    <a:pt x="1028" y="2279"/>
                  </a:cubicBezTo>
                  <a:cubicBezTo>
                    <a:pt x="1204" y="2054"/>
                    <a:pt x="1329" y="1778"/>
                    <a:pt x="1429" y="1502"/>
                  </a:cubicBezTo>
                  <a:cubicBezTo>
                    <a:pt x="1530" y="1176"/>
                    <a:pt x="1630" y="750"/>
                    <a:pt x="1555" y="399"/>
                  </a:cubicBezTo>
                  <a:cubicBezTo>
                    <a:pt x="1530" y="274"/>
                    <a:pt x="1480" y="124"/>
                    <a:pt x="1379" y="49"/>
                  </a:cubicBezTo>
                  <a:cubicBezTo>
                    <a:pt x="1353" y="14"/>
                    <a:pt x="1321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5994975" y="3120462"/>
              <a:ext cx="58846" cy="31256"/>
            </a:xfrm>
            <a:custGeom>
              <a:avLst/>
              <a:gdLst/>
              <a:ahLst/>
              <a:cxnLst/>
              <a:rect l="l" t="t" r="r" b="b"/>
              <a:pathLst>
                <a:path w="2858" h="1518" extrusionOk="0">
                  <a:moveTo>
                    <a:pt x="1057" y="1"/>
                  </a:moveTo>
                  <a:cubicBezTo>
                    <a:pt x="916" y="1"/>
                    <a:pt x="773" y="14"/>
                    <a:pt x="627" y="39"/>
                  </a:cubicBezTo>
                  <a:cubicBezTo>
                    <a:pt x="476" y="64"/>
                    <a:pt x="351" y="89"/>
                    <a:pt x="251" y="114"/>
                  </a:cubicBezTo>
                  <a:cubicBezTo>
                    <a:pt x="126" y="139"/>
                    <a:pt x="0" y="189"/>
                    <a:pt x="0" y="339"/>
                  </a:cubicBezTo>
                  <a:cubicBezTo>
                    <a:pt x="0" y="465"/>
                    <a:pt x="75" y="590"/>
                    <a:pt x="151" y="690"/>
                  </a:cubicBezTo>
                  <a:cubicBezTo>
                    <a:pt x="376" y="966"/>
                    <a:pt x="752" y="1167"/>
                    <a:pt x="1103" y="1292"/>
                  </a:cubicBezTo>
                  <a:cubicBezTo>
                    <a:pt x="1354" y="1417"/>
                    <a:pt x="1654" y="1492"/>
                    <a:pt x="1930" y="1517"/>
                  </a:cubicBezTo>
                  <a:cubicBezTo>
                    <a:pt x="2106" y="1517"/>
                    <a:pt x="2256" y="1517"/>
                    <a:pt x="2431" y="1492"/>
                  </a:cubicBezTo>
                  <a:cubicBezTo>
                    <a:pt x="2557" y="1467"/>
                    <a:pt x="2807" y="1392"/>
                    <a:pt x="2832" y="1242"/>
                  </a:cubicBezTo>
                  <a:cubicBezTo>
                    <a:pt x="2857" y="1142"/>
                    <a:pt x="2757" y="1016"/>
                    <a:pt x="2707" y="941"/>
                  </a:cubicBezTo>
                  <a:cubicBezTo>
                    <a:pt x="2632" y="841"/>
                    <a:pt x="2557" y="740"/>
                    <a:pt x="2482" y="640"/>
                  </a:cubicBezTo>
                  <a:cubicBezTo>
                    <a:pt x="2331" y="465"/>
                    <a:pt x="2131" y="314"/>
                    <a:pt x="1930" y="214"/>
                  </a:cubicBezTo>
                  <a:cubicBezTo>
                    <a:pt x="1642" y="61"/>
                    <a:pt x="1353" y="1"/>
                    <a:pt x="10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5910868" y="3051859"/>
              <a:ext cx="34076" cy="57961"/>
            </a:xfrm>
            <a:custGeom>
              <a:avLst/>
              <a:gdLst/>
              <a:ahLst/>
              <a:cxnLst/>
              <a:rect l="l" t="t" r="r" b="b"/>
              <a:pathLst>
                <a:path w="1655" h="2815" extrusionOk="0">
                  <a:moveTo>
                    <a:pt x="1292" y="0"/>
                  </a:moveTo>
                  <a:cubicBezTo>
                    <a:pt x="1219" y="0"/>
                    <a:pt x="1143" y="39"/>
                    <a:pt x="1078" y="88"/>
                  </a:cubicBezTo>
                  <a:cubicBezTo>
                    <a:pt x="978" y="163"/>
                    <a:pt x="877" y="238"/>
                    <a:pt x="777" y="313"/>
                  </a:cubicBezTo>
                  <a:cubicBezTo>
                    <a:pt x="426" y="614"/>
                    <a:pt x="150" y="965"/>
                    <a:pt x="50" y="1416"/>
                  </a:cubicBezTo>
                  <a:cubicBezTo>
                    <a:pt x="0" y="1666"/>
                    <a:pt x="0" y="1892"/>
                    <a:pt x="25" y="2143"/>
                  </a:cubicBezTo>
                  <a:cubicBezTo>
                    <a:pt x="50" y="2268"/>
                    <a:pt x="75" y="2368"/>
                    <a:pt x="125" y="2494"/>
                  </a:cubicBezTo>
                  <a:cubicBezTo>
                    <a:pt x="150" y="2569"/>
                    <a:pt x="175" y="2744"/>
                    <a:pt x="251" y="2794"/>
                  </a:cubicBezTo>
                  <a:cubicBezTo>
                    <a:pt x="279" y="2809"/>
                    <a:pt x="311" y="2815"/>
                    <a:pt x="344" y="2815"/>
                  </a:cubicBezTo>
                  <a:cubicBezTo>
                    <a:pt x="482" y="2815"/>
                    <a:pt x="641" y="2705"/>
                    <a:pt x="702" y="2644"/>
                  </a:cubicBezTo>
                  <a:cubicBezTo>
                    <a:pt x="827" y="2544"/>
                    <a:pt x="952" y="2418"/>
                    <a:pt x="1028" y="2268"/>
                  </a:cubicBezTo>
                  <a:cubicBezTo>
                    <a:pt x="1203" y="2042"/>
                    <a:pt x="1328" y="1767"/>
                    <a:pt x="1429" y="1491"/>
                  </a:cubicBezTo>
                  <a:cubicBezTo>
                    <a:pt x="1554" y="1165"/>
                    <a:pt x="1654" y="739"/>
                    <a:pt x="1579" y="388"/>
                  </a:cubicBezTo>
                  <a:cubicBezTo>
                    <a:pt x="1529" y="263"/>
                    <a:pt x="1479" y="113"/>
                    <a:pt x="1404" y="37"/>
                  </a:cubicBezTo>
                  <a:cubicBezTo>
                    <a:pt x="1369" y="11"/>
                    <a:pt x="1331" y="0"/>
                    <a:pt x="1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5939240" y="3045126"/>
              <a:ext cx="58846" cy="31256"/>
            </a:xfrm>
            <a:custGeom>
              <a:avLst/>
              <a:gdLst/>
              <a:ahLst/>
              <a:cxnLst/>
              <a:rect l="l" t="t" r="r" b="b"/>
              <a:pathLst>
                <a:path w="2858" h="1518" extrusionOk="0">
                  <a:moveTo>
                    <a:pt x="1062" y="0"/>
                  </a:moveTo>
                  <a:cubicBezTo>
                    <a:pt x="918" y="0"/>
                    <a:pt x="773" y="14"/>
                    <a:pt x="627" y="39"/>
                  </a:cubicBezTo>
                  <a:cubicBezTo>
                    <a:pt x="502" y="64"/>
                    <a:pt x="376" y="89"/>
                    <a:pt x="251" y="114"/>
                  </a:cubicBezTo>
                  <a:cubicBezTo>
                    <a:pt x="126" y="139"/>
                    <a:pt x="1" y="214"/>
                    <a:pt x="1" y="339"/>
                  </a:cubicBezTo>
                  <a:cubicBezTo>
                    <a:pt x="26" y="465"/>
                    <a:pt x="101" y="590"/>
                    <a:pt x="176" y="690"/>
                  </a:cubicBezTo>
                  <a:cubicBezTo>
                    <a:pt x="376" y="991"/>
                    <a:pt x="777" y="1166"/>
                    <a:pt x="1103" y="1292"/>
                  </a:cubicBezTo>
                  <a:cubicBezTo>
                    <a:pt x="1379" y="1417"/>
                    <a:pt x="1655" y="1492"/>
                    <a:pt x="1955" y="1517"/>
                  </a:cubicBezTo>
                  <a:cubicBezTo>
                    <a:pt x="2106" y="1517"/>
                    <a:pt x="2281" y="1517"/>
                    <a:pt x="2432" y="1492"/>
                  </a:cubicBezTo>
                  <a:cubicBezTo>
                    <a:pt x="2557" y="1467"/>
                    <a:pt x="2833" y="1417"/>
                    <a:pt x="2833" y="1242"/>
                  </a:cubicBezTo>
                  <a:cubicBezTo>
                    <a:pt x="2858" y="1166"/>
                    <a:pt x="2757" y="1016"/>
                    <a:pt x="2707" y="941"/>
                  </a:cubicBezTo>
                  <a:cubicBezTo>
                    <a:pt x="2657" y="841"/>
                    <a:pt x="2582" y="740"/>
                    <a:pt x="2482" y="665"/>
                  </a:cubicBezTo>
                  <a:cubicBezTo>
                    <a:pt x="2331" y="490"/>
                    <a:pt x="2156" y="339"/>
                    <a:pt x="1930" y="214"/>
                  </a:cubicBezTo>
                  <a:cubicBezTo>
                    <a:pt x="1659" y="61"/>
                    <a:pt x="1364" y="0"/>
                    <a:pt x="10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5860795" y="2962666"/>
              <a:ext cx="37700" cy="53699"/>
            </a:xfrm>
            <a:custGeom>
              <a:avLst/>
              <a:gdLst/>
              <a:ahLst/>
              <a:cxnLst/>
              <a:rect l="l" t="t" r="r" b="b"/>
              <a:pathLst>
                <a:path w="1831" h="2608" extrusionOk="0">
                  <a:moveTo>
                    <a:pt x="1594" y="1"/>
                  </a:moveTo>
                  <a:cubicBezTo>
                    <a:pt x="1529" y="1"/>
                    <a:pt x="1462" y="30"/>
                    <a:pt x="1404" y="59"/>
                  </a:cubicBezTo>
                  <a:cubicBezTo>
                    <a:pt x="1304" y="109"/>
                    <a:pt x="1179" y="159"/>
                    <a:pt x="1054" y="234"/>
                  </a:cubicBezTo>
                  <a:cubicBezTo>
                    <a:pt x="653" y="460"/>
                    <a:pt x="327" y="760"/>
                    <a:pt x="151" y="1186"/>
                  </a:cubicBezTo>
                  <a:cubicBezTo>
                    <a:pt x="76" y="1412"/>
                    <a:pt x="26" y="1638"/>
                    <a:pt x="1" y="1888"/>
                  </a:cubicBezTo>
                  <a:cubicBezTo>
                    <a:pt x="1" y="2013"/>
                    <a:pt x="1" y="2139"/>
                    <a:pt x="26" y="2239"/>
                  </a:cubicBezTo>
                  <a:cubicBezTo>
                    <a:pt x="26" y="2339"/>
                    <a:pt x="51" y="2515"/>
                    <a:pt x="101" y="2565"/>
                  </a:cubicBezTo>
                  <a:cubicBezTo>
                    <a:pt x="139" y="2595"/>
                    <a:pt x="188" y="2607"/>
                    <a:pt x="241" y="2607"/>
                  </a:cubicBezTo>
                  <a:cubicBezTo>
                    <a:pt x="364" y="2607"/>
                    <a:pt x="507" y="2542"/>
                    <a:pt x="577" y="2490"/>
                  </a:cubicBezTo>
                  <a:cubicBezTo>
                    <a:pt x="728" y="2414"/>
                    <a:pt x="853" y="2314"/>
                    <a:pt x="978" y="2214"/>
                  </a:cubicBezTo>
                  <a:cubicBezTo>
                    <a:pt x="1179" y="2013"/>
                    <a:pt x="1354" y="1763"/>
                    <a:pt x="1505" y="1512"/>
                  </a:cubicBezTo>
                  <a:cubicBezTo>
                    <a:pt x="1655" y="1186"/>
                    <a:pt x="1831" y="810"/>
                    <a:pt x="1831" y="435"/>
                  </a:cubicBezTo>
                  <a:cubicBezTo>
                    <a:pt x="1831" y="309"/>
                    <a:pt x="1805" y="159"/>
                    <a:pt x="1730" y="59"/>
                  </a:cubicBezTo>
                  <a:cubicBezTo>
                    <a:pt x="1688" y="16"/>
                    <a:pt x="1641" y="1"/>
                    <a:pt x="15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5895900" y="2959743"/>
              <a:ext cx="54708" cy="36135"/>
            </a:xfrm>
            <a:custGeom>
              <a:avLst/>
              <a:gdLst/>
              <a:ahLst/>
              <a:cxnLst/>
              <a:rect l="l" t="t" r="r" b="b"/>
              <a:pathLst>
                <a:path w="2657" h="1755" extrusionOk="0">
                  <a:moveTo>
                    <a:pt x="276" y="0"/>
                  </a:moveTo>
                  <a:cubicBezTo>
                    <a:pt x="176" y="25"/>
                    <a:pt x="25" y="50"/>
                    <a:pt x="25" y="176"/>
                  </a:cubicBezTo>
                  <a:cubicBezTo>
                    <a:pt x="0" y="301"/>
                    <a:pt x="50" y="451"/>
                    <a:pt x="100" y="551"/>
                  </a:cubicBezTo>
                  <a:cubicBezTo>
                    <a:pt x="276" y="877"/>
                    <a:pt x="602" y="1128"/>
                    <a:pt x="902" y="1328"/>
                  </a:cubicBezTo>
                  <a:cubicBezTo>
                    <a:pt x="1153" y="1479"/>
                    <a:pt x="1429" y="1604"/>
                    <a:pt x="1705" y="1679"/>
                  </a:cubicBezTo>
                  <a:cubicBezTo>
                    <a:pt x="1855" y="1729"/>
                    <a:pt x="2030" y="1754"/>
                    <a:pt x="2181" y="1754"/>
                  </a:cubicBezTo>
                  <a:cubicBezTo>
                    <a:pt x="2306" y="1754"/>
                    <a:pt x="2582" y="1729"/>
                    <a:pt x="2632" y="1579"/>
                  </a:cubicBezTo>
                  <a:cubicBezTo>
                    <a:pt x="2657" y="1504"/>
                    <a:pt x="2582" y="1353"/>
                    <a:pt x="2557" y="1253"/>
                  </a:cubicBezTo>
                  <a:cubicBezTo>
                    <a:pt x="2507" y="1153"/>
                    <a:pt x="2456" y="1028"/>
                    <a:pt x="2406" y="927"/>
                  </a:cubicBezTo>
                  <a:cubicBezTo>
                    <a:pt x="2281" y="727"/>
                    <a:pt x="2106" y="551"/>
                    <a:pt x="1930" y="401"/>
                  </a:cubicBezTo>
                  <a:cubicBezTo>
                    <a:pt x="1554" y="100"/>
                    <a:pt x="1128" y="0"/>
                    <a:pt x="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5847906" y="2852740"/>
              <a:ext cx="50075" cy="42415"/>
            </a:xfrm>
            <a:custGeom>
              <a:avLst/>
              <a:gdLst/>
              <a:ahLst/>
              <a:cxnLst/>
              <a:rect l="l" t="t" r="r" b="b"/>
              <a:pathLst>
                <a:path w="2432" h="2060" extrusionOk="0">
                  <a:moveTo>
                    <a:pt x="2164" y="0"/>
                  </a:moveTo>
                  <a:cubicBezTo>
                    <a:pt x="2137" y="0"/>
                    <a:pt x="2109" y="3"/>
                    <a:pt x="2081" y="9"/>
                  </a:cubicBezTo>
                  <a:cubicBezTo>
                    <a:pt x="1955" y="9"/>
                    <a:pt x="1830" y="34"/>
                    <a:pt x="1705" y="59"/>
                  </a:cubicBezTo>
                  <a:cubicBezTo>
                    <a:pt x="1254" y="134"/>
                    <a:pt x="853" y="335"/>
                    <a:pt x="527" y="686"/>
                  </a:cubicBezTo>
                  <a:cubicBezTo>
                    <a:pt x="376" y="861"/>
                    <a:pt x="251" y="1062"/>
                    <a:pt x="176" y="1287"/>
                  </a:cubicBezTo>
                  <a:cubicBezTo>
                    <a:pt x="126" y="1388"/>
                    <a:pt x="76" y="1513"/>
                    <a:pt x="76" y="1638"/>
                  </a:cubicBezTo>
                  <a:cubicBezTo>
                    <a:pt x="51" y="1713"/>
                    <a:pt x="0" y="1864"/>
                    <a:pt x="51" y="1964"/>
                  </a:cubicBezTo>
                  <a:cubicBezTo>
                    <a:pt x="95" y="2038"/>
                    <a:pt x="210" y="2060"/>
                    <a:pt x="317" y="2060"/>
                  </a:cubicBezTo>
                  <a:cubicBezTo>
                    <a:pt x="391" y="2060"/>
                    <a:pt x="461" y="2049"/>
                    <a:pt x="502" y="2039"/>
                  </a:cubicBezTo>
                  <a:cubicBezTo>
                    <a:pt x="677" y="2014"/>
                    <a:pt x="827" y="1964"/>
                    <a:pt x="978" y="1889"/>
                  </a:cubicBezTo>
                  <a:cubicBezTo>
                    <a:pt x="1228" y="1763"/>
                    <a:pt x="1479" y="1588"/>
                    <a:pt x="1705" y="1413"/>
                  </a:cubicBezTo>
                  <a:cubicBezTo>
                    <a:pt x="1955" y="1162"/>
                    <a:pt x="2256" y="861"/>
                    <a:pt x="2356" y="510"/>
                  </a:cubicBezTo>
                  <a:cubicBezTo>
                    <a:pt x="2406" y="385"/>
                    <a:pt x="2431" y="235"/>
                    <a:pt x="2381" y="134"/>
                  </a:cubicBezTo>
                  <a:cubicBezTo>
                    <a:pt x="2343" y="37"/>
                    <a:pt x="2258" y="0"/>
                    <a:pt x="2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5895900" y="2852761"/>
              <a:ext cx="43877" cy="48551"/>
            </a:xfrm>
            <a:custGeom>
              <a:avLst/>
              <a:gdLst/>
              <a:ahLst/>
              <a:cxnLst/>
              <a:rect l="l" t="t" r="r" b="b"/>
              <a:pathLst>
                <a:path w="2131" h="2358" extrusionOk="0">
                  <a:moveTo>
                    <a:pt x="224" y="0"/>
                  </a:moveTo>
                  <a:cubicBezTo>
                    <a:pt x="156" y="0"/>
                    <a:pt x="94" y="25"/>
                    <a:pt x="50" y="83"/>
                  </a:cubicBezTo>
                  <a:cubicBezTo>
                    <a:pt x="0" y="209"/>
                    <a:pt x="0" y="359"/>
                    <a:pt x="25" y="484"/>
                  </a:cubicBezTo>
                  <a:cubicBezTo>
                    <a:pt x="75" y="835"/>
                    <a:pt x="301" y="1186"/>
                    <a:pt x="527" y="1462"/>
                  </a:cubicBezTo>
                  <a:cubicBezTo>
                    <a:pt x="727" y="1687"/>
                    <a:pt x="928" y="1913"/>
                    <a:pt x="1178" y="2063"/>
                  </a:cubicBezTo>
                  <a:cubicBezTo>
                    <a:pt x="1304" y="2163"/>
                    <a:pt x="1454" y="2239"/>
                    <a:pt x="1604" y="2289"/>
                  </a:cubicBezTo>
                  <a:cubicBezTo>
                    <a:pt x="1664" y="2319"/>
                    <a:pt x="1786" y="2357"/>
                    <a:pt x="1896" y="2357"/>
                  </a:cubicBezTo>
                  <a:cubicBezTo>
                    <a:pt x="1971" y="2357"/>
                    <a:pt x="2040" y="2339"/>
                    <a:pt x="2080" y="2289"/>
                  </a:cubicBezTo>
                  <a:cubicBezTo>
                    <a:pt x="2131" y="2214"/>
                    <a:pt x="2106" y="2038"/>
                    <a:pt x="2106" y="1963"/>
                  </a:cubicBezTo>
                  <a:cubicBezTo>
                    <a:pt x="2106" y="1838"/>
                    <a:pt x="2080" y="1712"/>
                    <a:pt x="2055" y="1587"/>
                  </a:cubicBezTo>
                  <a:cubicBezTo>
                    <a:pt x="2005" y="1361"/>
                    <a:pt x="1930" y="1136"/>
                    <a:pt x="1805" y="935"/>
                  </a:cubicBezTo>
                  <a:cubicBezTo>
                    <a:pt x="1554" y="534"/>
                    <a:pt x="1178" y="284"/>
                    <a:pt x="727" y="133"/>
                  </a:cubicBezTo>
                  <a:cubicBezTo>
                    <a:pt x="627" y="83"/>
                    <a:pt x="501" y="58"/>
                    <a:pt x="376" y="33"/>
                  </a:cubicBezTo>
                  <a:cubicBezTo>
                    <a:pt x="324" y="12"/>
                    <a:pt x="272" y="0"/>
                    <a:pt x="2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5862360" y="2744379"/>
              <a:ext cx="50075" cy="42415"/>
            </a:xfrm>
            <a:custGeom>
              <a:avLst/>
              <a:gdLst/>
              <a:ahLst/>
              <a:cxnLst/>
              <a:rect l="l" t="t" r="r" b="b"/>
              <a:pathLst>
                <a:path w="2432" h="2060" extrusionOk="0">
                  <a:moveTo>
                    <a:pt x="2179" y="0"/>
                  </a:moveTo>
                  <a:cubicBezTo>
                    <a:pt x="2153" y="0"/>
                    <a:pt x="2128" y="3"/>
                    <a:pt x="2105" y="9"/>
                  </a:cubicBezTo>
                  <a:cubicBezTo>
                    <a:pt x="1980" y="9"/>
                    <a:pt x="1855" y="34"/>
                    <a:pt x="1729" y="59"/>
                  </a:cubicBezTo>
                  <a:cubicBezTo>
                    <a:pt x="1253" y="134"/>
                    <a:pt x="852" y="335"/>
                    <a:pt x="552" y="686"/>
                  </a:cubicBezTo>
                  <a:cubicBezTo>
                    <a:pt x="401" y="861"/>
                    <a:pt x="276" y="1062"/>
                    <a:pt x="176" y="1287"/>
                  </a:cubicBezTo>
                  <a:cubicBezTo>
                    <a:pt x="125" y="1387"/>
                    <a:pt x="100" y="1513"/>
                    <a:pt x="75" y="1638"/>
                  </a:cubicBezTo>
                  <a:cubicBezTo>
                    <a:pt x="50" y="1713"/>
                    <a:pt x="0" y="1889"/>
                    <a:pt x="50" y="1964"/>
                  </a:cubicBezTo>
                  <a:cubicBezTo>
                    <a:pt x="95" y="2038"/>
                    <a:pt x="209" y="2059"/>
                    <a:pt x="322" y="2059"/>
                  </a:cubicBezTo>
                  <a:cubicBezTo>
                    <a:pt x="399" y="2059"/>
                    <a:pt x="475" y="2049"/>
                    <a:pt x="526" y="2039"/>
                  </a:cubicBezTo>
                  <a:cubicBezTo>
                    <a:pt x="677" y="2014"/>
                    <a:pt x="827" y="1964"/>
                    <a:pt x="978" y="1889"/>
                  </a:cubicBezTo>
                  <a:cubicBezTo>
                    <a:pt x="1253" y="1788"/>
                    <a:pt x="1504" y="1613"/>
                    <a:pt x="1704" y="1412"/>
                  </a:cubicBezTo>
                  <a:cubicBezTo>
                    <a:pt x="1980" y="1162"/>
                    <a:pt x="2281" y="861"/>
                    <a:pt x="2381" y="510"/>
                  </a:cubicBezTo>
                  <a:cubicBezTo>
                    <a:pt x="2406" y="385"/>
                    <a:pt x="2431" y="234"/>
                    <a:pt x="2406" y="134"/>
                  </a:cubicBezTo>
                  <a:cubicBezTo>
                    <a:pt x="2367" y="37"/>
                    <a:pt x="2268" y="0"/>
                    <a:pt x="2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5910868" y="2744400"/>
              <a:ext cx="43877" cy="48551"/>
            </a:xfrm>
            <a:custGeom>
              <a:avLst/>
              <a:gdLst/>
              <a:ahLst/>
              <a:cxnLst/>
              <a:rect l="l" t="t" r="r" b="b"/>
              <a:pathLst>
                <a:path w="2131" h="2358" extrusionOk="0">
                  <a:moveTo>
                    <a:pt x="211" y="0"/>
                  </a:moveTo>
                  <a:cubicBezTo>
                    <a:pt x="143" y="0"/>
                    <a:pt x="80" y="24"/>
                    <a:pt x="50" y="83"/>
                  </a:cubicBezTo>
                  <a:cubicBezTo>
                    <a:pt x="0" y="208"/>
                    <a:pt x="0" y="359"/>
                    <a:pt x="0" y="484"/>
                  </a:cubicBezTo>
                  <a:cubicBezTo>
                    <a:pt x="50" y="835"/>
                    <a:pt x="301" y="1186"/>
                    <a:pt x="526" y="1462"/>
                  </a:cubicBezTo>
                  <a:cubicBezTo>
                    <a:pt x="702" y="1687"/>
                    <a:pt x="927" y="1913"/>
                    <a:pt x="1153" y="2063"/>
                  </a:cubicBezTo>
                  <a:cubicBezTo>
                    <a:pt x="1303" y="2163"/>
                    <a:pt x="1429" y="2238"/>
                    <a:pt x="1579" y="2289"/>
                  </a:cubicBezTo>
                  <a:cubicBezTo>
                    <a:pt x="1654" y="2318"/>
                    <a:pt x="1782" y="2357"/>
                    <a:pt x="1889" y="2357"/>
                  </a:cubicBezTo>
                  <a:cubicBezTo>
                    <a:pt x="1962" y="2357"/>
                    <a:pt x="2025" y="2339"/>
                    <a:pt x="2055" y="2289"/>
                  </a:cubicBezTo>
                  <a:cubicBezTo>
                    <a:pt x="2130" y="2213"/>
                    <a:pt x="2105" y="2038"/>
                    <a:pt x="2105" y="1963"/>
                  </a:cubicBezTo>
                  <a:cubicBezTo>
                    <a:pt x="2105" y="1837"/>
                    <a:pt x="2080" y="1712"/>
                    <a:pt x="2055" y="1587"/>
                  </a:cubicBezTo>
                  <a:cubicBezTo>
                    <a:pt x="2005" y="1361"/>
                    <a:pt x="1905" y="1136"/>
                    <a:pt x="1780" y="935"/>
                  </a:cubicBezTo>
                  <a:cubicBezTo>
                    <a:pt x="1529" y="534"/>
                    <a:pt x="1153" y="309"/>
                    <a:pt x="727" y="133"/>
                  </a:cubicBezTo>
                  <a:cubicBezTo>
                    <a:pt x="602" y="108"/>
                    <a:pt x="476" y="58"/>
                    <a:pt x="351" y="33"/>
                  </a:cubicBezTo>
                  <a:cubicBezTo>
                    <a:pt x="309" y="12"/>
                    <a:pt x="259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5862875" y="2647671"/>
              <a:ext cx="38194" cy="53637"/>
            </a:xfrm>
            <a:custGeom>
              <a:avLst/>
              <a:gdLst/>
              <a:ahLst/>
              <a:cxnLst/>
              <a:rect l="l" t="t" r="r" b="b"/>
              <a:pathLst>
                <a:path w="1855" h="2605" extrusionOk="0">
                  <a:moveTo>
                    <a:pt x="1601" y="0"/>
                  </a:moveTo>
                  <a:cubicBezTo>
                    <a:pt x="1542" y="0"/>
                    <a:pt x="1479" y="19"/>
                    <a:pt x="1429" y="44"/>
                  </a:cubicBezTo>
                  <a:cubicBezTo>
                    <a:pt x="1329" y="94"/>
                    <a:pt x="1203" y="170"/>
                    <a:pt x="1078" y="220"/>
                  </a:cubicBezTo>
                  <a:cubicBezTo>
                    <a:pt x="677" y="445"/>
                    <a:pt x="351" y="746"/>
                    <a:pt x="176" y="1172"/>
                  </a:cubicBezTo>
                  <a:cubicBezTo>
                    <a:pt x="75" y="1398"/>
                    <a:pt x="25" y="1623"/>
                    <a:pt x="25" y="1874"/>
                  </a:cubicBezTo>
                  <a:cubicBezTo>
                    <a:pt x="0" y="1999"/>
                    <a:pt x="25" y="2124"/>
                    <a:pt x="25" y="2225"/>
                  </a:cubicBezTo>
                  <a:cubicBezTo>
                    <a:pt x="50" y="2325"/>
                    <a:pt x="50" y="2500"/>
                    <a:pt x="126" y="2550"/>
                  </a:cubicBezTo>
                  <a:cubicBezTo>
                    <a:pt x="157" y="2590"/>
                    <a:pt x="203" y="2604"/>
                    <a:pt x="256" y="2604"/>
                  </a:cubicBezTo>
                  <a:cubicBezTo>
                    <a:pt x="371" y="2604"/>
                    <a:pt x="516" y="2535"/>
                    <a:pt x="602" y="2500"/>
                  </a:cubicBezTo>
                  <a:cubicBezTo>
                    <a:pt x="727" y="2425"/>
                    <a:pt x="852" y="2300"/>
                    <a:pt x="978" y="2200"/>
                  </a:cubicBezTo>
                  <a:cubicBezTo>
                    <a:pt x="1178" y="1999"/>
                    <a:pt x="1354" y="1748"/>
                    <a:pt x="1504" y="1498"/>
                  </a:cubicBezTo>
                  <a:cubicBezTo>
                    <a:pt x="1679" y="1197"/>
                    <a:pt x="1855" y="796"/>
                    <a:pt x="1855" y="445"/>
                  </a:cubicBezTo>
                  <a:cubicBezTo>
                    <a:pt x="1855" y="320"/>
                    <a:pt x="1830" y="170"/>
                    <a:pt x="1755" y="69"/>
                  </a:cubicBezTo>
                  <a:cubicBezTo>
                    <a:pt x="1717" y="19"/>
                    <a:pt x="1661" y="0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5898473" y="2644953"/>
              <a:ext cx="54728" cy="36156"/>
            </a:xfrm>
            <a:custGeom>
              <a:avLst/>
              <a:gdLst/>
              <a:ahLst/>
              <a:cxnLst/>
              <a:rect l="l" t="t" r="r" b="b"/>
              <a:pathLst>
                <a:path w="2658" h="1756" extrusionOk="0">
                  <a:moveTo>
                    <a:pt x="276" y="1"/>
                  </a:moveTo>
                  <a:cubicBezTo>
                    <a:pt x="176" y="1"/>
                    <a:pt x="26" y="51"/>
                    <a:pt x="26" y="176"/>
                  </a:cubicBezTo>
                  <a:cubicBezTo>
                    <a:pt x="1" y="302"/>
                    <a:pt x="51" y="452"/>
                    <a:pt x="101" y="552"/>
                  </a:cubicBezTo>
                  <a:cubicBezTo>
                    <a:pt x="251" y="878"/>
                    <a:pt x="602" y="1129"/>
                    <a:pt x="903" y="1329"/>
                  </a:cubicBezTo>
                  <a:cubicBezTo>
                    <a:pt x="1153" y="1479"/>
                    <a:pt x="1429" y="1605"/>
                    <a:pt x="1705" y="1705"/>
                  </a:cubicBezTo>
                  <a:cubicBezTo>
                    <a:pt x="1855" y="1730"/>
                    <a:pt x="2006" y="1755"/>
                    <a:pt x="2181" y="1755"/>
                  </a:cubicBezTo>
                  <a:cubicBezTo>
                    <a:pt x="2306" y="1755"/>
                    <a:pt x="2582" y="1755"/>
                    <a:pt x="2632" y="1605"/>
                  </a:cubicBezTo>
                  <a:cubicBezTo>
                    <a:pt x="2657" y="1505"/>
                    <a:pt x="2582" y="1354"/>
                    <a:pt x="2557" y="1279"/>
                  </a:cubicBezTo>
                  <a:cubicBezTo>
                    <a:pt x="2507" y="1154"/>
                    <a:pt x="2457" y="1053"/>
                    <a:pt x="2407" y="953"/>
                  </a:cubicBezTo>
                  <a:cubicBezTo>
                    <a:pt x="2281" y="753"/>
                    <a:pt x="2106" y="577"/>
                    <a:pt x="1930" y="427"/>
                  </a:cubicBezTo>
                  <a:cubicBezTo>
                    <a:pt x="1554" y="126"/>
                    <a:pt x="1128" y="1"/>
                    <a:pt x="6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5826741" y="2588436"/>
              <a:ext cx="28414" cy="61749"/>
            </a:xfrm>
            <a:custGeom>
              <a:avLst/>
              <a:gdLst/>
              <a:ahLst/>
              <a:cxnLst/>
              <a:rect l="l" t="t" r="r" b="b"/>
              <a:pathLst>
                <a:path w="1380" h="2999" extrusionOk="0">
                  <a:moveTo>
                    <a:pt x="787" y="1"/>
                  </a:moveTo>
                  <a:cubicBezTo>
                    <a:pt x="692" y="1"/>
                    <a:pt x="614" y="82"/>
                    <a:pt x="552" y="164"/>
                  </a:cubicBezTo>
                  <a:cubicBezTo>
                    <a:pt x="502" y="265"/>
                    <a:pt x="427" y="365"/>
                    <a:pt x="352" y="490"/>
                  </a:cubicBezTo>
                  <a:cubicBezTo>
                    <a:pt x="126" y="891"/>
                    <a:pt x="1" y="1292"/>
                    <a:pt x="51" y="1768"/>
                  </a:cubicBezTo>
                  <a:cubicBezTo>
                    <a:pt x="76" y="1994"/>
                    <a:pt x="151" y="2245"/>
                    <a:pt x="277" y="2445"/>
                  </a:cubicBezTo>
                  <a:cubicBezTo>
                    <a:pt x="327" y="2545"/>
                    <a:pt x="402" y="2646"/>
                    <a:pt x="477" y="2746"/>
                  </a:cubicBezTo>
                  <a:cubicBezTo>
                    <a:pt x="527" y="2821"/>
                    <a:pt x="602" y="2971"/>
                    <a:pt x="703" y="2996"/>
                  </a:cubicBezTo>
                  <a:cubicBezTo>
                    <a:pt x="710" y="2998"/>
                    <a:pt x="718" y="2998"/>
                    <a:pt x="726" y="2998"/>
                  </a:cubicBezTo>
                  <a:cubicBezTo>
                    <a:pt x="868" y="2998"/>
                    <a:pt x="1007" y="2791"/>
                    <a:pt x="1079" y="2696"/>
                  </a:cubicBezTo>
                  <a:cubicBezTo>
                    <a:pt x="1154" y="2545"/>
                    <a:pt x="1229" y="2395"/>
                    <a:pt x="1254" y="2245"/>
                  </a:cubicBezTo>
                  <a:cubicBezTo>
                    <a:pt x="1354" y="1969"/>
                    <a:pt x="1379" y="1668"/>
                    <a:pt x="1354" y="1367"/>
                  </a:cubicBezTo>
                  <a:cubicBezTo>
                    <a:pt x="1354" y="1016"/>
                    <a:pt x="1329" y="590"/>
                    <a:pt x="1129" y="290"/>
                  </a:cubicBezTo>
                  <a:cubicBezTo>
                    <a:pt x="1053" y="189"/>
                    <a:pt x="953" y="64"/>
                    <a:pt x="853" y="14"/>
                  </a:cubicBezTo>
                  <a:cubicBezTo>
                    <a:pt x="830" y="5"/>
                    <a:pt x="808" y="1"/>
                    <a:pt x="7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5842738" y="2572273"/>
              <a:ext cx="62985" cy="27302"/>
            </a:xfrm>
            <a:custGeom>
              <a:avLst/>
              <a:gdLst/>
              <a:ahLst/>
              <a:cxnLst/>
              <a:rect l="l" t="t" r="r" b="b"/>
              <a:pathLst>
                <a:path w="3059" h="1326" extrusionOk="0">
                  <a:moveTo>
                    <a:pt x="1554" y="0"/>
                  </a:moveTo>
                  <a:cubicBezTo>
                    <a:pt x="1187" y="0"/>
                    <a:pt x="849" y="117"/>
                    <a:pt x="527" y="298"/>
                  </a:cubicBezTo>
                  <a:cubicBezTo>
                    <a:pt x="427" y="348"/>
                    <a:pt x="302" y="423"/>
                    <a:pt x="201" y="498"/>
                  </a:cubicBezTo>
                  <a:cubicBezTo>
                    <a:pt x="101" y="548"/>
                    <a:pt x="1" y="649"/>
                    <a:pt x="51" y="774"/>
                  </a:cubicBezTo>
                  <a:cubicBezTo>
                    <a:pt x="101" y="899"/>
                    <a:pt x="226" y="999"/>
                    <a:pt x="327" y="1050"/>
                  </a:cubicBezTo>
                  <a:cubicBezTo>
                    <a:pt x="627" y="1250"/>
                    <a:pt x="1053" y="1300"/>
                    <a:pt x="1404" y="1325"/>
                  </a:cubicBezTo>
                  <a:cubicBezTo>
                    <a:pt x="1705" y="1325"/>
                    <a:pt x="1981" y="1300"/>
                    <a:pt x="2281" y="1225"/>
                  </a:cubicBezTo>
                  <a:cubicBezTo>
                    <a:pt x="2432" y="1175"/>
                    <a:pt x="2582" y="1125"/>
                    <a:pt x="2733" y="1050"/>
                  </a:cubicBezTo>
                  <a:cubicBezTo>
                    <a:pt x="2833" y="974"/>
                    <a:pt x="3058" y="824"/>
                    <a:pt x="3033" y="674"/>
                  </a:cubicBezTo>
                  <a:cubicBezTo>
                    <a:pt x="3008" y="573"/>
                    <a:pt x="2858" y="498"/>
                    <a:pt x="2808" y="448"/>
                  </a:cubicBezTo>
                  <a:cubicBezTo>
                    <a:pt x="2708" y="373"/>
                    <a:pt x="2607" y="298"/>
                    <a:pt x="2507" y="248"/>
                  </a:cubicBezTo>
                  <a:cubicBezTo>
                    <a:pt x="2281" y="122"/>
                    <a:pt x="2056" y="47"/>
                    <a:pt x="1830" y="22"/>
                  </a:cubicBezTo>
                  <a:cubicBezTo>
                    <a:pt x="1736" y="7"/>
                    <a:pt x="1644" y="0"/>
                    <a:pt x="1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5788054" y="2573076"/>
              <a:ext cx="256490" cy="787135"/>
            </a:xfrm>
            <a:custGeom>
              <a:avLst/>
              <a:gdLst/>
              <a:ahLst/>
              <a:cxnLst/>
              <a:rect l="l" t="t" r="r" b="b"/>
              <a:pathLst>
                <a:path w="12457" h="38229" extrusionOk="0">
                  <a:moveTo>
                    <a:pt x="646" y="1"/>
                  </a:moveTo>
                  <a:cubicBezTo>
                    <a:pt x="433" y="1"/>
                    <a:pt x="217" y="19"/>
                    <a:pt x="0" y="58"/>
                  </a:cubicBezTo>
                  <a:lnTo>
                    <a:pt x="50" y="384"/>
                  </a:lnTo>
                  <a:cubicBezTo>
                    <a:pt x="252" y="347"/>
                    <a:pt x="453" y="330"/>
                    <a:pt x="653" y="330"/>
                  </a:cubicBezTo>
                  <a:cubicBezTo>
                    <a:pt x="2897" y="330"/>
                    <a:pt x="4894" y="2568"/>
                    <a:pt x="5539" y="4870"/>
                  </a:cubicBezTo>
                  <a:cubicBezTo>
                    <a:pt x="6191" y="7276"/>
                    <a:pt x="5790" y="9858"/>
                    <a:pt x="5389" y="12364"/>
                  </a:cubicBezTo>
                  <a:lnTo>
                    <a:pt x="5338" y="12590"/>
                  </a:lnTo>
                  <a:cubicBezTo>
                    <a:pt x="4912" y="15321"/>
                    <a:pt x="4587" y="17978"/>
                    <a:pt x="5514" y="20434"/>
                  </a:cubicBezTo>
                  <a:cubicBezTo>
                    <a:pt x="6115" y="22013"/>
                    <a:pt x="7168" y="23367"/>
                    <a:pt x="8221" y="24670"/>
                  </a:cubicBezTo>
                  <a:cubicBezTo>
                    <a:pt x="9048" y="25697"/>
                    <a:pt x="9900" y="26750"/>
                    <a:pt x="10501" y="27953"/>
                  </a:cubicBezTo>
                  <a:cubicBezTo>
                    <a:pt x="12131" y="31111"/>
                    <a:pt x="11830" y="35171"/>
                    <a:pt x="9750" y="38053"/>
                  </a:cubicBezTo>
                  <a:lnTo>
                    <a:pt x="10000" y="38229"/>
                  </a:lnTo>
                  <a:cubicBezTo>
                    <a:pt x="12131" y="35271"/>
                    <a:pt x="12456" y="31061"/>
                    <a:pt x="10777" y="27803"/>
                  </a:cubicBezTo>
                  <a:cubicBezTo>
                    <a:pt x="10176" y="26600"/>
                    <a:pt x="9298" y="25497"/>
                    <a:pt x="8471" y="24469"/>
                  </a:cubicBezTo>
                  <a:cubicBezTo>
                    <a:pt x="7444" y="23191"/>
                    <a:pt x="6391" y="21863"/>
                    <a:pt x="5790" y="20309"/>
                  </a:cubicBezTo>
                  <a:cubicBezTo>
                    <a:pt x="4912" y="17928"/>
                    <a:pt x="5213" y="15321"/>
                    <a:pt x="5664" y="12640"/>
                  </a:cubicBezTo>
                  <a:lnTo>
                    <a:pt x="5689" y="12414"/>
                  </a:lnTo>
                  <a:cubicBezTo>
                    <a:pt x="6090" y="9883"/>
                    <a:pt x="6516" y="7276"/>
                    <a:pt x="5840" y="4795"/>
                  </a:cubicBezTo>
                  <a:cubicBezTo>
                    <a:pt x="5149" y="2356"/>
                    <a:pt x="3043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023862" y="2938021"/>
              <a:ext cx="28414" cy="61111"/>
            </a:xfrm>
            <a:custGeom>
              <a:avLst/>
              <a:gdLst/>
              <a:ahLst/>
              <a:cxnLst/>
              <a:rect l="l" t="t" r="r" b="b"/>
              <a:pathLst>
                <a:path w="1380" h="2968" extrusionOk="0">
                  <a:moveTo>
                    <a:pt x="864" y="1"/>
                  </a:moveTo>
                  <a:cubicBezTo>
                    <a:pt x="779" y="1"/>
                    <a:pt x="709" y="71"/>
                    <a:pt x="652" y="128"/>
                  </a:cubicBezTo>
                  <a:cubicBezTo>
                    <a:pt x="577" y="228"/>
                    <a:pt x="502" y="328"/>
                    <a:pt x="427" y="454"/>
                  </a:cubicBezTo>
                  <a:cubicBezTo>
                    <a:pt x="151" y="830"/>
                    <a:pt x="1" y="1231"/>
                    <a:pt x="26" y="1707"/>
                  </a:cubicBezTo>
                  <a:cubicBezTo>
                    <a:pt x="26" y="1957"/>
                    <a:pt x="101" y="2183"/>
                    <a:pt x="176" y="2408"/>
                  </a:cubicBezTo>
                  <a:cubicBezTo>
                    <a:pt x="226" y="2509"/>
                    <a:pt x="302" y="2609"/>
                    <a:pt x="352" y="2709"/>
                  </a:cubicBezTo>
                  <a:cubicBezTo>
                    <a:pt x="402" y="2784"/>
                    <a:pt x="477" y="2935"/>
                    <a:pt x="577" y="2960"/>
                  </a:cubicBezTo>
                  <a:cubicBezTo>
                    <a:pt x="594" y="2965"/>
                    <a:pt x="610" y="2968"/>
                    <a:pt x="627" y="2968"/>
                  </a:cubicBezTo>
                  <a:cubicBezTo>
                    <a:pt x="764" y="2968"/>
                    <a:pt x="911" y="2799"/>
                    <a:pt x="978" y="2709"/>
                  </a:cubicBezTo>
                  <a:cubicBezTo>
                    <a:pt x="1079" y="2559"/>
                    <a:pt x="1129" y="2408"/>
                    <a:pt x="1204" y="2258"/>
                  </a:cubicBezTo>
                  <a:cubicBezTo>
                    <a:pt x="1304" y="1982"/>
                    <a:pt x="1354" y="1707"/>
                    <a:pt x="1354" y="1406"/>
                  </a:cubicBezTo>
                  <a:cubicBezTo>
                    <a:pt x="1379" y="1055"/>
                    <a:pt x="1379" y="629"/>
                    <a:pt x="1204" y="303"/>
                  </a:cubicBezTo>
                  <a:cubicBezTo>
                    <a:pt x="1129" y="203"/>
                    <a:pt x="1053" y="78"/>
                    <a:pt x="953" y="28"/>
                  </a:cubicBezTo>
                  <a:cubicBezTo>
                    <a:pt x="922" y="9"/>
                    <a:pt x="892" y="1"/>
                    <a:pt x="8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5772571" y="3673078"/>
              <a:ext cx="59876" cy="29753"/>
            </a:xfrm>
            <a:custGeom>
              <a:avLst/>
              <a:gdLst/>
              <a:ahLst/>
              <a:cxnLst/>
              <a:rect l="l" t="t" r="r" b="b"/>
              <a:pathLst>
                <a:path w="2908" h="1445" extrusionOk="0">
                  <a:moveTo>
                    <a:pt x="1731" y="0"/>
                  </a:moveTo>
                  <a:cubicBezTo>
                    <a:pt x="1477" y="0"/>
                    <a:pt x="1227" y="49"/>
                    <a:pt x="978" y="166"/>
                  </a:cubicBezTo>
                  <a:cubicBezTo>
                    <a:pt x="752" y="241"/>
                    <a:pt x="552" y="392"/>
                    <a:pt x="376" y="567"/>
                  </a:cubicBezTo>
                  <a:cubicBezTo>
                    <a:pt x="301" y="642"/>
                    <a:pt x="226" y="743"/>
                    <a:pt x="151" y="843"/>
                  </a:cubicBezTo>
                  <a:cubicBezTo>
                    <a:pt x="100" y="918"/>
                    <a:pt x="0" y="1044"/>
                    <a:pt x="0" y="1119"/>
                  </a:cubicBezTo>
                  <a:cubicBezTo>
                    <a:pt x="0" y="1294"/>
                    <a:pt x="276" y="1369"/>
                    <a:pt x="401" y="1394"/>
                  </a:cubicBezTo>
                  <a:cubicBezTo>
                    <a:pt x="552" y="1445"/>
                    <a:pt x="702" y="1445"/>
                    <a:pt x="877" y="1445"/>
                  </a:cubicBezTo>
                  <a:cubicBezTo>
                    <a:pt x="1178" y="1445"/>
                    <a:pt x="1454" y="1394"/>
                    <a:pt x="1730" y="1294"/>
                  </a:cubicBezTo>
                  <a:cubicBezTo>
                    <a:pt x="2080" y="1194"/>
                    <a:pt x="2481" y="1018"/>
                    <a:pt x="2707" y="743"/>
                  </a:cubicBezTo>
                  <a:cubicBezTo>
                    <a:pt x="2782" y="642"/>
                    <a:pt x="2882" y="517"/>
                    <a:pt x="2882" y="392"/>
                  </a:cubicBezTo>
                  <a:cubicBezTo>
                    <a:pt x="2908" y="267"/>
                    <a:pt x="2782" y="216"/>
                    <a:pt x="2657" y="166"/>
                  </a:cubicBezTo>
                  <a:cubicBezTo>
                    <a:pt x="2557" y="141"/>
                    <a:pt x="2431" y="91"/>
                    <a:pt x="2281" y="66"/>
                  </a:cubicBezTo>
                  <a:cubicBezTo>
                    <a:pt x="2094" y="25"/>
                    <a:pt x="1912" y="0"/>
                    <a:pt x="1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5826226" y="3679976"/>
              <a:ext cx="32532" cy="59361"/>
            </a:xfrm>
            <a:custGeom>
              <a:avLst/>
              <a:gdLst/>
              <a:ahLst/>
              <a:cxnLst/>
              <a:rect l="l" t="t" r="r" b="b"/>
              <a:pathLst>
                <a:path w="1580" h="2883" extrusionOk="0">
                  <a:moveTo>
                    <a:pt x="394" y="1"/>
                  </a:moveTo>
                  <a:cubicBezTo>
                    <a:pt x="362" y="1"/>
                    <a:pt x="331" y="10"/>
                    <a:pt x="302" y="32"/>
                  </a:cubicBezTo>
                  <a:cubicBezTo>
                    <a:pt x="201" y="132"/>
                    <a:pt x="151" y="257"/>
                    <a:pt x="101" y="383"/>
                  </a:cubicBezTo>
                  <a:cubicBezTo>
                    <a:pt x="1" y="734"/>
                    <a:pt x="76" y="1160"/>
                    <a:pt x="176" y="1485"/>
                  </a:cubicBezTo>
                  <a:cubicBezTo>
                    <a:pt x="251" y="1761"/>
                    <a:pt x="352" y="2062"/>
                    <a:pt x="502" y="2313"/>
                  </a:cubicBezTo>
                  <a:cubicBezTo>
                    <a:pt x="602" y="2438"/>
                    <a:pt x="703" y="2563"/>
                    <a:pt x="803" y="2688"/>
                  </a:cubicBezTo>
                  <a:cubicBezTo>
                    <a:pt x="886" y="2751"/>
                    <a:pt x="1038" y="2882"/>
                    <a:pt x="1173" y="2882"/>
                  </a:cubicBezTo>
                  <a:cubicBezTo>
                    <a:pt x="1201" y="2882"/>
                    <a:pt x="1228" y="2877"/>
                    <a:pt x="1254" y="2864"/>
                  </a:cubicBezTo>
                  <a:cubicBezTo>
                    <a:pt x="1329" y="2814"/>
                    <a:pt x="1379" y="2663"/>
                    <a:pt x="1404" y="2563"/>
                  </a:cubicBezTo>
                  <a:cubicBezTo>
                    <a:pt x="1454" y="2463"/>
                    <a:pt x="1505" y="2338"/>
                    <a:pt x="1530" y="2212"/>
                  </a:cubicBezTo>
                  <a:cubicBezTo>
                    <a:pt x="1580" y="1987"/>
                    <a:pt x="1580" y="1761"/>
                    <a:pt x="1530" y="1511"/>
                  </a:cubicBezTo>
                  <a:cubicBezTo>
                    <a:pt x="1479" y="1059"/>
                    <a:pt x="1229" y="683"/>
                    <a:pt x="903" y="358"/>
                  </a:cubicBezTo>
                  <a:cubicBezTo>
                    <a:pt x="803" y="257"/>
                    <a:pt x="703" y="182"/>
                    <a:pt x="602" y="107"/>
                  </a:cubicBezTo>
                  <a:cubicBezTo>
                    <a:pt x="549" y="54"/>
                    <a:pt x="471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5810743" y="3606904"/>
              <a:ext cx="59382" cy="30391"/>
            </a:xfrm>
            <a:custGeom>
              <a:avLst/>
              <a:gdLst/>
              <a:ahLst/>
              <a:cxnLst/>
              <a:rect l="l" t="t" r="r" b="b"/>
              <a:pathLst>
                <a:path w="2884" h="1476" extrusionOk="0">
                  <a:moveTo>
                    <a:pt x="1769" y="1"/>
                  </a:moveTo>
                  <a:cubicBezTo>
                    <a:pt x="1491" y="1"/>
                    <a:pt x="1218" y="48"/>
                    <a:pt x="953" y="172"/>
                  </a:cubicBezTo>
                  <a:cubicBezTo>
                    <a:pt x="753" y="273"/>
                    <a:pt x="552" y="423"/>
                    <a:pt x="402" y="598"/>
                  </a:cubicBezTo>
                  <a:cubicBezTo>
                    <a:pt x="302" y="674"/>
                    <a:pt x="226" y="774"/>
                    <a:pt x="176" y="874"/>
                  </a:cubicBezTo>
                  <a:cubicBezTo>
                    <a:pt x="126" y="949"/>
                    <a:pt x="1" y="1075"/>
                    <a:pt x="26" y="1175"/>
                  </a:cubicBezTo>
                  <a:cubicBezTo>
                    <a:pt x="26" y="1325"/>
                    <a:pt x="302" y="1400"/>
                    <a:pt x="427" y="1425"/>
                  </a:cubicBezTo>
                  <a:cubicBezTo>
                    <a:pt x="577" y="1476"/>
                    <a:pt x="728" y="1476"/>
                    <a:pt x="903" y="1476"/>
                  </a:cubicBezTo>
                  <a:cubicBezTo>
                    <a:pt x="1204" y="1450"/>
                    <a:pt x="1480" y="1400"/>
                    <a:pt x="1755" y="1300"/>
                  </a:cubicBezTo>
                  <a:cubicBezTo>
                    <a:pt x="2081" y="1175"/>
                    <a:pt x="2482" y="999"/>
                    <a:pt x="2708" y="724"/>
                  </a:cubicBezTo>
                  <a:cubicBezTo>
                    <a:pt x="2783" y="623"/>
                    <a:pt x="2883" y="498"/>
                    <a:pt x="2883" y="373"/>
                  </a:cubicBezTo>
                  <a:cubicBezTo>
                    <a:pt x="2883" y="247"/>
                    <a:pt x="2758" y="172"/>
                    <a:pt x="2658" y="147"/>
                  </a:cubicBezTo>
                  <a:cubicBezTo>
                    <a:pt x="2532" y="122"/>
                    <a:pt x="2407" y="72"/>
                    <a:pt x="2282" y="47"/>
                  </a:cubicBezTo>
                  <a:cubicBezTo>
                    <a:pt x="2110" y="18"/>
                    <a:pt x="1939" y="1"/>
                    <a:pt x="1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5864934" y="3613390"/>
              <a:ext cx="32532" cy="58867"/>
            </a:xfrm>
            <a:custGeom>
              <a:avLst/>
              <a:gdLst/>
              <a:ahLst/>
              <a:cxnLst/>
              <a:rect l="l" t="t" r="r" b="b"/>
              <a:pathLst>
                <a:path w="1580" h="2859" extrusionOk="0">
                  <a:moveTo>
                    <a:pt x="372" y="1"/>
                  </a:moveTo>
                  <a:cubicBezTo>
                    <a:pt x="339" y="1"/>
                    <a:pt x="307" y="10"/>
                    <a:pt x="276" y="33"/>
                  </a:cubicBezTo>
                  <a:cubicBezTo>
                    <a:pt x="176" y="108"/>
                    <a:pt x="126" y="258"/>
                    <a:pt x="76" y="384"/>
                  </a:cubicBezTo>
                  <a:cubicBezTo>
                    <a:pt x="0" y="734"/>
                    <a:pt x="76" y="1161"/>
                    <a:pt x="176" y="1486"/>
                  </a:cubicBezTo>
                  <a:cubicBezTo>
                    <a:pt x="251" y="1762"/>
                    <a:pt x="376" y="2038"/>
                    <a:pt x="527" y="2288"/>
                  </a:cubicBezTo>
                  <a:cubicBezTo>
                    <a:pt x="627" y="2414"/>
                    <a:pt x="727" y="2539"/>
                    <a:pt x="853" y="2664"/>
                  </a:cubicBezTo>
                  <a:cubicBezTo>
                    <a:pt x="936" y="2727"/>
                    <a:pt x="1088" y="2858"/>
                    <a:pt x="1223" y="2858"/>
                  </a:cubicBezTo>
                  <a:cubicBezTo>
                    <a:pt x="1251" y="2858"/>
                    <a:pt x="1278" y="2853"/>
                    <a:pt x="1304" y="2840"/>
                  </a:cubicBezTo>
                  <a:cubicBezTo>
                    <a:pt x="1379" y="2790"/>
                    <a:pt x="1429" y="2614"/>
                    <a:pt x="1454" y="2539"/>
                  </a:cubicBezTo>
                  <a:cubicBezTo>
                    <a:pt x="1504" y="2414"/>
                    <a:pt x="1529" y="2313"/>
                    <a:pt x="1554" y="2188"/>
                  </a:cubicBezTo>
                  <a:cubicBezTo>
                    <a:pt x="1579" y="1963"/>
                    <a:pt x="1579" y="1712"/>
                    <a:pt x="1554" y="1486"/>
                  </a:cubicBezTo>
                  <a:cubicBezTo>
                    <a:pt x="1479" y="1010"/>
                    <a:pt x="1229" y="659"/>
                    <a:pt x="878" y="333"/>
                  </a:cubicBezTo>
                  <a:cubicBezTo>
                    <a:pt x="777" y="258"/>
                    <a:pt x="677" y="158"/>
                    <a:pt x="577" y="83"/>
                  </a:cubicBezTo>
                  <a:cubicBezTo>
                    <a:pt x="525" y="48"/>
                    <a:pt x="448" y="1"/>
                    <a:pt x="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5829850" y="3515591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55" y="0"/>
                  </a:moveTo>
                  <a:cubicBezTo>
                    <a:pt x="1807" y="0"/>
                    <a:pt x="1756" y="11"/>
                    <a:pt x="1704" y="21"/>
                  </a:cubicBezTo>
                  <a:cubicBezTo>
                    <a:pt x="1604" y="71"/>
                    <a:pt x="1479" y="96"/>
                    <a:pt x="1354" y="146"/>
                  </a:cubicBezTo>
                  <a:cubicBezTo>
                    <a:pt x="928" y="322"/>
                    <a:pt x="552" y="572"/>
                    <a:pt x="301" y="973"/>
                  </a:cubicBezTo>
                  <a:cubicBezTo>
                    <a:pt x="201" y="1174"/>
                    <a:pt x="100" y="1399"/>
                    <a:pt x="50" y="1625"/>
                  </a:cubicBezTo>
                  <a:cubicBezTo>
                    <a:pt x="25" y="1750"/>
                    <a:pt x="25" y="1875"/>
                    <a:pt x="25" y="2001"/>
                  </a:cubicBezTo>
                  <a:cubicBezTo>
                    <a:pt x="25" y="2076"/>
                    <a:pt x="0" y="2251"/>
                    <a:pt x="50" y="2327"/>
                  </a:cubicBezTo>
                  <a:cubicBezTo>
                    <a:pt x="91" y="2377"/>
                    <a:pt x="160" y="2395"/>
                    <a:pt x="237" y="2395"/>
                  </a:cubicBezTo>
                  <a:cubicBezTo>
                    <a:pt x="349" y="2395"/>
                    <a:pt x="477" y="2356"/>
                    <a:pt x="552" y="2327"/>
                  </a:cubicBezTo>
                  <a:cubicBezTo>
                    <a:pt x="702" y="2276"/>
                    <a:pt x="827" y="2201"/>
                    <a:pt x="953" y="2101"/>
                  </a:cubicBezTo>
                  <a:cubicBezTo>
                    <a:pt x="1203" y="1926"/>
                    <a:pt x="1404" y="1700"/>
                    <a:pt x="1579" y="1474"/>
                  </a:cubicBezTo>
                  <a:cubicBezTo>
                    <a:pt x="1805" y="1199"/>
                    <a:pt x="2030" y="848"/>
                    <a:pt x="2080" y="472"/>
                  </a:cubicBezTo>
                  <a:cubicBezTo>
                    <a:pt x="2080" y="347"/>
                    <a:pt x="2080" y="196"/>
                    <a:pt x="2030" y="96"/>
                  </a:cubicBezTo>
                  <a:cubicBezTo>
                    <a:pt x="1986" y="22"/>
                    <a:pt x="1924" y="0"/>
                    <a:pt x="1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5870616" y="3514273"/>
              <a:ext cx="51104" cy="41530"/>
            </a:xfrm>
            <a:custGeom>
              <a:avLst/>
              <a:gdLst/>
              <a:ahLst/>
              <a:cxnLst/>
              <a:rect l="l" t="t" r="r" b="b"/>
              <a:pathLst>
                <a:path w="2482" h="2017" extrusionOk="0">
                  <a:moveTo>
                    <a:pt x="264" y="1"/>
                  </a:moveTo>
                  <a:cubicBezTo>
                    <a:pt x="164" y="1"/>
                    <a:pt x="70" y="38"/>
                    <a:pt x="50" y="135"/>
                  </a:cubicBezTo>
                  <a:cubicBezTo>
                    <a:pt x="0" y="235"/>
                    <a:pt x="50" y="411"/>
                    <a:pt x="75" y="511"/>
                  </a:cubicBezTo>
                  <a:cubicBezTo>
                    <a:pt x="201" y="862"/>
                    <a:pt x="501" y="1162"/>
                    <a:pt x="752" y="1388"/>
                  </a:cubicBezTo>
                  <a:cubicBezTo>
                    <a:pt x="978" y="1589"/>
                    <a:pt x="1228" y="1764"/>
                    <a:pt x="1504" y="1864"/>
                  </a:cubicBezTo>
                  <a:cubicBezTo>
                    <a:pt x="1654" y="1939"/>
                    <a:pt x="1805" y="1990"/>
                    <a:pt x="1955" y="2015"/>
                  </a:cubicBezTo>
                  <a:cubicBezTo>
                    <a:pt x="1991" y="2015"/>
                    <a:pt x="2039" y="2017"/>
                    <a:pt x="2091" y="2017"/>
                  </a:cubicBezTo>
                  <a:cubicBezTo>
                    <a:pt x="2222" y="2017"/>
                    <a:pt x="2378" y="2004"/>
                    <a:pt x="2431" y="1914"/>
                  </a:cubicBezTo>
                  <a:cubicBezTo>
                    <a:pt x="2481" y="1814"/>
                    <a:pt x="2431" y="1664"/>
                    <a:pt x="2406" y="1589"/>
                  </a:cubicBezTo>
                  <a:cubicBezTo>
                    <a:pt x="2381" y="1463"/>
                    <a:pt x="2331" y="1338"/>
                    <a:pt x="2281" y="1238"/>
                  </a:cubicBezTo>
                  <a:cubicBezTo>
                    <a:pt x="2206" y="1012"/>
                    <a:pt x="2080" y="812"/>
                    <a:pt x="1905" y="636"/>
                  </a:cubicBezTo>
                  <a:cubicBezTo>
                    <a:pt x="1579" y="285"/>
                    <a:pt x="1178" y="135"/>
                    <a:pt x="727" y="60"/>
                  </a:cubicBezTo>
                  <a:cubicBezTo>
                    <a:pt x="602" y="35"/>
                    <a:pt x="476" y="10"/>
                    <a:pt x="351" y="10"/>
                  </a:cubicBezTo>
                  <a:cubicBezTo>
                    <a:pt x="323" y="4"/>
                    <a:pt x="293" y="1"/>
                    <a:pt x="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5804051" y="3428128"/>
              <a:ext cx="36135" cy="55572"/>
            </a:xfrm>
            <a:custGeom>
              <a:avLst/>
              <a:gdLst/>
              <a:ahLst/>
              <a:cxnLst/>
              <a:rect l="l" t="t" r="r" b="b"/>
              <a:pathLst>
                <a:path w="1755" h="2699" extrusionOk="0">
                  <a:moveTo>
                    <a:pt x="1467" y="0"/>
                  </a:moveTo>
                  <a:cubicBezTo>
                    <a:pt x="1402" y="0"/>
                    <a:pt x="1336" y="29"/>
                    <a:pt x="1278" y="58"/>
                  </a:cubicBezTo>
                  <a:cubicBezTo>
                    <a:pt x="1178" y="108"/>
                    <a:pt x="1053" y="184"/>
                    <a:pt x="952" y="259"/>
                  </a:cubicBezTo>
                  <a:cubicBezTo>
                    <a:pt x="551" y="509"/>
                    <a:pt x="251" y="835"/>
                    <a:pt x="100" y="1286"/>
                  </a:cubicBezTo>
                  <a:cubicBezTo>
                    <a:pt x="25" y="1512"/>
                    <a:pt x="0" y="1737"/>
                    <a:pt x="0" y="1988"/>
                  </a:cubicBezTo>
                  <a:cubicBezTo>
                    <a:pt x="0" y="2088"/>
                    <a:pt x="25" y="2214"/>
                    <a:pt x="50" y="2339"/>
                  </a:cubicBezTo>
                  <a:cubicBezTo>
                    <a:pt x="50" y="2414"/>
                    <a:pt x="75" y="2590"/>
                    <a:pt x="150" y="2665"/>
                  </a:cubicBezTo>
                  <a:cubicBezTo>
                    <a:pt x="180" y="2688"/>
                    <a:pt x="217" y="2698"/>
                    <a:pt x="257" y="2698"/>
                  </a:cubicBezTo>
                  <a:cubicBezTo>
                    <a:pt x="386" y="2698"/>
                    <a:pt x="550" y="2597"/>
                    <a:pt x="627" y="2539"/>
                  </a:cubicBezTo>
                  <a:cubicBezTo>
                    <a:pt x="752" y="2464"/>
                    <a:pt x="877" y="2364"/>
                    <a:pt x="978" y="2239"/>
                  </a:cubicBezTo>
                  <a:cubicBezTo>
                    <a:pt x="1178" y="2013"/>
                    <a:pt x="1328" y="1762"/>
                    <a:pt x="1454" y="1512"/>
                  </a:cubicBezTo>
                  <a:cubicBezTo>
                    <a:pt x="1604" y="1186"/>
                    <a:pt x="1754" y="785"/>
                    <a:pt x="1729" y="409"/>
                  </a:cubicBezTo>
                  <a:cubicBezTo>
                    <a:pt x="1704" y="309"/>
                    <a:pt x="1679" y="158"/>
                    <a:pt x="1604" y="58"/>
                  </a:cubicBezTo>
                  <a:cubicBezTo>
                    <a:pt x="1562" y="16"/>
                    <a:pt x="1515" y="0"/>
                    <a:pt x="1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5836562" y="3424072"/>
              <a:ext cx="56767" cy="34159"/>
            </a:xfrm>
            <a:custGeom>
              <a:avLst/>
              <a:gdLst/>
              <a:ahLst/>
              <a:cxnLst/>
              <a:rect l="l" t="t" r="r" b="b"/>
              <a:pathLst>
                <a:path w="2757" h="1659" extrusionOk="0">
                  <a:moveTo>
                    <a:pt x="818" y="0"/>
                  </a:moveTo>
                  <a:cubicBezTo>
                    <a:pt x="763" y="0"/>
                    <a:pt x="708" y="2"/>
                    <a:pt x="652" y="5"/>
                  </a:cubicBezTo>
                  <a:cubicBezTo>
                    <a:pt x="526" y="5"/>
                    <a:pt x="401" y="30"/>
                    <a:pt x="276" y="30"/>
                  </a:cubicBezTo>
                  <a:cubicBezTo>
                    <a:pt x="175" y="55"/>
                    <a:pt x="25" y="80"/>
                    <a:pt x="25" y="230"/>
                  </a:cubicBezTo>
                  <a:cubicBezTo>
                    <a:pt x="0" y="355"/>
                    <a:pt x="75" y="481"/>
                    <a:pt x="125" y="581"/>
                  </a:cubicBezTo>
                  <a:cubicBezTo>
                    <a:pt x="301" y="907"/>
                    <a:pt x="677" y="1132"/>
                    <a:pt x="977" y="1308"/>
                  </a:cubicBezTo>
                  <a:cubicBezTo>
                    <a:pt x="1253" y="1433"/>
                    <a:pt x="1529" y="1558"/>
                    <a:pt x="1805" y="1609"/>
                  </a:cubicBezTo>
                  <a:cubicBezTo>
                    <a:pt x="1955" y="1634"/>
                    <a:pt x="2130" y="1659"/>
                    <a:pt x="2281" y="1659"/>
                  </a:cubicBezTo>
                  <a:cubicBezTo>
                    <a:pt x="2406" y="1634"/>
                    <a:pt x="2682" y="1609"/>
                    <a:pt x="2732" y="1458"/>
                  </a:cubicBezTo>
                  <a:cubicBezTo>
                    <a:pt x="2757" y="1358"/>
                    <a:pt x="2657" y="1208"/>
                    <a:pt x="2632" y="1132"/>
                  </a:cubicBezTo>
                  <a:cubicBezTo>
                    <a:pt x="2581" y="1032"/>
                    <a:pt x="2506" y="932"/>
                    <a:pt x="2456" y="832"/>
                  </a:cubicBezTo>
                  <a:cubicBezTo>
                    <a:pt x="2306" y="631"/>
                    <a:pt x="2130" y="456"/>
                    <a:pt x="1955" y="330"/>
                  </a:cubicBezTo>
                  <a:cubicBezTo>
                    <a:pt x="1601" y="87"/>
                    <a:pt x="1228" y="0"/>
                    <a:pt x="8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5750890" y="3259502"/>
              <a:ext cx="46472" cy="46122"/>
            </a:xfrm>
            <a:custGeom>
              <a:avLst/>
              <a:gdLst/>
              <a:ahLst/>
              <a:cxnLst/>
              <a:rect l="l" t="t" r="r" b="b"/>
              <a:pathLst>
                <a:path w="2257" h="2240" extrusionOk="0">
                  <a:moveTo>
                    <a:pt x="1987" y="1"/>
                  </a:moveTo>
                  <a:cubicBezTo>
                    <a:pt x="1952" y="1"/>
                    <a:pt x="1916" y="3"/>
                    <a:pt x="1880" y="3"/>
                  </a:cubicBezTo>
                  <a:cubicBezTo>
                    <a:pt x="1780" y="53"/>
                    <a:pt x="1630" y="78"/>
                    <a:pt x="1504" y="103"/>
                  </a:cubicBezTo>
                  <a:cubicBezTo>
                    <a:pt x="1078" y="228"/>
                    <a:pt x="677" y="454"/>
                    <a:pt x="402" y="830"/>
                  </a:cubicBezTo>
                  <a:cubicBezTo>
                    <a:pt x="276" y="1030"/>
                    <a:pt x="176" y="1256"/>
                    <a:pt x="101" y="1481"/>
                  </a:cubicBezTo>
                  <a:cubicBezTo>
                    <a:pt x="76" y="1582"/>
                    <a:pt x="51" y="1707"/>
                    <a:pt x="26" y="1832"/>
                  </a:cubicBezTo>
                  <a:cubicBezTo>
                    <a:pt x="26" y="1907"/>
                    <a:pt x="1" y="2083"/>
                    <a:pt x="51" y="2158"/>
                  </a:cubicBezTo>
                  <a:cubicBezTo>
                    <a:pt x="88" y="2221"/>
                    <a:pt x="176" y="2239"/>
                    <a:pt x="270" y="2239"/>
                  </a:cubicBezTo>
                  <a:cubicBezTo>
                    <a:pt x="364" y="2239"/>
                    <a:pt x="464" y="2221"/>
                    <a:pt x="527" y="2208"/>
                  </a:cubicBezTo>
                  <a:cubicBezTo>
                    <a:pt x="677" y="2158"/>
                    <a:pt x="828" y="2083"/>
                    <a:pt x="953" y="2008"/>
                  </a:cubicBezTo>
                  <a:cubicBezTo>
                    <a:pt x="1204" y="1857"/>
                    <a:pt x="1429" y="1657"/>
                    <a:pt x="1630" y="1456"/>
                  </a:cubicBezTo>
                  <a:cubicBezTo>
                    <a:pt x="1880" y="1181"/>
                    <a:pt x="2131" y="855"/>
                    <a:pt x="2206" y="504"/>
                  </a:cubicBezTo>
                  <a:cubicBezTo>
                    <a:pt x="2231" y="379"/>
                    <a:pt x="2256" y="228"/>
                    <a:pt x="2206" y="103"/>
                  </a:cubicBezTo>
                  <a:cubicBezTo>
                    <a:pt x="2152" y="13"/>
                    <a:pt x="2073" y="1"/>
                    <a:pt x="1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5795260" y="3258761"/>
              <a:ext cx="47501" cy="44804"/>
            </a:xfrm>
            <a:custGeom>
              <a:avLst/>
              <a:gdLst/>
              <a:ahLst/>
              <a:cxnLst/>
              <a:rect l="l" t="t" r="r" b="b"/>
              <a:pathLst>
                <a:path w="2307" h="2176" extrusionOk="0">
                  <a:moveTo>
                    <a:pt x="238" y="0"/>
                  </a:moveTo>
                  <a:cubicBezTo>
                    <a:pt x="156" y="0"/>
                    <a:pt x="86" y="27"/>
                    <a:pt x="51" y="114"/>
                  </a:cubicBezTo>
                  <a:cubicBezTo>
                    <a:pt x="1" y="239"/>
                    <a:pt x="26" y="389"/>
                    <a:pt x="51" y="490"/>
                  </a:cubicBezTo>
                  <a:cubicBezTo>
                    <a:pt x="126" y="841"/>
                    <a:pt x="402" y="1191"/>
                    <a:pt x="653" y="1442"/>
                  </a:cubicBezTo>
                  <a:cubicBezTo>
                    <a:pt x="853" y="1643"/>
                    <a:pt x="1079" y="1843"/>
                    <a:pt x="1329" y="1968"/>
                  </a:cubicBezTo>
                  <a:cubicBezTo>
                    <a:pt x="1480" y="2044"/>
                    <a:pt x="1630" y="2119"/>
                    <a:pt x="1780" y="2144"/>
                  </a:cubicBezTo>
                  <a:cubicBezTo>
                    <a:pt x="1843" y="2156"/>
                    <a:pt x="1943" y="2175"/>
                    <a:pt x="2037" y="2175"/>
                  </a:cubicBezTo>
                  <a:cubicBezTo>
                    <a:pt x="2131" y="2175"/>
                    <a:pt x="2219" y="2156"/>
                    <a:pt x="2257" y="2094"/>
                  </a:cubicBezTo>
                  <a:cubicBezTo>
                    <a:pt x="2307" y="2019"/>
                    <a:pt x="2282" y="1843"/>
                    <a:pt x="2257" y="1768"/>
                  </a:cubicBezTo>
                  <a:cubicBezTo>
                    <a:pt x="2257" y="1643"/>
                    <a:pt x="2232" y="1517"/>
                    <a:pt x="2181" y="1392"/>
                  </a:cubicBezTo>
                  <a:cubicBezTo>
                    <a:pt x="2106" y="1166"/>
                    <a:pt x="2006" y="966"/>
                    <a:pt x="1856" y="790"/>
                  </a:cubicBezTo>
                  <a:cubicBezTo>
                    <a:pt x="1555" y="415"/>
                    <a:pt x="1179" y="214"/>
                    <a:pt x="728" y="89"/>
                  </a:cubicBezTo>
                  <a:cubicBezTo>
                    <a:pt x="603" y="64"/>
                    <a:pt x="477" y="39"/>
                    <a:pt x="352" y="14"/>
                  </a:cubicBezTo>
                  <a:cubicBezTo>
                    <a:pt x="313" y="6"/>
                    <a:pt x="274" y="0"/>
                    <a:pt x="2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5766373" y="3345338"/>
              <a:ext cx="37700" cy="53822"/>
            </a:xfrm>
            <a:custGeom>
              <a:avLst/>
              <a:gdLst/>
              <a:ahLst/>
              <a:cxnLst/>
              <a:rect l="l" t="t" r="r" b="b"/>
              <a:pathLst>
                <a:path w="1831" h="2614" extrusionOk="0">
                  <a:moveTo>
                    <a:pt x="1564" y="0"/>
                  </a:moveTo>
                  <a:cubicBezTo>
                    <a:pt x="1511" y="0"/>
                    <a:pt x="1454" y="19"/>
                    <a:pt x="1404" y="44"/>
                  </a:cubicBezTo>
                  <a:cubicBezTo>
                    <a:pt x="1279" y="94"/>
                    <a:pt x="1153" y="169"/>
                    <a:pt x="1053" y="220"/>
                  </a:cubicBezTo>
                  <a:cubicBezTo>
                    <a:pt x="652" y="470"/>
                    <a:pt x="326" y="771"/>
                    <a:pt x="151" y="1197"/>
                  </a:cubicBezTo>
                  <a:cubicBezTo>
                    <a:pt x="51" y="1423"/>
                    <a:pt x="0" y="1648"/>
                    <a:pt x="0" y="1899"/>
                  </a:cubicBezTo>
                  <a:cubicBezTo>
                    <a:pt x="0" y="1999"/>
                    <a:pt x="0" y="2124"/>
                    <a:pt x="26" y="2250"/>
                  </a:cubicBezTo>
                  <a:cubicBezTo>
                    <a:pt x="26" y="2350"/>
                    <a:pt x="51" y="2500"/>
                    <a:pt x="101" y="2575"/>
                  </a:cubicBezTo>
                  <a:cubicBezTo>
                    <a:pt x="135" y="2603"/>
                    <a:pt x="178" y="2613"/>
                    <a:pt x="225" y="2613"/>
                  </a:cubicBezTo>
                  <a:cubicBezTo>
                    <a:pt x="351" y="2613"/>
                    <a:pt x="504" y="2537"/>
                    <a:pt x="577" y="2500"/>
                  </a:cubicBezTo>
                  <a:cubicBezTo>
                    <a:pt x="727" y="2425"/>
                    <a:pt x="853" y="2325"/>
                    <a:pt x="978" y="2200"/>
                  </a:cubicBezTo>
                  <a:cubicBezTo>
                    <a:pt x="1178" y="1999"/>
                    <a:pt x="1354" y="1748"/>
                    <a:pt x="1479" y="1498"/>
                  </a:cubicBezTo>
                  <a:cubicBezTo>
                    <a:pt x="1655" y="1197"/>
                    <a:pt x="1830" y="796"/>
                    <a:pt x="1805" y="445"/>
                  </a:cubicBezTo>
                  <a:cubicBezTo>
                    <a:pt x="1805" y="320"/>
                    <a:pt x="1780" y="169"/>
                    <a:pt x="1705" y="69"/>
                  </a:cubicBezTo>
                  <a:cubicBezTo>
                    <a:pt x="1667" y="19"/>
                    <a:pt x="1617" y="0"/>
                    <a:pt x="1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5800942" y="3342106"/>
              <a:ext cx="55243" cy="36156"/>
            </a:xfrm>
            <a:custGeom>
              <a:avLst/>
              <a:gdLst/>
              <a:ahLst/>
              <a:cxnLst/>
              <a:rect l="l" t="t" r="r" b="b"/>
              <a:pathLst>
                <a:path w="2683" h="1756" extrusionOk="0">
                  <a:moveTo>
                    <a:pt x="677" y="1"/>
                  </a:moveTo>
                  <a:cubicBezTo>
                    <a:pt x="552" y="1"/>
                    <a:pt x="427" y="1"/>
                    <a:pt x="301" y="26"/>
                  </a:cubicBezTo>
                  <a:cubicBezTo>
                    <a:pt x="176" y="26"/>
                    <a:pt x="51" y="51"/>
                    <a:pt x="26" y="201"/>
                  </a:cubicBezTo>
                  <a:cubicBezTo>
                    <a:pt x="1" y="301"/>
                    <a:pt x="76" y="452"/>
                    <a:pt x="126" y="577"/>
                  </a:cubicBezTo>
                  <a:cubicBezTo>
                    <a:pt x="276" y="878"/>
                    <a:pt x="627" y="1154"/>
                    <a:pt x="928" y="1329"/>
                  </a:cubicBezTo>
                  <a:cubicBezTo>
                    <a:pt x="1179" y="1479"/>
                    <a:pt x="1454" y="1605"/>
                    <a:pt x="1730" y="1680"/>
                  </a:cubicBezTo>
                  <a:cubicBezTo>
                    <a:pt x="1880" y="1730"/>
                    <a:pt x="2056" y="1755"/>
                    <a:pt x="2206" y="1755"/>
                  </a:cubicBezTo>
                  <a:cubicBezTo>
                    <a:pt x="2332" y="1755"/>
                    <a:pt x="2607" y="1730"/>
                    <a:pt x="2657" y="1580"/>
                  </a:cubicBezTo>
                  <a:cubicBezTo>
                    <a:pt x="2682" y="1479"/>
                    <a:pt x="2607" y="1329"/>
                    <a:pt x="2582" y="1254"/>
                  </a:cubicBezTo>
                  <a:cubicBezTo>
                    <a:pt x="2532" y="1154"/>
                    <a:pt x="2482" y="1028"/>
                    <a:pt x="2407" y="928"/>
                  </a:cubicBezTo>
                  <a:cubicBezTo>
                    <a:pt x="2281" y="727"/>
                    <a:pt x="2131" y="552"/>
                    <a:pt x="1956" y="402"/>
                  </a:cubicBezTo>
                  <a:cubicBezTo>
                    <a:pt x="1580" y="101"/>
                    <a:pt x="1154" y="1"/>
                    <a:pt x="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5769462" y="3145499"/>
              <a:ext cx="53699" cy="38215"/>
            </a:xfrm>
            <a:custGeom>
              <a:avLst/>
              <a:gdLst/>
              <a:ahLst/>
              <a:cxnLst/>
              <a:rect l="l" t="t" r="r" b="b"/>
              <a:pathLst>
                <a:path w="2608" h="1856" extrusionOk="0">
                  <a:moveTo>
                    <a:pt x="2307" y="1"/>
                  </a:moveTo>
                  <a:cubicBezTo>
                    <a:pt x="2181" y="1"/>
                    <a:pt x="2031" y="1"/>
                    <a:pt x="1906" y="26"/>
                  </a:cubicBezTo>
                  <a:cubicBezTo>
                    <a:pt x="1454" y="51"/>
                    <a:pt x="1028" y="176"/>
                    <a:pt x="678" y="502"/>
                  </a:cubicBezTo>
                  <a:cubicBezTo>
                    <a:pt x="502" y="652"/>
                    <a:pt x="352" y="828"/>
                    <a:pt x="226" y="1053"/>
                  </a:cubicBezTo>
                  <a:cubicBezTo>
                    <a:pt x="176" y="1154"/>
                    <a:pt x="126" y="1254"/>
                    <a:pt x="101" y="1379"/>
                  </a:cubicBezTo>
                  <a:cubicBezTo>
                    <a:pt x="76" y="1454"/>
                    <a:pt x="1" y="1630"/>
                    <a:pt x="26" y="1705"/>
                  </a:cubicBezTo>
                  <a:cubicBezTo>
                    <a:pt x="76" y="1855"/>
                    <a:pt x="377" y="1855"/>
                    <a:pt x="502" y="1855"/>
                  </a:cubicBezTo>
                  <a:cubicBezTo>
                    <a:pt x="652" y="1830"/>
                    <a:pt x="803" y="1805"/>
                    <a:pt x="953" y="1755"/>
                  </a:cubicBezTo>
                  <a:cubicBezTo>
                    <a:pt x="1254" y="1655"/>
                    <a:pt x="1505" y="1530"/>
                    <a:pt x="1730" y="1354"/>
                  </a:cubicBezTo>
                  <a:cubicBezTo>
                    <a:pt x="2031" y="1154"/>
                    <a:pt x="2357" y="878"/>
                    <a:pt x="2507" y="552"/>
                  </a:cubicBezTo>
                  <a:cubicBezTo>
                    <a:pt x="2557" y="427"/>
                    <a:pt x="2607" y="276"/>
                    <a:pt x="2582" y="151"/>
                  </a:cubicBezTo>
                  <a:cubicBezTo>
                    <a:pt x="2557" y="26"/>
                    <a:pt x="2407" y="1"/>
                    <a:pt x="23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5821079" y="3146673"/>
              <a:ext cx="39224" cy="52360"/>
            </a:xfrm>
            <a:custGeom>
              <a:avLst/>
              <a:gdLst/>
              <a:ahLst/>
              <a:cxnLst/>
              <a:rect l="l" t="t" r="r" b="b"/>
              <a:pathLst>
                <a:path w="1905" h="2543" extrusionOk="0">
                  <a:moveTo>
                    <a:pt x="229" y="0"/>
                  </a:moveTo>
                  <a:cubicBezTo>
                    <a:pt x="169" y="0"/>
                    <a:pt x="113" y="19"/>
                    <a:pt x="75" y="69"/>
                  </a:cubicBezTo>
                  <a:cubicBezTo>
                    <a:pt x="0" y="169"/>
                    <a:pt x="0" y="345"/>
                    <a:pt x="0" y="445"/>
                  </a:cubicBezTo>
                  <a:cubicBezTo>
                    <a:pt x="0" y="821"/>
                    <a:pt x="201" y="1197"/>
                    <a:pt x="376" y="1498"/>
                  </a:cubicBezTo>
                  <a:cubicBezTo>
                    <a:pt x="552" y="1748"/>
                    <a:pt x="727" y="1974"/>
                    <a:pt x="953" y="2174"/>
                  </a:cubicBezTo>
                  <a:cubicBezTo>
                    <a:pt x="1078" y="2275"/>
                    <a:pt x="1203" y="2375"/>
                    <a:pt x="1354" y="2450"/>
                  </a:cubicBezTo>
                  <a:cubicBezTo>
                    <a:pt x="1423" y="2485"/>
                    <a:pt x="1563" y="2543"/>
                    <a:pt x="1685" y="2543"/>
                  </a:cubicBezTo>
                  <a:cubicBezTo>
                    <a:pt x="1740" y="2543"/>
                    <a:pt x="1791" y="2531"/>
                    <a:pt x="1830" y="2500"/>
                  </a:cubicBezTo>
                  <a:cubicBezTo>
                    <a:pt x="1880" y="2425"/>
                    <a:pt x="1880" y="2249"/>
                    <a:pt x="1905" y="2174"/>
                  </a:cubicBezTo>
                  <a:cubicBezTo>
                    <a:pt x="1905" y="2049"/>
                    <a:pt x="1905" y="1924"/>
                    <a:pt x="1905" y="1798"/>
                  </a:cubicBezTo>
                  <a:cubicBezTo>
                    <a:pt x="1880" y="1573"/>
                    <a:pt x="1805" y="1322"/>
                    <a:pt x="1704" y="1122"/>
                  </a:cubicBezTo>
                  <a:cubicBezTo>
                    <a:pt x="1504" y="696"/>
                    <a:pt x="1153" y="420"/>
                    <a:pt x="752" y="194"/>
                  </a:cubicBezTo>
                  <a:cubicBezTo>
                    <a:pt x="627" y="144"/>
                    <a:pt x="501" y="94"/>
                    <a:pt x="401" y="44"/>
                  </a:cubicBezTo>
                  <a:cubicBezTo>
                    <a:pt x="351" y="19"/>
                    <a:pt x="288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5796310" y="3040226"/>
              <a:ext cx="53678" cy="38215"/>
            </a:xfrm>
            <a:custGeom>
              <a:avLst/>
              <a:gdLst/>
              <a:ahLst/>
              <a:cxnLst/>
              <a:rect l="l" t="t" r="r" b="b"/>
              <a:pathLst>
                <a:path w="2607" h="1856" extrusionOk="0">
                  <a:moveTo>
                    <a:pt x="2306" y="1"/>
                  </a:moveTo>
                  <a:cubicBezTo>
                    <a:pt x="2181" y="1"/>
                    <a:pt x="2055" y="1"/>
                    <a:pt x="1905" y="26"/>
                  </a:cubicBezTo>
                  <a:cubicBezTo>
                    <a:pt x="1454" y="51"/>
                    <a:pt x="1028" y="176"/>
                    <a:pt x="677" y="477"/>
                  </a:cubicBezTo>
                  <a:cubicBezTo>
                    <a:pt x="501" y="653"/>
                    <a:pt x="351" y="828"/>
                    <a:pt x="226" y="1054"/>
                  </a:cubicBezTo>
                  <a:cubicBezTo>
                    <a:pt x="176" y="1154"/>
                    <a:pt x="125" y="1254"/>
                    <a:pt x="100" y="1379"/>
                  </a:cubicBezTo>
                  <a:cubicBezTo>
                    <a:pt x="75" y="1455"/>
                    <a:pt x="0" y="1605"/>
                    <a:pt x="25" y="1705"/>
                  </a:cubicBezTo>
                  <a:cubicBezTo>
                    <a:pt x="100" y="1856"/>
                    <a:pt x="376" y="1856"/>
                    <a:pt x="501" y="1856"/>
                  </a:cubicBezTo>
                  <a:cubicBezTo>
                    <a:pt x="652" y="1830"/>
                    <a:pt x="802" y="1805"/>
                    <a:pt x="953" y="1755"/>
                  </a:cubicBezTo>
                  <a:cubicBezTo>
                    <a:pt x="1253" y="1655"/>
                    <a:pt x="1504" y="1505"/>
                    <a:pt x="1755" y="1354"/>
                  </a:cubicBezTo>
                  <a:cubicBezTo>
                    <a:pt x="2030" y="1154"/>
                    <a:pt x="2356" y="878"/>
                    <a:pt x="2506" y="552"/>
                  </a:cubicBezTo>
                  <a:cubicBezTo>
                    <a:pt x="2557" y="427"/>
                    <a:pt x="2607" y="277"/>
                    <a:pt x="2582" y="151"/>
                  </a:cubicBezTo>
                  <a:cubicBezTo>
                    <a:pt x="2557" y="26"/>
                    <a:pt x="2406" y="1"/>
                    <a:pt x="2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5847906" y="3041400"/>
              <a:ext cx="39245" cy="52216"/>
            </a:xfrm>
            <a:custGeom>
              <a:avLst/>
              <a:gdLst/>
              <a:ahLst/>
              <a:cxnLst/>
              <a:rect l="l" t="t" r="r" b="b"/>
              <a:pathLst>
                <a:path w="1906" h="2536" extrusionOk="0">
                  <a:moveTo>
                    <a:pt x="229" y="0"/>
                  </a:moveTo>
                  <a:cubicBezTo>
                    <a:pt x="170" y="0"/>
                    <a:pt x="113" y="19"/>
                    <a:pt x="76" y="69"/>
                  </a:cubicBezTo>
                  <a:cubicBezTo>
                    <a:pt x="0" y="169"/>
                    <a:pt x="0" y="320"/>
                    <a:pt x="0" y="445"/>
                  </a:cubicBezTo>
                  <a:cubicBezTo>
                    <a:pt x="0" y="821"/>
                    <a:pt x="201" y="1197"/>
                    <a:pt x="376" y="1498"/>
                  </a:cubicBezTo>
                  <a:cubicBezTo>
                    <a:pt x="552" y="1748"/>
                    <a:pt x="727" y="1974"/>
                    <a:pt x="953" y="2174"/>
                  </a:cubicBezTo>
                  <a:cubicBezTo>
                    <a:pt x="1078" y="2275"/>
                    <a:pt x="1203" y="2375"/>
                    <a:pt x="1354" y="2450"/>
                  </a:cubicBezTo>
                  <a:cubicBezTo>
                    <a:pt x="1418" y="2483"/>
                    <a:pt x="1546" y="2536"/>
                    <a:pt x="1662" y="2536"/>
                  </a:cubicBezTo>
                  <a:cubicBezTo>
                    <a:pt x="1725" y="2536"/>
                    <a:pt x="1786" y="2520"/>
                    <a:pt x="1830" y="2475"/>
                  </a:cubicBezTo>
                  <a:cubicBezTo>
                    <a:pt x="1880" y="2425"/>
                    <a:pt x="1880" y="2250"/>
                    <a:pt x="1905" y="2149"/>
                  </a:cubicBezTo>
                  <a:cubicBezTo>
                    <a:pt x="1905" y="2049"/>
                    <a:pt x="1905" y="1924"/>
                    <a:pt x="1905" y="1799"/>
                  </a:cubicBezTo>
                  <a:cubicBezTo>
                    <a:pt x="1880" y="1573"/>
                    <a:pt x="1805" y="1322"/>
                    <a:pt x="1705" y="1122"/>
                  </a:cubicBezTo>
                  <a:cubicBezTo>
                    <a:pt x="1504" y="696"/>
                    <a:pt x="1153" y="395"/>
                    <a:pt x="752" y="195"/>
                  </a:cubicBezTo>
                  <a:cubicBezTo>
                    <a:pt x="627" y="144"/>
                    <a:pt x="502" y="94"/>
                    <a:pt x="401" y="44"/>
                  </a:cubicBezTo>
                  <a:cubicBezTo>
                    <a:pt x="351" y="19"/>
                    <a:pt x="289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5810743" y="2925214"/>
              <a:ext cx="40789" cy="51043"/>
            </a:xfrm>
            <a:custGeom>
              <a:avLst/>
              <a:gdLst/>
              <a:ahLst/>
              <a:cxnLst/>
              <a:rect l="l" t="t" r="r" b="b"/>
              <a:pathLst>
                <a:path w="1981" h="2479" extrusionOk="0">
                  <a:moveTo>
                    <a:pt x="1733" y="1"/>
                  </a:moveTo>
                  <a:cubicBezTo>
                    <a:pt x="1680" y="1"/>
                    <a:pt x="1625" y="12"/>
                    <a:pt x="1580" y="23"/>
                  </a:cubicBezTo>
                  <a:cubicBezTo>
                    <a:pt x="1455" y="73"/>
                    <a:pt x="1354" y="123"/>
                    <a:pt x="1229" y="173"/>
                  </a:cubicBezTo>
                  <a:cubicBezTo>
                    <a:pt x="803" y="374"/>
                    <a:pt x="452" y="650"/>
                    <a:pt x="226" y="1051"/>
                  </a:cubicBezTo>
                  <a:cubicBezTo>
                    <a:pt x="126" y="1276"/>
                    <a:pt x="51" y="1502"/>
                    <a:pt x="26" y="1727"/>
                  </a:cubicBezTo>
                  <a:cubicBezTo>
                    <a:pt x="1" y="1853"/>
                    <a:pt x="1" y="1978"/>
                    <a:pt x="1" y="2103"/>
                  </a:cubicBezTo>
                  <a:cubicBezTo>
                    <a:pt x="1" y="2178"/>
                    <a:pt x="1" y="2354"/>
                    <a:pt x="51" y="2429"/>
                  </a:cubicBezTo>
                  <a:cubicBezTo>
                    <a:pt x="96" y="2465"/>
                    <a:pt x="157" y="2478"/>
                    <a:pt x="223" y="2478"/>
                  </a:cubicBezTo>
                  <a:cubicBezTo>
                    <a:pt x="340" y="2478"/>
                    <a:pt x="472" y="2436"/>
                    <a:pt x="552" y="2404"/>
                  </a:cubicBezTo>
                  <a:cubicBezTo>
                    <a:pt x="678" y="2329"/>
                    <a:pt x="828" y="2228"/>
                    <a:pt x="953" y="2128"/>
                  </a:cubicBezTo>
                  <a:cubicBezTo>
                    <a:pt x="1179" y="1953"/>
                    <a:pt x="1379" y="1727"/>
                    <a:pt x="1530" y="1477"/>
                  </a:cubicBezTo>
                  <a:cubicBezTo>
                    <a:pt x="1730" y="1201"/>
                    <a:pt x="1956" y="825"/>
                    <a:pt x="1956" y="449"/>
                  </a:cubicBezTo>
                  <a:cubicBezTo>
                    <a:pt x="1981" y="349"/>
                    <a:pt x="1956" y="173"/>
                    <a:pt x="1906" y="73"/>
                  </a:cubicBezTo>
                  <a:cubicBezTo>
                    <a:pt x="1864" y="18"/>
                    <a:pt x="1800" y="1"/>
                    <a:pt x="17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5848936" y="2923094"/>
              <a:ext cx="52649" cy="39492"/>
            </a:xfrm>
            <a:custGeom>
              <a:avLst/>
              <a:gdLst/>
              <a:ahLst/>
              <a:cxnLst/>
              <a:rect l="l" t="t" r="r" b="b"/>
              <a:pathLst>
                <a:path w="2557" h="1918" extrusionOk="0">
                  <a:moveTo>
                    <a:pt x="326" y="1"/>
                  </a:moveTo>
                  <a:cubicBezTo>
                    <a:pt x="201" y="1"/>
                    <a:pt x="76" y="26"/>
                    <a:pt x="51" y="151"/>
                  </a:cubicBezTo>
                  <a:cubicBezTo>
                    <a:pt x="1" y="276"/>
                    <a:pt x="51" y="427"/>
                    <a:pt x="101" y="527"/>
                  </a:cubicBezTo>
                  <a:cubicBezTo>
                    <a:pt x="226" y="878"/>
                    <a:pt x="552" y="1154"/>
                    <a:pt x="828" y="1379"/>
                  </a:cubicBezTo>
                  <a:cubicBezTo>
                    <a:pt x="1053" y="1555"/>
                    <a:pt x="1329" y="1705"/>
                    <a:pt x="1605" y="1805"/>
                  </a:cubicBezTo>
                  <a:cubicBezTo>
                    <a:pt x="1755" y="1855"/>
                    <a:pt x="1905" y="1905"/>
                    <a:pt x="2056" y="1905"/>
                  </a:cubicBezTo>
                  <a:cubicBezTo>
                    <a:pt x="2092" y="1913"/>
                    <a:pt x="2141" y="1918"/>
                    <a:pt x="2194" y="1918"/>
                  </a:cubicBezTo>
                  <a:cubicBezTo>
                    <a:pt x="2324" y="1918"/>
                    <a:pt x="2478" y="1887"/>
                    <a:pt x="2532" y="1780"/>
                  </a:cubicBezTo>
                  <a:cubicBezTo>
                    <a:pt x="2557" y="1705"/>
                    <a:pt x="2507" y="1555"/>
                    <a:pt x="2482" y="1454"/>
                  </a:cubicBezTo>
                  <a:cubicBezTo>
                    <a:pt x="2432" y="1354"/>
                    <a:pt x="2407" y="1229"/>
                    <a:pt x="2356" y="1128"/>
                  </a:cubicBezTo>
                  <a:cubicBezTo>
                    <a:pt x="2231" y="903"/>
                    <a:pt x="2106" y="702"/>
                    <a:pt x="1930" y="552"/>
                  </a:cubicBezTo>
                  <a:cubicBezTo>
                    <a:pt x="1579" y="226"/>
                    <a:pt x="1178" y="76"/>
                    <a:pt x="702" y="26"/>
                  </a:cubicBezTo>
                  <a:cubicBezTo>
                    <a:pt x="577" y="26"/>
                    <a:pt x="452" y="1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5777718" y="2806311"/>
              <a:ext cx="36156" cy="56087"/>
            </a:xfrm>
            <a:custGeom>
              <a:avLst/>
              <a:gdLst/>
              <a:ahLst/>
              <a:cxnLst/>
              <a:rect l="l" t="t" r="r" b="b"/>
              <a:pathLst>
                <a:path w="1756" h="2724" extrusionOk="0">
                  <a:moveTo>
                    <a:pt x="1443" y="1"/>
                  </a:moveTo>
                  <a:cubicBezTo>
                    <a:pt x="1378" y="1"/>
                    <a:pt x="1312" y="30"/>
                    <a:pt x="1254" y="59"/>
                  </a:cubicBezTo>
                  <a:cubicBezTo>
                    <a:pt x="1154" y="134"/>
                    <a:pt x="1028" y="209"/>
                    <a:pt x="928" y="284"/>
                  </a:cubicBezTo>
                  <a:cubicBezTo>
                    <a:pt x="552" y="535"/>
                    <a:pt x="251" y="861"/>
                    <a:pt x="101" y="1312"/>
                  </a:cubicBezTo>
                  <a:cubicBezTo>
                    <a:pt x="26" y="1537"/>
                    <a:pt x="1" y="1788"/>
                    <a:pt x="26" y="2013"/>
                  </a:cubicBezTo>
                  <a:cubicBezTo>
                    <a:pt x="26" y="2139"/>
                    <a:pt x="26" y="2264"/>
                    <a:pt x="51" y="2364"/>
                  </a:cubicBezTo>
                  <a:cubicBezTo>
                    <a:pt x="76" y="2465"/>
                    <a:pt x="101" y="2615"/>
                    <a:pt x="176" y="2690"/>
                  </a:cubicBezTo>
                  <a:cubicBezTo>
                    <a:pt x="206" y="2714"/>
                    <a:pt x="241" y="2724"/>
                    <a:pt x="279" y="2724"/>
                  </a:cubicBezTo>
                  <a:cubicBezTo>
                    <a:pt x="403" y="2724"/>
                    <a:pt x="557" y="2622"/>
                    <a:pt x="652" y="2565"/>
                  </a:cubicBezTo>
                  <a:cubicBezTo>
                    <a:pt x="778" y="2490"/>
                    <a:pt x="903" y="2364"/>
                    <a:pt x="1003" y="2264"/>
                  </a:cubicBezTo>
                  <a:cubicBezTo>
                    <a:pt x="1204" y="2039"/>
                    <a:pt x="1354" y="1763"/>
                    <a:pt x="1455" y="1512"/>
                  </a:cubicBezTo>
                  <a:cubicBezTo>
                    <a:pt x="1605" y="1186"/>
                    <a:pt x="1755" y="785"/>
                    <a:pt x="1705" y="409"/>
                  </a:cubicBezTo>
                  <a:cubicBezTo>
                    <a:pt x="1705" y="309"/>
                    <a:pt x="1655" y="159"/>
                    <a:pt x="1580" y="59"/>
                  </a:cubicBezTo>
                  <a:cubicBezTo>
                    <a:pt x="1537" y="16"/>
                    <a:pt x="1491" y="1"/>
                    <a:pt x="1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5809713" y="2801741"/>
              <a:ext cx="56787" cy="33871"/>
            </a:xfrm>
            <a:custGeom>
              <a:avLst/>
              <a:gdLst/>
              <a:ahLst/>
              <a:cxnLst/>
              <a:rect l="l" t="t" r="r" b="b"/>
              <a:pathLst>
                <a:path w="2758" h="1645" extrusionOk="0">
                  <a:moveTo>
                    <a:pt x="821" y="0"/>
                  </a:moveTo>
                  <a:cubicBezTo>
                    <a:pt x="766" y="0"/>
                    <a:pt x="709" y="2"/>
                    <a:pt x="652" y="5"/>
                  </a:cubicBezTo>
                  <a:cubicBezTo>
                    <a:pt x="527" y="30"/>
                    <a:pt x="402" y="30"/>
                    <a:pt x="276" y="55"/>
                  </a:cubicBezTo>
                  <a:cubicBezTo>
                    <a:pt x="151" y="80"/>
                    <a:pt x="26" y="130"/>
                    <a:pt x="26" y="255"/>
                  </a:cubicBezTo>
                  <a:cubicBezTo>
                    <a:pt x="1" y="381"/>
                    <a:pt x="76" y="506"/>
                    <a:pt x="126" y="606"/>
                  </a:cubicBezTo>
                  <a:cubicBezTo>
                    <a:pt x="327" y="932"/>
                    <a:pt x="703" y="1158"/>
                    <a:pt x="1003" y="1308"/>
                  </a:cubicBezTo>
                  <a:cubicBezTo>
                    <a:pt x="1254" y="1459"/>
                    <a:pt x="1555" y="1559"/>
                    <a:pt x="1830" y="1609"/>
                  </a:cubicBezTo>
                  <a:cubicBezTo>
                    <a:pt x="1937" y="1627"/>
                    <a:pt x="2056" y="1644"/>
                    <a:pt x="2169" y="1644"/>
                  </a:cubicBezTo>
                  <a:cubicBezTo>
                    <a:pt x="2216" y="1644"/>
                    <a:pt x="2262" y="1641"/>
                    <a:pt x="2307" y="1634"/>
                  </a:cubicBezTo>
                  <a:cubicBezTo>
                    <a:pt x="2432" y="1634"/>
                    <a:pt x="2708" y="1584"/>
                    <a:pt x="2758" y="1433"/>
                  </a:cubicBezTo>
                  <a:cubicBezTo>
                    <a:pt x="2758" y="1333"/>
                    <a:pt x="2682" y="1208"/>
                    <a:pt x="2632" y="1108"/>
                  </a:cubicBezTo>
                  <a:cubicBezTo>
                    <a:pt x="2582" y="1007"/>
                    <a:pt x="2532" y="907"/>
                    <a:pt x="2457" y="807"/>
                  </a:cubicBezTo>
                  <a:cubicBezTo>
                    <a:pt x="2307" y="606"/>
                    <a:pt x="2131" y="456"/>
                    <a:pt x="1931" y="306"/>
                  </a:cubicBezTo>
                  <a:cubicBezTo>
                    <a:pt x="1600" y="85"/>
                    <a:pt x="1230" y="0"/>
                    <a:pt x="8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5742634" y="2718601"/>
              <a:ext cx="36135" cy="56067"/>
            </a:xfrm>
            <a:custGeom>
              <a:avLst/>
              <a:gdLst/>
              <a:ahLst/>
              <a:cxnLst/>
              <a:rect l="l" t="t" r="r" b="b"/>
              <a:pathLst>
                <a:path w="1755" h="2723" extrusionOk="0">
                  <a:moveTo>
                    <a:pt x="1438" y="0"/>
                  </a:moveTo>
                  <a:cubicBezTo>
                    <a:pt x="1378" y="0"/>
                    <a:pt x="1312" y="29"/>
                    <a:pt x="1254" y="58"/>
                  </a:cubicBezTo>
                  <a:cubicBezTo>
                    <a:pt x="1128" y="133"/>
                    <a:pt x="1028" y="208"/>
                    <a:pt x="928" y="283"/>
                  </a:cubicBezTo>
                  <a:cubicBezTo>
                    <a:pt x="527" y="534"/>
                    <a:pt x="251" y="860"/>
                    <a:pt x="101" y="1311"/>
                  </a:cubicBezTo>
                  <a:cubicBezTo>
                    <a:pt x="26" y="1537"/>
                    <a:pt x="1" y="1787"/>
                    <a:pt x="1" y="2013"/>
                  </a:cubicBezTo>
                  <a:cubicBezTo>
                    <a:pt x="1" y="2138"/>
                    <a:pt x="26" y="2263"/>
                    <a:pt x="51" y="2364"/>
                  </a:cubicBezTo>
                  <a:cubicBezTo>
                    <a:pt x="76" y="2464"/>
                    <a:pt x="101" y="2639"/>
                    <a:pt x="176" y="2689"/>
                  </a:cubicBezTo>
                  <a:cubicBezTo>
                    <a:pt x="200" y="2713"/>
                    <a:pt x="232" y="2723"/>
                    <a:pt x="268" y="2723"/>
                  </a:cubicBezTo>
                  <a:cubicBezTo>
                    <a:pt x="386" y="2723"/>
                    <a:pt x="551" y="2622"/>
                    <a:pt x="627" y="2564"/>
                  </a:cubicBezTo>
                  <a:cubicBezTo>
                    <a:pt x="778" y="2489"/>
                    <a:pt x="878" y="2364"/>
                    <a:pt x="1003" y="2263"/>
                  </a:cubicBezTo>
                  <a:cubicBezTo>
                    <a:pt x="1179" y="2038"/>
                    <a:pt x="1329" y="1787"/>
                    <a:pt x="1454" y="1512"/>
                  </a:cubicBezTo>
                  <a:cubicBezTo>
                    <a:pt x="1605" y="1186"/>
                    <a:pt x="1755" y="785"/>
                    <a:pt x="1705" y="434"/>
                  </a:cubicBezTo>
                  <a:cubicBezTo>
                    <a:pt x="1680" y="309"/>
                    <a:pt x="1655" y="158"/>
                    <a:pt x="1554" y="58"/>
                  </a:cubicBezTo>
                  <a:cubicBezTo>
                    <a:pt x="1523" y="16"/>
                    <a:pt x="1482" y="0"/>
                    <a:pt x="1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5774629" y="2714319"/>
              <a:ext cx="56787" cy="33562"/>
            </a:xfrm>
            <a:custGeom>
              <a:avLst/>
              <a:gdLst/>
              <a:ahLst/>
              <a:cxnLst/>
              <a:rect l="l" t="t" r="r" b="b"/>
              <a:pathLst>
                <a:path w="2758" h="1630" extrusionOk="0">
                  <a:moveTo>
                    <a:pt x="910" y="1"/>
                  </a:moveTo>
                  <a:cubicBezTo>
                    <a:pt x="825" y="1"/>
                    <a:pt x="739" y="6"/>
                    <a:pt x="652" y="15"/>
                  </a:cubicBezTo>
                  <a:cubicBezTo>
                    <a:pt x="502" y="15"/>
                    <a:pt x="376" y="40"/>
                    <a:pt x="251" y="40"/>
                  </a:cubicBezTo>
                  <a:cubicBezTo>
                    <a:pt x="151" y="65"/>
                    <a:pt x="0" y="116"/>
                    <a:pt x="0" y="241"/>
                  </a:cubicBezTo>
                  <a:cubicBezTo>
                    <a:pt x="0" y="366"/>
                    <a:pt x="51" y="491"/>
                    <a:pt x="126" y="617"/>
                  </a:cubicBezTo>
                  <a:cubicBezTo>
                    <a:pt x="301" y="918"/>
                    <a:pt x="677" y="1143"/>
                    <a:pt x="1003" y="1293"/>
                  </a:cubicBezTo>
                  <a:cubicBezTo>
                    <a:pt x="1254" y="1444"/>
                    <a:pt x="1529" y="1544"/>
                    <a:pt x="1830" y="1594"/>
                  </a:cubicBezTo>
                  <a:cubicBezTo>
                    <a:pt x="1936" y="1612"/>
                    <a:pt x="2043" y="1630"/>
                    <a:pt x="2158" y="1630"/>
                  </a:cubicBezTo>
                  <a:cubicBezTo>
                    <a:pt x="2206" y="1630"/>
                    <a:pt x="2255" y="1627"/>
                    <a:pt x="2306" y="1619"/>
                  </a:cubicBezTo>
                  <a:cubicBezTo>
                    <a:pt x="2432" y="1619"/>
                    <a:pt x="2707" y="1569"/>
                    <a:pt x="2732" y="1419"/>
                  </a:cubicBezTo>
                  <a:cubicBezTo>
                    <a:pt x="2757" y="1319"/>
                    <a:pt x="2657" y="1193"/>
                    <a:pt x="2632" y="1093"/>
                  </a:cubicBezTo>
                  <a:cubicBezTo>
                    <a:pt x="2582" y="993"/>
                    <a:pt x="2507" y="892"/>
                    <a:pt x="2432" y="792"/>
                  </a:cubicBezTo>
                  <a:cubicBezTo>
                    <a:pt x="2306" y="592"/>
                    <a:pt x="2131" y="441"/>
                    <a:pt x="1930" y="291"/>
                  </a:cubicBezTo>
                  <a:cubicBezTo>
                    <a:pt x="1607" y="89"/>
                    <a:pt x="1266" y="1"/>
                    <a:pt x="9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5708065" y="2622490"/>
              <a:ext cx="45422" cy="47336"/>
            </a:xfrm>
            <a:custGeom>
              <a:avLst/>
              <a:gdLst/>
              <a:ahLst/>
              <a:cxnLst/>
              <a:rect l="l" t="t" r="r" b="b"/>
              <a:pathLst>
                <a:path w="2206" h="2299" extrusionOk="0">
                  <a:moveTo>
                    <a:pt x="1958" y="1"/>
                  </a:moveTo>
                  <a:cubicBezTo>
                    <a:pt x="1922" y="1"/>
                    <a:pt x="1886" y="6"/>
                    <a:pt x="1855" y="14"/>
                  </a:cubicBezTo>
                  <a:cubicBezTo>
                    <a:pt x="1730" y="64"/>
                    <a:pt x="1604" y="89"/>
                    <a:pt x="1479" y="139"/>
                  </a:cubicBezTo>
                  <a:cubicBezTo>
                    <a:pt x="1028" y="265"/>
                    <a:pt x="652" y="490"/>
                    <a:pt x="376" y="891"/>
                  </a:cubicBezTo>
                  <a:cubicBezTo>
                    <a:pt x="251" y="1067"/>
                    <a:pt x="151" y="1292"/>
                    <a:pt x="101" y="1518"/>
                  </a:cubicBezTo>
                  <a:cubicBezTo>
                    <a:pt x="51" y="1643"/>
                    <a:pt x="51" y="1768"/>
                    <a:pt x="25" y="1894"/>
                  </a:cubicBezTo>
                  <a:cubicBezTo>
                    <a:pt x="25" y="1969"/>
                    <a:pt x="0" y="2144"/>
                    <a:pt x="51" y="2220"/>
                  </a:cubicBezTo>
                  <a:cubicBezTo>
                    <a:pt x="97" y="2278"/>
                    <a:pt x="176" y="2298"/>
                    <a:pt x="260" y="2298"/>
                  </a:cubicBezTo>
                  <a:cubicBezTo>
                    <a:pt x="357" y="2298"/>
                    <a:pt x="460" y="2271"/>
                    <a:pt x="527" y="2245"/>
                  </a:cubicBezTo>
                  <a:cubicBezTo>
                    <a:pt x="677" y="2195"/>
                    <a:pt x="827" y="2119"/>
                    <a:pt x="978" y="2044"/>
                  </a:cubicBezTo>
                  <a:cubicBezTo>
                    <a:pt x="1228" y="1894"/>
                    <a:pt x="1429" y="1693"/>
                    <a:pt x="1629" y="1468"/>
                  </a:cubicBezTo>
                  <a:cubicBezTo>
                    <a:pt x="1855" y="1192"/>
                    <a:pt x="2106" y="841"/>
                    <a:pt x="2181" y="490"/>
                  </a:cubicBezTo>
                  <a:cubicBezTo>
                    <a:pt x="2206" y="365"/>
                    <a:pt x="2206" y="215"/>
                    <a:pt x="2156" y="114"/>
                  </a:cubicBezTo>
                  <a:cubicBezTo>
                    <a:pt x="2121" y="28"/>
                    <a:pt x="2039" y="1"/>
                    <a:pt x="1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5751405" y="2621729"/>
              <a:ext cx="48531" cy="43960"/>
            </a:xfrm>
            <a:custGeom>
              <a:avLst/>
              <a:gdLst/>
              <a:ahLst/>
              <a:cxnLst/>
              <a:rect l="l" t="t" r="r" b="b"/>
              <a:pathLst>
                <a:path w="2357" h="2135" extrusionOk="0">
                  <a:moveTo>
                    <a:pt x="352" y="1"/>
                  </a:moveTo>
                  <a:cubicBezTo>
                    <a:pt x="226" y="1"/>
                    <a:pt x="101" y="1"/>
                    <a:pt x="51" y="126"/>
                  </a:cubicBezTo>
                  <a:cubicBezTo>
                    <a:pt x="1" y="227"/>
                    <a:pt x="26" y="377"/>
                    <a:pt x="51" y="502"/>
                  </a:cubicBezTo>
                  <a:cubicBezTo>
                    <a:pt x="151" y="853"/>
                    <a:pt x="427" y="1179"/>
                    <a:pt x="677" y="1430"/>
                  </a:cubicBezTo>
                  <a:cubicBezTo>
                    <a:pt x="903" y="1630"/>
                    <a:pt x="1128" y="1805"/>
                    <a:pt x="1404" y="1931"/>
                  </a:cubicBezTo>
                  <a:cubicBezTo>
                    <a:pt x="1529" y="2006"/>
                    <a:pt x="1680" y="2081"/>
                    <a:pt x="1855" y="2106"/>
                  </a:cubicBezTo>
                  <a:cubicBezTo>
                    <a:pt x="1913" y="2118"/>
                    <a:pt x="1998" y="2135"/>
                    <a:pt x="2082" y="2135"/>
                  </a:cubicBezTo>
                  <a:cubicBezTo>
                    <a:pt x="2180" y="2135"/>
                    <a:pt x="2278" y="2112"/>
                    <a:pt x="2331" y="2031"/>
                  </a:cubicBezTo>
                  <a:cubicBezTo>
                    <a:pt x="2357" y="1956"/>
                    <a:pt x="2331" y="1805"/>
                    <a:pt x="2306" y="1705"/>
                  </a:cubicBezTo>
                  <a:cubicBezTo>
                    <a:pt x="2281" y="1580"/>
                    <a:pt x="2256" y="1480"/>
                    <a:pt x="2231" y="1354"/>
                  </a:cubicBezTo>
                  <a:cubicBezTo>
                    <a:pt x="2156" y="1129"/>
                    <a:pt x="2031" y="928"/>
                    <a:pt x="1880" y="728"/>
                  </a:cubicBezTo>
                  <a:cubicBezTo>
                    <a:pt x="1580" y="377"/>
                    <a:pt x="1179" y="176"/>
                    <a:pt x="727" y="76"/>
                  </a:cubicBezTo>
                  <a:cubicBezTo>
                    <a:pt x="602" y="51"/>
                    <a:pt x="477" y="26"/>
                    <a:pt x="3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5737466" y="2575300"/>
              <a:ext cx="151748" cy="1152340"/>
            </a:xfrm>
            <a:custGeom>
              <a:avLst/>
              <a:gdLst/>
              <a:ahLst/>
              <a:cxnLst/>
              <a:rect l="l" t="t" r="r" b="b"/>
              <a:pathLst>
                <a:path w="7370" h="55966" extrusionOk="0">
                  <a:moveTo>
                    <a:pt x="1404" y="0"/>
                  </a:moveTo>
                  <a:cubicBezTo>
                    <a:pt x="1" y="2256"/>
                    <a:pt x="577" y="3910"/>
                    <a:pt x="1354" y="6166"/>
                  </a:cubicBezTo>
                  <a:cubicBezTo>
                    <a:pt x="1480" y="6517"/>
                    <a:pt x="1605" y="6868"/>
                    <a:pt x="1705" y="7243"/>
                  </a:cubicBezTo>
                  <a:cubicBezTo>
                    <a:pt x="2131" y="8522"/>
                    <a:pt x="2683" y="9800"/>
                    <a:pt x="3209" y="11003"/>
                  </a:cubicBezTo>
                  <a:cubicBezTo>
                    <a:pt x="3836" y="12482"/>
                    <a:pt x="4487" y="13985"/>
                    <a:pt x="4913" y="15539"/>
                  </a:cubicBezTo>
                  <a:cubicBezTo>
                    <a:pt x="5715" y="18421"/>
                    <a:pt x="5765" y="21454"/>
                    <a:pt x="5089" y="24361"/>
                  </a:cubicBezTo>
                  <a:cubicBezTo>
                    <a:pt x="4813" y="25539"/>
                    <a:pt x="4387" y="26742"/>
                    <a:pt x="4011" y="27895"/>
                  </a:cubicBezTo>
                  <a:cubicBezTo>
                    <a:pt x="3209" y="30176"/>
                    <a:pt x="2382" y="32557"/>
                    <a:pt x="2557" y="35013"/>
                  </a:cubicBezTo>
                  <a:cubicBezTo>
                    <a:pt x="2733" y="37269"/>
                    <a:pt x="3710" y="39399"/>
                    <a:pt x="4663" y="41454"/>
                  </a:cubicBezTo>
                  <a:cubicBezTo>
                    <a:pt x="5891" y="44136"/>
                    <a:pt x="7044" y="46642"/>
                    <a:pt x="6567" y="49374"/>
                  </a:cubicBezTo>
                  <a:cubicBezTo>
                    <a:pt x="6141" y="51905"/>
                    <a:pt x="4287" y="54061"/>
                    <a:pt x="2783" y="55765"/>
                  </a:cubicBezTo>
                  <a:lnTo>
                    <a:pt x="3034" y="55966"/>
                  </a:lnTo>
                  <a:cubicBezTo>
                    <a:pt x="4537" y="54236"/>
                    <a:pt x="6417" y="52056"/>
                    <a:pt x="6868" y="49424"/>
                  </a:cubicBezTo>
                  <a:cubicBezTo>
                    <a:pt x="7369" y="46617"/>
                    <a:pt x="6141" y="43935"/>
                    <a:pt x="4938" y="41329"/>
                  </a:cubicBezTo>
                  <a:cubicBezTo>
                    <a:pt x="4011" y="39299"/>
                    <a:pt x="3034" y="37193"/>
                    <a:pt x="2883" y="34988"/>
                  </a:cubicBezTo>
                  <a:cubicBezTo>
                    <a:pt x="2708" y="32607"/>
                    <a:pt x="3510" y="30251"/>
                    <a:pt x="4287" y="27995"/>
                  </a:cubicBezTo>
                  <a:cubicBezTo>
                    <a:pt x="4688" y="26843"/>
                    <a:pt x="5114" y="25640"/>
                    <a:pt x="5389" y="24437"/>
                  </a:cubicBezTo>
                  <a:cubicBezTo>
                    <a:pt x="6091" y="21479"/>
                    <a:pt x="6041" y="18371"/>
                    <a:pt x="5214" y="15464"/>
                  </a:cubicBezTo>
                  <a:cubicBezTo>
                    <a:pt x="4788" y="13885"/>
                    <a:pt x="4136" y="12356"/>
                    <a:pt x="3485" y="10878"/>
                  </a:cubicBezTo>
                  <a:cubicBezTo>
                    <a:pt x="2958" y="9675"/>
                    <a:pt x="2432" y="8421"/>
                    <a:pt x="2006" y="7143"/>
                  </a:cubicBezTo>
                  <a:cubicBezTo>
                    <a:pt x="1881" y="6767"/>
                    <a:pt x="1755" y="6416"/>
                    <a:pt x="1655" y="6065"/>
                  </a:cubicBezTo>
                  <a:cubicBezTo>
                    <a:pt x="903" y="3885"/>
                    <a:pt x="352" y="2306"/>
                    <a:pt x="1680" y="176"/>
                  </a:cubicBezTo>
                  <a:lnTo>
                    <a:pt x="1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753464" y="3720166"/>
              <a:ext cx="50610" cy="41530"/>
            </a:xfrm>
            <a:custGeom>
              <a:avLst/>
              <a:gdLst/>
              <a:ahLst/>
              <a:cxnLst/>
              <a:rect l="l" t="t" r="r" b="b"/>
              <a:pathLst>
                <a:path w="2458" h="2017" extrusionOk="0">
                  <a:moveTo>
                    <a:pt x="2215" y="1"/>
                  </a:moveTo>
                  <a:cubicBezTo>
                    <a:pt x="2188" y="1"/>
                    <a:pt x="2159" y="4"/>
                    <a:pt x="2131" y="10"/>
                  </a:cubicBezTo>
                  <a:cubicBezTo>
                    <a:pt x="2006" y="10"/>
                    <a:pt x="1881" y="35"/>
                    <a:pt x="1755" y="60"/>
                  </a:cubicBezTo>
                  <a:cubicBezTo>
                    <a:pt x="1304" y="135"/>
                    <a:pt x="878" y="285"/>
                    <a:pt x="577" y="636"/>
                  </a:cubicBezTo>
                  <a:cubicBezTo>
                    <a:pt x="402" y="812"/>
                    <a:pt x="277" y="1012"/>
                    <a:pt x="176" y="1238"/>
                  </a:cubicBezTo>
                  <a:cubicBezTo>
                    <a:pt x="126" y="1338"/>
                    <a:pt x="101" y="1463"/>
                    <a:pt x="76" y="1589"/>
                  </a:cubicBezTo>
                  <a:cubicBezTo>
                    <a:pt x="51" y="1664"/>
                    <a:pt x="1" y="1814"/>
                    <a:pt x="51" y="1914"/>
                  </a:cubicBezTo>
                  <a:cubicBezTo>
                    <a:pt x="105" y="2004"/>
                    <a:pt x="261" y="2017"/>
                    <a:pt x="391" y="2017"/>
                  </a:cubicBezTo>
                  <a:cubicBezTo>
                    <a:pt x="443" y="2017"/>
                    <a:pt x="491" y="2015"/>
                    <a:pt x="527" y="2015"/>
                  </a:cubicBezTo>
                  <a:cubicBezTo>
                    <a:pt x="678" y="1990"/>
                    <a:pt x="828" y="1939"/>
                    <a:pt x="978" y="1864"/>
                  </a:cubicBezTo>
                  <a:cubicBezTo>
                    <a:pt x="1254" y="1764"/>
                    <a:pt x="1480" y="1589"/>
                    <a:pt x="1705" y="1388"/>
                  </a:cubicBezTo>
                  <a:cubicBezTo>
                    <a:pt x="1981" y="1163"/>
                    <a:pt x="2282" y="862"/>
                    <a:pt x="2407" y="511"/>
                  </a:cubicBezTo>
                  <a:cubicBezTo>
                    <a:pt x="2432" y="411"/>
                    <a:pt x="2457" y="260"/>
                    <a:pt x="2432" y="135"/>
                  </a:cubicBezTo>
                  <a:cubicBezTo>
                    <a:pt x="2393" y="38"/>
                    <a:pt x="2309" y="1"/>
                    <a:pt x="2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5473780" y="3395267"/>
              <a:ext cx="34612" cy="57714"/>
            </a:xfrm>
            <a:custGeom>
              <a:avLst/>
              <a:gdLst/>
              <a:ahLst/>
              <a:cxnLst/>
              <a:rect l="l" t="t" r="r" b="b"/>
              <a:pathLst>
                <a:path w="1681" h="2803" extrusionOk="0">
                  <a:moveTo>
                    <a:pt x="1315" y="1"/>
                  </a:moveTo>
                  <a:cubicBezTo>
                    <a:pt x="1246" y="1"/>
                    <a:pt x="1177" y="43"/>
                    <a:pt x="1129" y="75"/>
                  </a:cubicBezTo>
                  <a:cubicBezTo>
                    <a:pt x="1003" y="150"/>
                    <a:pt x="903" y="226"/>
                    <a:pt x="803" y="301"/>
                  </a:cubicBezTo>
                  <a:cubicBezTo>
                    <a:pt x="452" y="602"/>
                    <a:pt x="176" y="952"/>
                    <a:pt x="76" y="1404"/>
                  </a:cubicBezTo>
                  <a:cubicBezTo>
                    <a:pt x="1" y="1629"/>
                    <a:pt x="1" y="1880"/>
                    <a:pt x="26" y="2105"/>
                  </a:cubicBezTo>
                  <a:cubicBezTo>
                    <a:pt x="51" y="2231"/>
                    <a:pt x="76" y="2356"/>
                    <a:pt x="101" y="2481"/>
                  </a:cubicBezTo>
                  <a:cubicBezTo>
                    <a:pt x="126" y="2556"/>
                    <a:pt x="151" y="2732"/>
                    <a:pt x="226" y="2782"/>
                  </a:cubicBezTo>
                  <a:cubicBezTo>
                    <a:pt x="255" y="2796"/>
                    <a:pt x="287" y="2803"/>
                    <a:pt x="319" y="2803"/>
                  </a:cubicBezTo>
                  <a:cubicBezTo>
                    <a:pt x="458" y="2803"/>
                    <a:pt x="622" y="2693"/>
                    <a:pt x="703" y="2632"/>
                  </a:cubicBezTo>
                  <a:cubicBezTo>
                    <a:pt x="828" y="2531"/>
                    <a:pt x="928" y="2406"/>
                    <a:pt x="1028" y="2281"/>
                  </a:cubicBezTo>
                  <a:cubicBezTo>
                    <a:pt x="1204" y="2055"/>
                    <a:pt x="1329" y="1780"/>
                    <a:pt x="1429" y="1504"/>
                  </a:cubicBezTo>
                  <a:cubicBezTo>
                    <a:pt x="1555" y="1178"/>
                    <a:pt x="1680" y="752"/>
                    <a:pt x="1605" y="401"/>
                  </a:cubicBezTo>
                  <a:cubicBezTo>
                    <a:pt x="1580" y="276"/>
                    <a:pt x="1530" y="125"/>
                    <a:pt x="1429" y="50"/>
                  </a:cubicBezTo>
                  <a:cubicBezTo>
                    <a:pt x="1393" y="14"/>
                    <a:pt x="1354" y="1"/>
                    <a:pt x="13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5503202" y="3389338"/>
              <a:ext cx="58331" cy="31606"/>
            </a:xfrm>
            <a:custGeom>
              <a:avLst/>
              <a:gdLst/>
              <a:ahLst/>
              <a:cxnLst/>
              <a:rect l="l" t="t" r="r" b="b"/>
              <a:pathLst>
                <a:path w="2833" h="1535" extrusionOk="0">
                  <a:moveTo>
                    <a:pt x="1045" y="0"/>
                  </a:moveTo>
                  <a:cubicBezTo>
                    <a:pt x="907" y="0"/>
                    <a:pt x="768" y="14"/>
                    <a:pt x="627" y="37"/>
                  </a:cubicBezTo>
                  <a:cubicBezTo>
                    <a:pt x="477" y="37"/>
                    <a:pt x="351" y="63"/>
                    <a:pt x="226" y="88"/>
                  </a:cubicBezTo>
                  <a:cubicBezTo>
                    <a:pt x="126" y="113"/>
                    <a:pt x="0" y="188"/>
                    <a:pt x="0" y="313"/>
                  </a:cubicBezTo>
                  <a:cubicBezTo>
                    <a:pt x="0" y="438"/>
                    <a:pt x="76" y="564"/>
                    <a:pt x="151" y="664"/>
                  </a:cubicBezTo>
                  <a:cubicBezTo>
                    <a:pt x="351" y="965"/>
                    <a:pt x="727" y="1165"/>
                    <a:pt x="1053" y="1291"/>
                  </a:cubicBezTo>
                  <a:cubicBezTo>
                    <a:pt x="1329" y="1416"/>
                    <a:pt x="1630" y="1491"/>
                    <a:pt x="1905" y="1516"/>
                  </a:cubicBezTo>
                  <a:cubicBezTo>
                    <a:pt x="1993" y="1529"/>
                    <a:pt x="2074" y="1535"/>
                    <a:pt x="2153" y="1535"/>
                  </a:cubicBezTo>
                  <a:cubicBezTo>
                    <a:pt x="2231" y="1535"/>
                    <a:pt x="2306" y="1529"/>
                    <a:pt x="2381" y="1516"/>
                  </a:cubicBezTo>
                  <a:cubicBezTo>
                    <a:pt x="2507" y="1491"/>
                    <a:pt x="2782" y="1441"/>
                    <a:pt x="2807" y="1291"/>
                  </a:cubicBezTo>
                  <a:cubicBezTo>
                    <a:pt x="2833" y="1190"/>
                    <a:pt x="2732" y="1040"/>
                    <a:pt x="2682" y="965"/>
                  </a:cubicBezTo>
                  <a:cubicBezTo>
                    <a:pt x="2632" y="865"/>
                    <a:pt x="2557" y="764"/>
                    <a:pt x="2482" y="689"/>
                  </a:cubicBezTo>
                  <a:cubicBezTo>
                    <a:pt x="2306" y="489"/>
                    <a:pt x="2131" y="338"/>
                    <a:pt x="1930" y="238"/>
                  </a:cubicBezTo>
                  <a:cubicBezTo>
                    <a:pt x="1638" y="66"/>
                    <a:pt x="1345" y="0"/>
                    <a:pt x="10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5468118" y="3289994"/>
              <a:ext cx="55737" cy="35621"/>
            </a:xfrm>
            <a:custGeom>
              <a:avLst/>
              <a:gdLst/>
              <a:ahLst/>
              <a:cxnLst/>
              <a:rect l="l" t="t" r="r" b="b"/>
              <a:pathLst>
                <a:path w="2707" h="1730" extrusionOk="0">
                  <a:moveTo>
                    <a:pt x="2030" y="0"/>
                  </a:moveTo>
                  <a:cubicBezTo>
                    <a:pt x="1579" y="0"/>
                    <a:pt x="1153" y="101"/>
                    <a:pt x="777" y="376"/>
                  </a:cubicBezTo>
                  <a:cubicBezTo>
                    <a:pt x="577" y="527"/>
                    <a:pt x="426" y="702"/>
                    <a:pt x="301" y="903"/>
                  </a:cubicBezTo>
                  <a:cubicBezTo>
                    <a:pt x="226" y="1003"/>
                    <a:pt x="176" y="1103"/>
                    <a:pt x="125" y="1228"/>
                  </a:cubicBezTo>
                  <a:cubicBezTo>
                    <a:pt x="100" y="1304"/>
                    <a:pt x="0" y="1454"/>
                    <a:pt x="25" y="1554"/>
                  </a:cubicBezTo>
                  <a:cubicBezTo>
                    <a:pt x="75" y="1705"/>
                    <a:pt x="351" y="1730"/>
                    <a:pt x="476" y="1730"/>
                  </a:cubicBezTo>
                  <a:cubicBezTo>
                    <a:pt x="652" y="1730"/>
                    <a:pt x="802" y="1705"/>
                    <a:pt x="953" y="1654"/>
                  </a:cubicBezTo>
                  <a:cubicBezTo>
                    <a:pt x="1253" y="1604"/>
                    <a:pt x="1529" y="1479"/>
                    <a:pt x="1780" y="1329"/>
                  </a:cubicBezTo>
                  <a:cubicBezTo>
                    <a:pt x="2080" y="1128"/>
                    <a:pt x="2431" y="877"/>
                    <a:pt x="2582" y="577"/>
                  </a:cubicBezTo>
                  <a:cubicBezTo>
                    <a:pt x="2657" y="451"/>
                    <a:pt x="2707" y="326"/>
                    <a:pt x="2682" y="201"/>
                  </a:cubicBezTo>
                  <a:cubicBezTo>
                    <a:pt x="2682" y="50"/>
                    <a:pt x="2532" y="25"/>
                    <a:pt x="2431" y="25"/>
                  </a:cubicBezTo>
                  <a:cubicBezTo>
                    <a:pt x="2306" y="0"/>
                    <a:pt x="2181" y="0"/>
                    <a:pt x="20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5520744" y="3292177"/>
              <a:ext cx="37700" cy="54337"/>
            </a:xfrm>
            <a:custGeom>
              <a:avLst/>
              <a:gdLst/>
              <a:ahLst/>
              <a:cxnLst/>
              <a:rect l="l" t="t" r="r" b="b"/>
              <a:pathLst>
                <a:path w="1831" h="2639" extrusionOk="0">
                  <a:moveTo>
                    <a:pt x="292" y="1"/>
                  </a:moveTo>
                  <a:cubicBezTo>
                    <a:pt x="239" y="1"/>
                    <a:pt x="189" y="20"/>
                    <a:pt x="151" y="70"/>
                  </a:cubicBezTo>
                  <a:cubicBezTo>
                    <a:pt x="76" y="170"/>
                    <a:pt x="51" y="320"/>
                    <a:pt x="26" y="421"/>
                  </a:cubicBezTo>
                  <a:cubicBezTo>
                    <a:pt x="1" y="797"/>
                    <a:pt x="176" y="1198"/>
                    <a:pt x="351" y="1498"/>
                  </a:cubicBezTo>
                  <a:cubicBezTo>
                    <a:pt x="477" y="1749"/>
                    <a:pt x="652" y="2000"/>
                    <a:pt x="853" y="2225"/>
                  </a:cubicBezTo>
                  <a:cubicBezTo>
                    <a:pt x="978" y="2325"/>
                    <a:pt x="1103" y="2426"/>
                    <a:pt x="1229" y="2526"/>
                  </a:cubicBezTo>
                  <a:cubicBezTo>
                    <a:pt x="1302" y="2562"/>
                    <a:pt x="1455" y="2639"/>
                    <a:pt x="1581" y="2639"/>
                  </a:cubicBezTo>
                  <a:cubicBezTo>
                    <a:pt x="1628" y="2639"/>
                    <a:pt x="1671" y="2628"/>
                    <a:pt x="1705" y="2601"/>
                  </a:cubicBezTo>
                  <a:cubicBezTo>
                    <a:pt x="1780" y="2526"/>
                    <a:pt x="1780" y="2375"/>
                    <a:pt x="1805" y="2275"/>
                  </a:cubicBezTo>
                  <a:cubicBezTo>
                    <a:pt x="1830" y="2150"/>
                    <a:pt x="1830" y="2025"/>
                    <a:pt x="1830" y="1924"/>
                  </a:cubicBezTo>
                  <a:cubicBezTo>
                    <a:pt x="1830" y="1674"/>
                    <a:pt x="1780" y="1448"/>
                    <a:pt x="1680" y="1223"/>
                  </a:cubicBezTo>
                  <a:cubicBezTo>
                    <a:pt x="1529" y="771"/>
                    <a:pt x="1204" y="471"/>
                    <a:pt x="803" y="245"/>
                  </a:cubicBezTo>
                  <a:cubicBezTo>
                    <a:pt x="702" y="170"/>
                    <a:pt x="577" y="95"/>
                    <a:pt x="452" y="45"/>
                  </a:cubicBezTo>
                  <a:cubicBezTo>
                    <a:pt x="402" y="20"/>
                    <a:pt x="345" y="1"/>
                    <a:pt x="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5509914" y="3199093"/>
              <a:ext cx="55758" cy="35188"/>
            </a:xfrm>
            <a:custGeom>
              <a:avLst/>
              <a:gdLst/>
              <a:ahLst/>
              <a:cxnLst/>
              <a:rect l="l" t="t" r="r" b="b"/>
              <a:pathLst>
                <a:path w="2708" h="1709" extrusionOk="0">
                  <a:moveTo>
                    <a:pt x="1899" y="1"/>
                  </a:moveTo>
                  <a:cubicBezTo>
                    <a:pt x="1493" y="1"/>
                    <a:pt x="1094" y="109"/>
                    <a:pt x="777" y="380"/>
                  </a:cubicBezTo>
                  <a:cubicBezTo>
                    <a:pt x="577" y="505"/>
                    <a:pt x="426" y="706"/>
                    <a:pt x="276" y="906"/>
                  </a:cubicBezTo>
                  <a:cubicBezTo>
                    <a:pt x="226" y="1007"/>
                    <a:pt x="176" y="1107"/>
                    <a:pt x="126" y="1207"/>
                  </a:cubicBezTo>
                  <a:cubicBezTo>
                    <a:pt x="75" y="1307"/>
                    <a:pt x="0" y="1458"/>
                    <a:pt x="25" y="1533"/>
                  </a:cubicBezTo>
                  <a:cubicBezTo>
                    <a:pt x="75" y="1683"/>
                    <a:pt x="351" y="1708"/>
                    <a:pt x="476" y="1708"/>
                  </a:cubicBezTo>
                  <a:cubicBezTo>
                    <a:pt x="652" y="1708"/>
                    <a:pt x="802" y="1683"/>
                    <a:pt x="953" y="1658"/>
                  </a:cubicBezTo>
                  <a:cubicBezTo>
                    <a:pt x="1253" y="1583"/>
                    <a:pt x="1504" y="1458"/>
                    <a:pt x="1755" y="1307"/>
                  </a:cubicBezTo>
                  <a:cubicBezTo>
                    <a:pt x="2080" y="1132"/>
                    <a:pt x="2431" y="881"/>
                    <a:pt x="2582" y="556"/>
                  </a:cubicBezTo>
                  <a:cubicBezTo>
                    <a:pt x="2657" y="455"/>
                    <a:pt x="2707" y="305"/>
                    <a:pt x="2682" y="180"/>
                  </a:cubicBezTo>
                  <a:cubicBezTo>
                    <a:pt x="2682" y="54"/>
                    <a:pt x="2532" y="29"/>
                    <a:pt x="2431" y="4"/>
                  </a:cubicBezTo>
                  <a:lnTo>
                    <a:pt x="2030" y="4"/>
                  </a:lnTo>
                  <a:cubicBezTo>
                    <a:pt x="1987" y="2"/>
                    <a:pt x="1943" y="1"/>
                    <a:pt x="18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5562540" y="3201069"/>
              <a:ext cx="37700" cy="54440"/>
            </a:xfrm>
            <a:custGeom>
              <a:avLst/>
              <a:gdLst/>
              <a:ahLst/>
              <a:cxnLst/>
              <a:rect l="l" t="t" r="r" b="b"/>
              <a:pathLst>
                <a:path w="1831" h="2644" extrusionOk="0">
                  <a:moveTo>
                    <a:pt x="268" y="1"/>
                  </a:moveTo>
                  <a:cubicBezTo>
                    <a:pt x="224" y="1"/>
                    <a:pt x="183" y="16"/>
                    <a:pt x="151" y="59"/>
                  </a:cubicBezTo>
                  <a:cubicBezTo>
                    <a:pt x="76" y="159"/>
                    <a:pt x="51" y="309"/>
                    <a:pt x="26" y="435"/>
                  </a:cubicBezTo>
                  <a:cubicBezTo>
                    <a:pt x="1" y="785"/>
                    <a:pt x="176" y="1186"/>
                    <a:pt x="352" y="1512"/>
                  </a:cubicBezTo>
                  <a:cubicBezTo>
                    <a:pt x="477" y="1763"/>
                    <a:pt x="652" y="2013"/>
                    <a:pt x="853" y="2214"/>
                  </a:cubicBezTo>
                  <a:cubicBezTo>
                    <a:pt x="953" y="2339"/>
                    <a:pt x="1078" y="2440"/>
                    <a:pt x="1229" y="2515"/>
                  </a:cubicBezTo>
                  <a:cubicBezTo>
                    <a:pt x="1298" y="2567"/>
                    <a:pt x="1440" y="2643"/>
                    <a:pt x="1562" y="2643"/>
                  </a:cubicBezTo>
                  <a:cubicBezTo>
                    <a:pt x="1616" y="2643"/>
                    <a:pt x="1667" y="2628"/>
                    <a:pt x="1705" y="2590"/>
                  </a:cubicBezTo>
                  <a:cubicBezTo>
                    <a:pt x="1780" y="2540"/>
                    <a:pt x="1780" y="2364"/>
                    <a:pt x="1805" y="2289"/>
                  </a:cubicBezTo>
                  <a:cubicBezTo>
                    <a:pt x="1805" y="2164"/>
                    <a:pt x="1830" y="2039"/>
                    <a:pt x="1830" y="1913"/>
                  </a:cubicBezTo>
                  <a:cubicBezTo>
                    <a:pt x="1805" y="1688"/>
                    <a:pt x="1780" y="1437"/>
                    <a:pt x="1680" y="1211"/>
                  </a:cubicBezTo>
                  <a:cubicBezTo>
                    <a:pt x="1504" y="785"/>
                    <a:pt x="1204" y="485"/>
                    <a:pt x="803" y="234"/>
                  </a:cubicBezTo>
                  <a:cubicBezTo>
                    <a:pt x="677" y="159"/>
                    <a:pt x="577" y="109"/>
                    <a:pt x="452" y="59"/>
                  </a:cubicBezTo>
                  <a:cubicBezTo>
                    <a:pt x="394" y="30"/>
                    <a:pt x="328" y="1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5539830" y="3087437"/>
              <a:ext cx="48531" cy="44227"/>
            </a:xfrm>
            <a:custGeom>
              <a:avLst/>
              <a:gdLst/>
              <a:ahLst/>
              <a:cxnLst/>
              <a:rect l="l" t="t" r="r" b="b"/>
              <a:pathLst>
                <a:path w="2357" h="2148" extrusionOk="0">
                  <a:moveTo>
                    <a:pt x="2134" y="1"/>
                  </a:moveTo>
                  <a:cubicBezTo>
                    <a:pt x="2098" y="1"/>
                    <a:pt x="2062" y="6"/>
                    <a:pt x="2031" y="14"/>
                  </a:cubicBezTo>
                  <a:cubicBezTo>
                    <a:pt x="1906" y="39"/>
                    <a:pt x="1780" y="64"/>
                    <a:pt x="1630" y="89"/>
                  </a:cubicBezTo>
                  <a:cubicBezTo>
                    <a:pt x="1179" y="189"/>
                    <a:pt x="803" y="390"/>
                    <a:pt x="502" y="740"/>
                  </a:cubicBezTo>
                  <a:cubicBezTo>
                    <a:pt x="352" y="941"/>
                    <a:pt x="226" y="1141"/>
                    <a:pt x="151" y="1367"/>
                  </a:cubicBezTo>
                  <a:cubicBezTo>
                    <a:pt x="101" y="1492"/>
                    <a:pt x="76" y="1593"/>
                    <a:pt x="51" y="1718"/>
                  </a:cubicBezTo>
                  <a:cubicBezTo>
                    <a:pt x="51" y="1818"/>
                    <a:pt x="1" y="1969"/>
                    <a:pt x="51" y="2044"/>
                  </a:cubicBezTo>
                  <a:cubicBezTo>
                    <a:pt x="91" y="2125"/>
                    <a:pt x="190" y="2147"/>
                    <a:pt x="292" y="2147"/>
                  </a:cubicBezTo>
                  <a:cubicBezTo>
                    <a:pt x="379" y="2147"/>
                    <a:pt x="469" y="2131"/>
                    <a:pt x="527" y="2119"/>
                  </a:cubicBezTo>
                  <a:cubicBezTo>
                    <a:pt x="678" y="2094"/>
                    <a:pt x="828" y="2019"/>
                    <a:pt x="978" y="1943"/>
                  </a:cubicBezTo>
                  <a:cubicBezTo>
                    <a:pt x="1254" y="1818"/>
                    <a:pt x="1480" y="1643"/>
                    <a:pt x="1680" y="1417"/>
                  </a:cubicBezTo>
                  <a:cubicBezTo>
                    <a:pt x="1931" y="1192"/>
                    <a:pt x="2232" y="866"/>
                    <a:pt x="2307" y="515"/>
                  </a:cubicBezTo>
                  <a:cubicBezTo>
                    <a:pt x="2332" y="390"/>
                    <a:pt x="2357" y="239"/>
                    <a:pt x="2332" y="114"/>
                  </a:cubicBezTo>
                  <a:cubicBezTo>
                    <a:pt x="2297" y="27"/>
                    <a:pt x="2215" y="1"/>
                    <a:pt x="2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5586794" y="3087293"/>
              <a:ext cx="45442" cy="46945"/>
            </a:xfrm>
            <a:custGeom>
              <a:avLst/>
              <a:gdLst/>
              <a:ahLst/>
              <a:cxnLst/>
              <a:rect l="l" t="t" r="r" b="b"/>
              <a:pathLst>
                <a:path w="2207" h="2280" extrusionOk="0">
                  <a:moveTo>
                    <a:pt x="214" y="0"/>
                  </a:moveTo>
                  <a:cubicBezTo>
                    <a:pt x="145" y="0"/>
                    <a:pt x="80" y="22"/>
                    <a:pt x="51" y="96"/>
                  </a:cubicBezTo>
                  <a:cubicBezTo>
                    <a:pt x="1" y="221"/>
                    <a:pt x="1" y="372"/>
                    <a:pt x="26" y="472"/>
                  </a:cubicBezTo>
                  <a:cubicBezTo>
                    <a:pt x="76" y="848"/>
                    <a:pt x="352" y="1199"/>
                    <a:pt x="577" y="1449"/>
                  </a:cubicBezTo>
                  <a:cubicBezTo>
                    <a:pt x="778" y="1675"/>
                    <a:pt x="978" y="1875"/>
                    <a:pt x="1229" y="2026"/>
                  </a:cubicBezTo>
                  <a:cubicBezTo>
                    <a:pt x="1379" y="2101"/>
                    <a:pt x="1529" y="2176"/>
                    <a:pt x="1680" y="2226"/>
                  </a:cubicBezTo>
                  <a:cubicBezTo>
                    <a:pt x="1733" y="2253"/>
                    <a:pt x="1837" y="2280"/>
                    <a:pt x="1937" y="2280"/>
                  </a:cubicBezTo>
                  <a:cubicBezTo>
                    <a:pt x="2025" y="2280"/>
                    <a:pt x="2109" y="2259"/>
                    <a:pt x="2156" y="2201"/>
                  </a:cubicBezTo>
                  <a:cubicBezTo>
                    <a:pt x="2206" y="2126"/>
                    <a:pt x="2181" y="1950"/>
                    <a:pt x="2181" y="1875"/>
                  </a:cubicBezTo>
                  <a:cubicBezTo>
                    <a:pt x="2156" y="1750"/>
                    <a:pt x="2131" y="1625"/>
                    <a:pt x="2106" y="1499"/>
                  </a:cubicBezTo>
                  <a:cubicBezTo>
                    <a:pt x="2056" y="1274"/>
                    <a:pt x="1956" y="1048"/>
                    <a:pt x="1805" y="873"/>
                  </a:cubicBezTo>
                  <a:cubicBezTo>
                    <a:pt x="1555" y="472"/>
                    <a:pt x="1179" y="246"/>
                    <a:pt x="727" y="121"/>
                  </a:cubicBezTo>
                  <a:cubicBezTo>
                    <a:pt x="602" y="71"/>
                    <a:pt x="477" y="46"/>
                    <a:pt x="352" y="21"/>
                  </a:cubicBezTo>
                  <a:cubicBezTo>
                    <a:pt x="311" y="10"/>
                    <a:pt x="261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5530030" y="2973249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43" y="0"/>
                  </a:moveTo>
                  <a:cubicBezTo>
                    <a:pt x="1795" y="0"/>
                    <a:pt x="1746" y="11"/>
                    <a:pt x="1705" y="21"/>
                  </a:cubicBezTo>
                  <a:cubicBezTo>
                    <a:pt x="1580" y="71"/>
                    <a:pt x="1454" y="96"/>
                    <a:pt x="1329" y="146"/>
                  </a:cubicBezTo>
                  <a:cubicBezTo>
                    <a:pt x="903" y="322"/>
                    <a:pt x="527" y="572"/>
                    <a:pt x="301" y="973"/>
                  </a:cubicBezTo>
                  <a:cubicBezTo>
                    <a:pt x="176" y="1174"/>
                    <a:pt x="76" y="1399"/>
                    <a:pt x="51" y="1625"/>
                  </a:cubicBezTo>
                  <a:cubicBezTo>
                    <a:pt x="26" y="1750"/>
                    <a:pt x="1" y="1875"/>
                    <a:pt x="1" y="2001"/>
                  </a:cubicBezTo>
                  <a:cubicBezTo>
                    <a:pt x="1" y="2076"/>
                    <a:pt x="1" y="2251"/>
                    <a:pt x="51" y="2327"/>
                  </a:cubicBezTo>
                  <a:cubicBezTo>
                    <a:pt x="91" y="2377"/>
                    <a:pt x="157" y="2395"/>
                    <a:pt x="228" y="2395"/>
                  </a:cubicBezTo>
                  <a:cubicBezTo>
                    <a:pt x="333" y="2395"/>
                    <a:pt x="452" y="2356"/>
                    <a:pt x="527" y="2327"/>
                  </a:cubicBezTo>
                  <a:cubicBezTo>
                    <a:pt x="677" y="2276"/>
                    <a:pt x="828" y="2176"/>
                    <a:pt x="953" y="2101"/>
                  </a:cubicBezTo>
                  <a:cubicBezTo>
                    <a:pt x="1179" y="1926"/>
                    <a:pt x="1404" y="1700"/>
                    <a:pt x="1580" y="1474"/>
                  </a:cubicBezTo>
                  <a:cubicBezTo>
                    <a:pt x="1780" y="1199"/>
                    <a:pt x="2031" y="823"/>
                    <a:pt x="2056" y="472"/>
                  </a:cubicBezTo>
                  <a:cubicBezTo>
                    <a:pt x="2081" y="347"/>
                    <a:pt x="2081" y="196"/>
                    <a:pt x="2006" y="96"/>
                  </a:cubicBezTo>
                  <a:cubicBezTo>
                    <a:pt x="1976" y="22"/>
                    <a:pt x="1911" y="0"/>
                    <a:pt x="1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570797" y="2971602"/>
              <a:ext cx="50590" cy="41695"/>
            </a:xfrm>
            <a:custGeom>
              <a:avLst/>
              <a:gdLst/>
              <a:ahLst/>
              <a:cxnLst/>
              <a:rect l="l" t="t" r="r" b="b"/>
              <a:pathLst>
                <a:path w="2457" h="2025" extrusionOk="0">
                  <a:moveTo>
                    <a:pt x="326" y="1"/>
                  </a:moveTo>
                  <a:cubicBezTo>
                    <a:pt x="201" y="1"/>
                    <a:pt x="76" y="1"/>
                    <a:pt x="26" y="126"/>
                  </a:cubicBezTo>
                  <a:cubicBezTo>
                    <a:pt x="1" y="251"/>
                    <a:pt x="26" y="402"/>
                    <a:pt x="76" y="527"/>
                  </a:cubicBezTo>
                  <a:cubicBezTo>
                    <a:pt x="176" y="853"/>
                    <a:pt x="477" y="1178"/>
                    <a:pt x="753" y="1404"/>
                  </a:cubicBezTo>
                  <a:cubicBezTo>
                    <a:pt x="978" y="1579"/>
                    <a:pt x="1229" y="1755"/>
                    <a:pt x="1479" y="1880"/>
                  </a:cubicBezTo>
                  <a:cubicBezTo>
                    <a:pt x="1630" y="1930"/>
                    <a:pt x="1780" y="1980"/>
                    <a:pt x="1956" y="2006"/>
                  </a:cubicBezTo>
                  <a:cubicBezTo>
                    <a:pt x="2003" y="2015"/>
                    <a:pt x="2072" y="2024"/>
                    <a:pt x="2142" y="2024"/>
                  </a:cubicBezTo>
                  <a:cubicBezTo>
                    <a:pt x="2257" y="2024"/>
                    <a:pt x="2376" y="1999"/>
                    <a:pt x="2407" y="1905"/>
                  </a:cubicBezTo>
                  <a:cubicBezTo>
                    <a:pt x="2457" y="1830"/>
                    <a:pt x="2407" y="1655"/>
                    <a:pt x="2382" y="1579"/>
                  </a:cubicBezTo>
                  <a:cubicBezTo>
                    <a:pt x="2357" y="1454"/>
                    <a:pt x="2332" y="1354"/>
                    <a:pt x="2281" y="1229"/>
                  </a:cubicBezTo>
                  <a:cubicBezTo>
                    <a:pt x="2181" y="1003"/>
                    <a:pt x="2056" y="803"/>
                    <a:pt x="1880" y="627"/>
                  </a:cubicBezTo>
                  <a:cubicBezTo>
                    <a:pt x="1580" y="301"/>
                    <a:pt x="1154" y="126"/>
                    <a:pt x="702" y="51"/>
                  </a:cubicBezTo>
                  <a:cubicBezTo>
                    <a:pt x="577" y="26"/>
                    <a:pt x="452" y="26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5497520" y="2853008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60" y="1"/>
                  </a:moveTo>
                  <a:cubicBezTo>
                    <a:pt x="1816" y="1"/>
                    <a:pt x="1771" y="11"/>
                    <a:pt x="1730" y="21"/>
                  </a:cubicBezTo>
                  <a:cubicBezTo>
                    <a:pt x="1605" y="71"/>
                    <a:pt x="1479" y="96"/>
                    <a:pt x="1354" y="146"/>
                  </a:cubicBezTo>
                  <a:cubicBezTo>
                    <a:pt x="928" y="322"/>
                    <a:pt x="552" y="573"/>
                    <a:pt x="327" y="974"/>
                  </a:cubicBezTo>
                  <a:cubicBezTo>
                    <a:pt x="201" y="1174"/>
                    <a:pt x="101" y="1400"/>
                    <a:pt x="76" y="1650"/>
                  </a:cubicBezTo>
                  <a:cubicBezTo>
                    <a:pt x="51" y="1750"/>
                    <a:pt x="26" y="1876"/>
                    <a:pt x="26" y="2001"/>
                  </a:cubicBezTo>
                  <a:cubicBezTo>
                    <a:pt x="26" y="2101"/>
                    <a:pt x="1" y="2252"/>
                    <a:pt x="76" y="2327"/>
                  </a:cubicBezTo>
                  <a:cubicBezTo>
                    <a:pt x="117" y="2378"/>
                    <a:pt x="182" y="2396"/>
                    <a:pt x="253" y="2396"/>
                  </a:cubicBezTo>
                  <a:cubicBezTo>
                    <a:pt x="358" y="2396"/>
                    <a:pt x="478" y="2357"/>
                    <a:pt x="552" y="2327"/>
                  </a:cubicBezTo>
                  <a:cubicBezTo>
                    <a:pt x="703" y="2277"/>
                    <a:pt x="828" y="2202"/>
                    <a:pt x="978" y="2101"/>
                  </a:cubicBezTo>
                  <a:cubicBezTo>
                    <a:pt x="1204" y="1926"/>
                    <a:pt x="1404" y="1700"/>
                    <a:pt x="1605" y="1475"/>
                  </a:cubicBezTo>
                  <a:cubicBezTo>
                    <a:pt x="1805" y="1199"/>
                    <a:pt x="2031" y="823"/>
                    <a:pt x="2081" y="472"/>
                  </a:cubicBezTo>
                  <a:cubicBezTo>
                    <a:pt x="2081" y="347"/>
                    <a:pt x="2081" y="197"/>
                    <a:pt x="2031" y="96"/>
                  </a:cubicBezTo>
                  <a:cubicBezTo>
                    <a:pt x="1986" y="22"/>
                    <a:pt x="1924" y="1"/>
                    <a:pt x="18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5538801" y="2851711"/>
              <a:ext cx="50590" cy="41345"/>
            </a:xfrm>
            <a:custGeom>
              <a:avLst/>
              <a:gdLst/>
              <a:ahLst/>
              <a:cxnLst/>
              <a:rect l="l" t="t" r="r" b="b"/>
              <a:pathLst>
                <a:path w="2457" h="2008" extrusionOk="0">
                  <a:moveTo>
                    <a:pt x="243" y="0"/>
                  </a:moveTo>
                  <a:cubicBezTo>
                    <a:pt x="149" y="0"/>
                    <a:pt x="65" y="37"/>
                    <a:pt x="26" y="134"/>
                  </a:cubicBezTo>
                  <a:cubicBezTo>
                    <a:pt x="1" y="235"/>
                    <a:pt x="26" y="385"/>
                    <a:pt x="51" y="510"/>
                  </a:cubicBezTo>
                  <a:cubicBezTo>
                    <a:pt x="176" y="861"/>
                    <a:pt x="477" y="1162"/>
                    <a:pt x="753" y="1387"/>
                  </a:cubicBezTo>
                  <a:cubicBezTo>
                    <a:pt x="978" y="1588"/>
                    <a:pt x="1204" y="1738"/>
                    <a:pt x="1479" y="1864"/>
                  </a:cubicBezTo>
                  <a:cubicBezTo>
                    <a:pt x="1630" y="1914"/>
                    <a:pt x="1780" y="1989"/>
                    <a:pt x="1956" y="1989"/>
                  </a:cubicBezTo>
                  <a:cubicBezTo>
                    <a:pt x="2003" y="1998"/>
                    <a:pt x="2072" y="2008"/>
                    <a:pt x="2142" y="2008"/>
                  </a:cubicBezTo>
                  <a:cubicBezTo>
                    <a:pt x="2257" y="2008"/>
                    <a:pt x="2376" y="1982"/>
                    <a:pt x="2407" y="1889"/>
                  </a:cubicBezTo>
                  <a:cubicBezTo>
                    <a:pt x="2457" y="1813"/>
                    <a:pt x="2407" y="1663"/>
                    <a:pt x="2382" y="1563"/>
                  </a:cubicBezTo>
                  <a:cubicBezTo>
                    <a:pt x="2357" y="1463"/>
                    <a:pt x="2332" y="1337"/>
                    <a:pt x="2282" y="1212"/>
                  </a:cubicBezTo>
                  <a:cubicBezTo>
                    <a:pt x="2181" y="1011"/>
                    <a:pt x="2056" y="811"/>
                    <a:pt x="1880" y="636"/>
                  </a:cubicBezTo>
                  <a:cubicBezTo>
                    <a:pt x="1580" y="285"/>
                    <a:pt x="1154" y="109"/>
                    <a:pt x="703" y="34"/>
                  </a:cubicBezTo>
                  <a:cubicBezTo>
                    <a:pt x="577" y="34"/>
                    <a:pt x="452" y="9"/>
                    <a:pt x="327" y="9"/>
                  </a:cubicBezTo>
                  <a:cubicBezTo>
                    <a:pt x="298" y="3"/>
                    <a:pt x="270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5484116" y="2739396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2156" y="0"/>
                  </a:moveTo>
                  <a:cubicBezTo>
                    <a:pt x="2030" y="0"/>
                    <a:pt x="1905" y="25"/>
                    <a:pt x="1780" y="50"/>
                  </a:cubicBezTo>
                  <a:cubicBezTo>
                    <a:pt x="1303" y="101"/>
                    <a:pt x="902" y="276"/>
                    <a:pt x="577" y="602"/>
                  </a:cubicBezTo>
                  <a:cubicBezTo>
                    <a:pt x="426" y="777"/>
                    <a:pt x="276" y="978"/>
                    <a:pt x="201" y="1203"/>
                  </a:cubicBezTo>
                  <a:cubicBezTo>
                    <a:pt x="151" y="1304"/>
                    <a:pt x="100" y="1429"/>
                    <a:pt x="75" y="1554"/>
                  </a:cubicBezTo>
                  <a:cubicBezTo>
                    <a:pt x="50" y="1629"/>
                    <a:pt x="0" y="1805"/>
                    <a:pt x="50" y="1880"/>
                  </a:cubicBezTo>
                  <a:cubicBezTo>
                    <a:pt x="81" y="1974"/>
                    <a:pt x="200" y="1999"/>
                    <a:pt x="315" y="1999"/>
                  </a:cubicBezTo>
                  <a:cubicBezTo>
                    <a:pt x="385" y="1999"/>
                    <a:pt x="454" y="1990"/>
                    <a:pt x="501" y="1980"/>
                  </a:cubicBezTo>
                  <a:cubicBezTo>
                    <a:pt x="677" y="1955"/>
                    <a:pt x="827" y="1905"/>
                    <a:pt x="978" y="1855"/>
                  </a:cubicBezTo>
                  <a:cubicBezTo>
                    <a:pt x="1253" y="1730"/>
                    <a:pt x="1504" y="1579"/>
                    <a:pt x="1729" y="1379"/>
                  </a:cubicBezTo>
                  <a:cubicBezTo>
                    <a:pt x="1980" y="1153"/>
                    <a:pt x="2306" y="852"/>
                    <a:pt x="2406" y="502"/>
                  </a:cubicBezTo>
                  <a:cubicBezTo>
                    <a:pt x="2456" y="401"/>
                    <a:pt x="2481" y="251"/>
                    <a:pt x="2456" y="126"/>
                  </a:cubicBezTo>
                  <a:cubicBezTo>
                    <a:pt x="2406" y="0"/>
                    <a:pt x="2281" y="0"/>
                    <a:pt x="2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533654" y="2739582"/>
              <a:ext cx="42333" cy="49745"/>
            </a:xfrm>
            <a:custGeom>
              <a:avLst/>
              <a:gdLst/>
              <a:ahLst/>
              <a:cxnLst/>
              <a:rect l="l" t="t" r="r" b="b"/>
              <a:pathLst>
                <a:path w="2056" h="2416" extrusionOk="0">
                  <a:moveTo>
                    <a:pt x="203" y="0"/>
                  </a:moveTo>
                  <a:cubicBezTo>
                    <a:pt x="145" y="0"/>
                    <a:pt x="91" y="24"/>
                    <a:pt x="50" y="92"/>
                  </a:cubicBezTo>
                  <a:cubicBezTo>
                    <a:pt x="0" y="192"/>
                    <a:pt x="0" y="342"/>
                    <a:pt x="0" y="467"/>
                  </a:cubicBezTo>
                  <a:cubicBezTo>
                    <a:pt x="25" y="818"/>
                    <a:pt x="251" y="1194"/>
                    <a:pt x="476" y="1470"/>
                  </a:cubicBezTo>
                  <a:cubicBezTo>
                    <a:pt x="652" y="1721"/>
                    <a:pt x="852" y="1921"/>
                    <a:pt x="1078" y="2097"/>
                  </a:cubicBezTo>
                  <a:cubicBezTo>
                    <a:pt x="1228" y="2197"/>
                    <a:pt x="1354" y="2272"/>
                    <a:pt x="1504" y="2347"/>
                  </a:cubicBezTo>
                  <a:cubicBezTo>
                    <a:pt x="1579" y="2377"/>
                    <a:pt x="1698" y="2416"/>
                    <a:pt x="1803" y="2416"/>
                  </a:cubicBezTo>
                  <a:cubicBezTo>
                    <a:pt x="1874" y="2416"/>
                    <a:pt x="1940" y="2398"/>
                    <a:pt x="1980" y="2347"/>
                  </a:cubicBezTo>
                  <a:cubicBezTo>
                    <a:pt x="2055" y="2272"/>
                    <a:pt x="2030" y="2097"/>
                    <a:pt x="2030" y="2021"/>
                  </a:cubicBezTo>
                  <a:cubicBezTo>
                    <a:pt x="2030" y="1896"/>
                    <a:pt x="2030" y="1771"/>
                    <a:pt x="2005" y="1645"/>
                  </a:cubicBezTo>
                  <a:cubicBezTo>
                    <a:pt x="1955" y="1420"/>
                    <a:pt x="1880" y="1194"/>
                    <a:pt x="1755" y="994"/>
                  </a:cubicBezTo>
                  <a:cubicBezTo>
                    <a:pt x="1529" y="593"/>
                    <a:pt x="1153" y="342"/>
                    <a:pt x="727" y="167"/>
                  </a:cubicBezTo>
                  <a:cubicBezTo>
                    <a:pt x="602" y="117"/>
                    <a:pt x="476" y="66"/>
                    <a:pt x="351" y="41"/>
                  </a:cubicBezTo>
                  <a:cubicBezTo>
                    <a:pt x="305" y="18"/>
                    <a:pt x="253" y="0"/>
                    <a:pt x="2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5509400" y="2637212"/>
              <a:ext cx="55737" cy="35641"/>
            </a:xfrm>
            <a:custGeom>
              <a:avLst/>
              <a:gdLst/>
              <a:ahLst/>
              <a:cxnLst/>
              <a:rect l="l" t="t" r="r" b="b"/>
              <a:pathLst>
                <a:path w="2707" h="1731" extrusionOk="0">
                  <a:moveTo>
                    <a:pt x="2030" y="1"/>
                  </a:moveTo>
                  <a:cubicBezTo>
                    <a:pt x="1579" y="1"/>
                    <a:pt x="1128" y="101"/>
                    <a:pt x="752" y="377"/>
                  </a:cubicBezTo>
                  <a:cubicBezTo>
                    <a:pt x="577" y="527"/>
                    <a:pt x="401" y="703"/>
                    <a:pt x="276" y="903"/>
                  </a:cubicBezTo>
                  <a:cubicBezTo>
                    <a:pt x="226" y="1003"/>
                    <a:pt x="151" y="1104"/>
                    <a:pt x="100" y="1229"/>
                  </a:cubicBezTo>
                  <a:cubicBezTo>
                    <a:pt x="75" y="1304"/>
                    <a:pt x="0" y="1454"/>
                    <a:pt x="25" y="1530"/>
                  </a:cubicBezTo>
                  <a:cubicBezTo>
                    <a:pt x="75" y="1680"/>
                    <a:pt x="351" y="1705"/>
                    <a:pt x="476" y="1730"/>
                  </a:cubicBezTo>
                  <a:cubicBezTo>
                    <a:pt x="627" y="1730"/>
                    <a:pt x="802" y="1705"/>
                    <a:pt x="953" y="1655"/>
                  </a:cubicBezTo>
                  <a:cubicBezTo>
                    <a:pt x="1228" y="1605"/>
                    <a:pt x="1504" y="1480"/>
                    <a:pt x="1755" y="1329"/>
                  </a:cubicBezTo>
                  <a:cubicBezTo>
                    <a:pt x="2055" y="1154"/>
                    <a:pt x="2406" y="903"/>
                    <a:pt x="2582" y="577"/>
                  </a:cubicBezTo>
                  <a:cubicBezTo>
                    <a:pt x="2632" y="477"/>
                    <a:pt x="2707" y="327"/>
                    <a:pt x="2682" y="201"/>
                  </a:cubicBezTo>
                  <a:cubicBezTo>
                    <a:pt x="2657" y="76"/>
                    <a:pt x="2532" y="26"/>
                    <a:pt x="2406" y="26"/>
                  </a:cubicBezTo>
                  <a:cubicBezTo>
                    <a:pt x="2281" y="26"/>
                    <a:pt x="2156" y="1"/>
                    <a:pt x="20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5562026" y="2639641"/>
              <a:ext cx="37186" cy="54419"/>
            </a:xfrm>
            <a:custGeom>
              <a:avLst/>
              <a:gdLst/>
              <a:ahLst/>
              <a:cxnLst/>
              <a:rect l="l" t="t" r="r" b="b"/>
              <a:pathLst>
                <a:path w="1806" h="2643" extrusionOk="0">
                  <a:moveTo>
                    <a:pt x="268" y="0"/>
                  </a:moveTo>
                  <a:cubicBezTo>
                    <a:pt x="224" y="0"/>
                    <a:pt x="183" y="16"/>
                    <a:pt x="151" y="58"/>
                  </a:cubicBezTo>
                  <a:cubicBezTo>
                    <a:pt x="51" y="159"/>
                    <a:pt x="26" y="309"/>
                    <a:pt x="26" y="434"/>
                  </a:cubicBezTo>
                  <a:cubicBezTo>
                    <a:pt x="1" y="785"/>
                    <a:pt x="176" y="1186"/>
                    <a:pt x="326" y="1487"/>
                  </a:cubicBezTo>
                  <a:cubicBezTo>
                    <a:pt x="477" y="1763"/>
                    <a:pt x="627" y="2013"/>
                    <a:pt x="828" y="2214"/>
                  </a:cubicBezTo>
                  <a:cubicBezTo>
                    <a:pt x="953" y="2339"/>
                    <a:pt x="1078" y="2439"/>
                    <a:pt x="1204" y="2514"/>
                  </a:cubicBezTo>
                  <a:cubicBezTo>
                    <a:pt x="1291" y="2567"/>
                    <a:pt x="1438" y="2643"/>
                    <a:pt x="1553" y="2643"/>
                  </a:cubicBezTo>
                  <a:cubicBezTo>
                    <a:pt x="1604" y="2643"/>
                    <a:pt x="1649" y="2628"/>
                    <a:pt x="1680" y="2590"/>
                  </a:cubicBezTo>
                  <a:cubicBezTo>
                    <a:pt x="1755" y="2539"/>
                    <a:pt x="1755" y="2364"/>
                    <a:pt x="1780" y="2289"/>
                  </a:cubicBezTo>
                  <a:cubicBezTo>
                    <a:pt x="1805" y="2164"/>
                    <a:pt x="1805" y="2038"/>
                    <a:pt x="1805" y="1913"/>
                  </a:cubicBezTo>
                  <a:cubicBezTo>
                    <a:pt x="1805" y="1687"/>
                    <a:pt x="1755" y="1437"/>
                    <a:pt x="1680" y="1236"/>
                  </a:cubicBezTo>
                  <a:cubicBezTo>
                    <a:pt x="1504" y="785"/>
                    <a:pt x="1204" y="484"/>
                    <a:pt x="803" y="234"/>
                  </a:cubicBezTo>
                  <a:cubicBezTo>
                    <a:pt x="677" y="159"/>
                    <a:pt x="577" y="108"/>
                    <a:pt x="452" y="58"/>
                  </a:cubicBezTo>
                  <a:cubicBezTo>
                    <a:pt x="394" y="29"/>
                    <a:pt x="328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5626531" y="2573756"/>
              <a:ext cx="138838" cy="783367"/>
            </a:xfrm>
            <a:custGeom>
              <a:avLst/>
              <a:gdLst/>
              <a:ahLst/>
              <a:cxnLst/>
              <a:rect l="l" t="t" r="r" b="b"/>
              <a:pathLst>
                <a:path w="6743" h="38046" extrusionOk="0">
                  <a:moveTo>
                    <a:pt x="4361" y="0"/>
                  </a:moveTo>
                  <a:cubicBezTo>
                    <a:pt x="1880" y="2181"/>
                    <a:pt x="0" y="6592"/>
                    <a:pt x="2131" y="12456"/>
                  </a:cubicBezTo>
                  <a:cubicBezTo>
                    <a:pt x="2532" y="13584"/>
                    <a:pt x="3083" y="14687"/>
                    <a:pt x="3610" y="15740"/>
                  </a:cubicBezTo>
                  <a:cubicBezTo>
                    <a:pt x="4111" y="16792"/>
                    <a:pt x="4662" y="17870"/>
                    <a:pt x="5063" y="18998"/>
                  </a:cubicBezTo>
                  <a:cubicBezTo>
                    <a:pt x="6417" y="22707"/>
                    <a:pt x="6316" y="26918"/>
                    <a:pt x="4787" y="30552"/>
                  </a:cubicBezTo>
                  <a:cubicBezTo>
                    <a:pt x="4637" y="30953"/>
                    <a:pt x="4437" y="31329"/>
                    <a:pt x="4261" y="31730"/>
                  </a:cubicBezTo>
                  <a:cubicBezTo>
                    <a:pt x="3910" y="32507"/>
                    <a:pt x="3534" y="33309"/>
                    <a:pt x="3284" y="34161"/>
                  </a:cubicBezTo>
                  <a:cubicBezTo>
                    <a:pt x="3058" y="35038"/>
                    <a:pt x="2782" y="36717"/>
                    <a:pt x="3685" y="38045"/>
                  </a:cubicBezTo>
                  <a:lnTo>
                    <a:pt x="3935" y="37870"/>
                  </a:lnTo>
                  <a:cubicBezTo>
                    <a:pt x="3108" y="36642"/>
                    <a:pt x="3359" y="35063"/>
                    <a:pt x="3584" y="34261"/>
                  </a:cubicBezTo>
                  <a:cubicBezTo>
                    <a:pt x="3810" y="33434"/>
                    <a:pt x="4186" y="32632"/>
                    <a:pt x="4562" y="31855"/>
                  </a:cubicBezTo>
                  <a:cubicBezTo>
                    <a:pt x="4737" y="31479"/>
                    <a:pt x="4913" y="31078"/>
                    <a:pt x="5088" y="30677"/>
                  </a:cubicBezTo>
                  <a:cubicBezTo>
                    <a:pt x="6642" y="26968"/>
                    <a:pt x="6742" y="22657"/>
                    <a:pt x="5364" y="18872"/>
                  </a:cubicBezTo>
                  <a:cubicBezTo>
                    <a:pt x="4938" y="17770"/>
                    <a:pt x="4412" y="16667"/>
                    <a:pt x="3885" y="15614"/>
                  </a:cubicBezTo>
                  <a:cubicBezTo>
                    <a:pt x="3359" y="14562"/>
                    <a:pt x="2807" y="13459"/>
                    <a:pt x="2406" y="12356"/>
                  </a:cubicBezTo>
                  <a:cubicBezTo>
                    <a:pt x="326" y="6617"/>
                    <a:pt x="2156" y="2331"/>
                    <a:pt x="4562" y="226"/>
                  </a:cubicBezTo>
                  <a:lnTo>
                    <a:pt x="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696185" y="3349333"/>
              <a:ext cx="33582" cy="57384"/>
            </a:xfrm>
            <a:custGeom>
              <a:avLst/>
              <a:gdLst/>
              <a:ahLst/>
              <a:cxnLst/>
              <a:rect l="l" t="t" r="r" b="b"/>
              <a:pathLst>
                <a:path w="1631" h="2787" extrusionOk="0">
                  <a:moveTo>
                    <a:pt x="302" y="0"/>
                  </a:moveTo>
                  <a:cubicBezTo>
                    <a:pt x="176" y="26"/>
                    <a:pt x="126" y="151"/>
                    <a:pt x="101" y="251"/>
                  </a:cubicBezTo>
                  <a:cubicBezTo>
                    <a:pt x="76" y="376"/>
                    <a:pt x="76" y="502"/>
                    <a:pt x="51" y="627"/>
                  </a:cubicBezTo>
                  <a:cubicBezTo>
                    <a:pt x="1" y="1103"/>
                    <a:pt x="51" y="1529"/>
                    <a:pt x="302" y="1930"/>
                  </a:cubicBezTo>
                  <a:cubicBezTo>
                    <a:pt x="427" y="2131"/>
                    <a:pt x="577" y="2331"/>
                    <a:pt x="778" y="2457"/>
                  </a:cubicBezTo>
                  <a:cubicBezTo>
                    <a:pt x="853" y="2557"/>
                    <a:pt x="953" y="2607"/>
                    <a:pt x="1079" y="2657"/>
                  </a:cubicBezTo>
                  <a:cubicBezTo>
                    <a:pt x="1146" y="2702"/>
                    <a:pt x="1253" y="2786"/>
                    <a:pt x="1346" y="2786"/>
                  </a:cubicBezTo>
                  <a:cubicBezTo>
                    <a:pt x="1357" y="2786"/>
                    <a:pt x="1369" y="2785"/>
                    <a:pt x="1379" y="2782"/>
                  </a:cubicBezTo>
                  <a:cubicBezTo>
                    <a:pt x="1530" y="2757"/>
                    <a:pt x="1580" y="2482"/>
                    <a:pt x="1605" y="2356"/>
                  </a:cubicBezTo>
                  <a:cubicBezTo>
                    <a:pt x="1630" y="2206"/>
                    <a:pt x="1605" y="2031"/>
                    <a:pt x="1605" y="1880"/>
                  </a:cubicBezTo>
                  <a:cubicBezTo>
                    <a:pt x="1555" y="1579"/>
                    <a:pt x="1455" y="1304"/>
                    <a:pt x="1329" y="1028"/>
                  </a:cubicBezTo>
                  <a:cubicBezTo>
                    <a:pt x="1179" y="727"/>
                    <a:pt x="978" y="351"/>
                    <a:pt x="678" y="151"/>
                  </a:cubicBezTo>
                  <a:cubicBezTo>
                    <a:pt x="577" y="76"/>
                    <a:pt x="42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5494431" y="2571903"/>
              <a:ext cx="177527" cy="901842"/>
            </a:xfrm>
            <a:custGeom>
              <a:avLst/>
              <a:gdLst/>
              <a:ahLst/>
              <a:cxnLst/>
              <a:rect l="l" t="t" r="r" b="b"/>
              <a:pathLst>
                <a:path w="8622" h="43800" extrusionOk="0">
                  <a:moveTo>
                    <a:pt x="7731" y="0"/>
                  </a:moveTo>
                  <a:cubicBezTo>
                    <a:pt x="7129" y="0"/>
                    <a:pt x="6497" y="184"/>
                    <a:pt x="5865" y="566"/>
                  </a:cubicBezTo>
                  <a:cubicBezTo>
                    <a:pt x="3985" y="1719"/>
                    <a:pt x="2281" y="4526"/>
                    <a:pt x="1880" y="7133"/>
                  </a:cubicBezTo>
                  <a:cubicBezTo>
                    <a:pt x="1379" y="10566"/>
                    <a:pt x="2256" y="14025"/>
                    <a:pt x="3133" y="17358"/>
                  </a:cubicBezTo>
                  <a:lnTo>
                    <a:pt x="3208" y="17659"/>
                  </a:lnTo>
                  <a:cubicBezTo>
                    <a:pt x="4136" y="21243"/>
                    <a:pt x="4888" y="24727"/>
                    <a:pt x="4136" y="28085"/>
                  </a:cubicBezTo>
                  <a:cubicBezTo>
                    <a:pt x="3760" y="29639"/>
                    <a:pt x="3083" y="31143"/>
                    <a:pt x="2406" y="32571"/>
                  </a:cubicBezTo>
                  <a:cubicBezTo>
                    <a:pt x="1930" y="33624"/>
                    <a:pt x="1429" y="34702"/>
                    <a:pt x="1053" y="35805"/>
                  </a:cubicBezTo>
                  <a:cubicBezTo>
                    <a:pt x="176" y="38336"/>
                    <a:pt x="0" y="41744"/>
                    <a:pt x="2106" y="43800"/>
                  </a:cubicBezTo>
                  <a:lnTo>
                    <a:pt x="2331" y="43574"/>
                  </a:lnTo>
                  <a:cubicBezTo>
                    <a:pt x="326" y="41619"/>
                    <a:pt x="502" y="38336"/>
                    <a:pt x="1329" y="35905"/>
                  </a:cubicBezTo>
                  <a:cubicBezTo>
                    <a:pt x="1705" y="34827"/>
                    <a:pt x="2206" y="33749"/>
                    <a:pt x="2682" y="32722"/>
                  </a:cubicBezTo>
                  <a:cubicBezTo>
                    <a:pt x="3359" y="31268"/>
                    <a:pt x="4061" y="29764"/>
                    <a:pt x="4437" y="28160"/>
                  </a:cubicBezTo>
                  <a:cubicBezTo>
                    <a:pt x="5213" y="24727"/>
                    <a:pt x="4437" y="21193"/>
                    <a:pt x="3509" y="17584"/>
                  </a:cubicBezTo>
                  <a:lnTo>
                    <a:pt x="3434" y="17283"/>
                  </a:lnTo>
                  <a:cubicBezTo>
                    <a:pt x="2582" y="13975"/>
                    <a:pt x="1680" y="10541"/>
                    <a:pt x="2206" y="7183"/>
                  </a:cubicBezTo>
                  <a:cubicBezTo>
                    <a:pt x="2582" y="4652"/>
                    <a:pt x="4236" y="1945"/>
                    <a:pt x="6041" y="842"/>
                  </a:cubicBezTo>
                  <a:cubicBezTo>
                    <a:pt x="6612" y="489"/>
                    <a:pt x="7183" y="317"/>
                    <a:pt x="7731" y="317"/>
                  </a:cubicBezTo>
                  <a:cubicBezTo>
                    <a:pt x="8001" y="317"/>
                    <a:pt x="8266" y="358"/>
                    <a:pt x="8522" y="441"/>
                  </a:cubicBezTo>
                  <a:lnTo>
                    <a:pt x="8622" y="140"/>
                  </a:lnTo>
                  <a:cubicBezTo>
                    <a:pt x="8335" y="47"/>
                    <a:pt x="8037" y="0"/>
                    <a:pt x="7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5532089" y="3463274"/>
              <a:ext cx="35641" cy="54914"/>
            </a:xfrm>
            <a:custGeom>
              <a:avLst/>
              <a:gdLst/>
              <a:ahLst/>
              <a:cxnLst/>
              <a:rect l="l" t="t" r="r" b="b"/>
              <a:pathLst>
                <a:path w="1731" h="2667" extrusionOk="0">
                  <a:moveTo>
                    <a:pt x="254" y="0"/>
                  </a:moveTo>
                  <a:cubicBezTo>
                    <a:pt x="236" y="0"/>
                    <a:pt x="219" y="2"/>
                    <a:pt x="201" y="5"/>
                  </a:cubicBezTo>
                  <a:cubicBezTo>
                    <a:pt x="76" y="30"/>
                    <a:pt x="51" y="156"/>
                    <a:pt x="26" y="281"/>
                  </a:cubicBezTo>
                  <a:cubicBezTo>
                    <a:pt x="26" y="406"/>
                    <a:pt x="1" y="532"/>
                    <a:pt x="1" y="657"/>
                  </a:cubicBezTo>
                  <a:cubicBezTo>
                    <a:pt x="1" y="1133"/>
                    <a:pt x="101" y="1559"/>
                    <a:pt x="402" y="1935"/>
                  </a:cubicBezTo>
                  <a:cubicBezTo>
                    <a:pt x="552" y="2111"/>
                    <a:pt x="728" y="2286"/>
                    <a:pt x="928" y="2411"/>
                  </a:cubicBezTo>
                  <a:cubicBezTo>
                    <a:pt x="1029" y="2462"/>
                    <a:pt x="1129" y="2512"/>
                    <a:pt x="1254" y="2562"/>
                  </a:cubicBezTo>
                  <a:cubicBezTo>
                    <a:pt x="1319" y="2605"/>
                    <a:pt x="1440" y="2667"/>
                    <a:pt x="1520" y="2667"/>
                  </a:cubicBezTo>
                  <a:cubicBezTo>
                    <a:pt x="1533" y="2667"/>
                    <a:pt x="1545" y="2665"/>
                    <a:pt x="1555" y="2662"/>
                  </a:cubicBezTo>
                  <a:cubicBezTo>
                    <a:pt x="1705" y="2612"/>
                    <a:pt x="1730" y="2336"/>
                    <a:pt x="1730" y="2211"/>
                  </a:cubicBezTo>
                  <a:cubicBezTo>
                    <a:pt x="1730" y="2035"/>
                    <a:pt x="1705" y="1885"/>
                    <a:pt x="1680" y="1735"/>
                  </a:cubicBezTo>
                  <a:cubicBezTo>
                    <a:pt x="1605" y="1434"/>
                    <a:pt x="1480" y="1183"/>
                    <a:pt x="1329" y="933"/>
                  </a:cubicBezTo>
                  <a:cubicBezTo>
                    <a:pt x="1154" y="632"/>
                    <a:pt x="903" y="256"/>
                    <a:pt x="577" y="106"/>
                  </a:cubicBezTo>
                  <a:cubicBezTo>
                    <a:pt x="491" y="62"/>
                    <a:pt x="367" y="0"/>
                    <a:pt x="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5418066" y="2573014"/>
              <a:ext cx="191981" cy="547241"/>
            </a:xfrm>
            <a:custGeom>
              <a:avLst/>
              <a:gdLst/>
              <a:ahLst/>
              <a:cxnLst/>
              <a:rect l="l" t="t" r="r" b="b"/>
              <a:pathLst>
                <a:path w="9324" h="26578" extrusionOk="0">
                  <a:moveTo>
                    <a:pt x="8256" y="1"/>
                  </a:moveTo>
                  <a:cubicBezTo>
                    <a:pt x="7935" y="1"/>
                    <a:pt x="7611" y="70"/>
                    <a:pt x="7293" y="212"/>
                  </a:cubicBezTo>
                  <a:cubicBezTo>
                    <a:pt x="5514" y="989"/>
                    <a:pt x="4085" y="3770"/>
                    <a:pt x="3434" y="5901"/>
                  </a:cubicBezTo>
                  <a:cubicBezTo>
                    <a:pt x="2707" y="8232"/>
                    <a:pt x="2857" y="10713"/>
                    <a:pt x="3008" y="13094"/>
                  </a:cubicBezTo>
                  <a:cubicBezTo>
                    <a:pt x="3083" y="14397"/>
                    <a:pt x="3158" y="15750"/>
                    <a:pt x="3108" y="17054"/>
                  </a:cubicBezTo>
                  <a:cubicBezTo>
                    <a:pt x="2958" y="20387"/>
                    <a:pt x="1880" y="23620"/>
                    <a:pt x="0" y="26402"/>
                  </a:cubicBezTo>
                  <a:lnTo>
                    <a:pt x="276" y="26578"/>
                  </a:lnTo>
                  <a:cubicBezTo>
                    <a:pt x="2181" y="23746"/>
                    <a:pt x="3258" y="20462"/>
                    <a:pt x="3409" y="17054"/>
                  </a:cubicBezTo>
                  <a:cubicBezTo>
                    <a:pt x="3484" y="15750"/>
                    <a:pt x="3409" y="14372"/>
                    <a:pt x="3308" y="13069"/>
                  </a:cubicBezTo>
                  <a:cubicBezTo>
                    <a:pt x="3183" y="10713"/>
                    <a:pt x="3033" y="8257"/>
                    <a:pt x="3734" y="6001"/>
                  </a:cubicBezTo>
                  <a:cubicBezTo>
                    <a:pt x="4436" y="3745"/>
                    <a:pt x="5840" y="1189"/>
                    <a:pt x="7419" y="487"/>
                  </a:cubicBezTo>
                  <a:cubicBezTo>
                    <a:pt x="7698" y="371"/>
                    <a:pt x="7972" y="314"/>
                    <a:pt x="8245" y="314"/>
                  </a:cubicBezTo>
                  <a:cubicBezTo>
                    <a:pt x="8561" y="314"/>
                    <a:pt x="8876" y="390"/>
                    <a:pt x="9198" y="537"/>
                  </a:cubicBezTo>
                  <a:lnTo>
                    <a:pt x="9323" y="262"/>
                  </a:lnTo>
                  <a:cubicBezTo>
                    <a:pt x="8978" y="89"/>
                    <a:pt x="8619" y="1"/>
                    <a:pt x="8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5392247" y="3112721"/>
              <a:ext cx="36156" cy="55758"/>
            </a:xfrm>
            <a:custGeom>
              <a:avLst/>
              <a:gdLst/>
              <a:ahLst/>
              <a:cxnLst/>
              <a:rect l="l" t="t" r="r" b="b"/>
              <a:pathLst>
                <a:path w="1756" h="2708" extrusionOk="0">
                  <a:moveTo>
                    <a:pt x="1462" y="0"/>
                  </a:moveTo>
                  <a:cubicBezTo>
                    <a:pt x="1391" y="0"/>
                    <a:pt x="1317" y="32"/>
                    <a:pt x="1254" y="64"/>
                  </a:cubicBezTo>
                  <a:cubicBezTo>
                    <a:pt x="1154" y="114"/>
                    <a:pt x="1054" y="189"/>
                    <a:pt x="928" y="264"/>
                  </a:cubicBezTo>
                  <a:cubicBezTo>
                    <a:pt x="552" y="540"/>
                    <a:pt x="252" y="866"/>
                    <a:pt x="101" y="1292"/>
                  </a:cubicBezTo>
                  <a:cubicBezTo>
                    <a:pt x="51" y="1518"/>
                    <a:pt x="1" y="1768"/>
                    <a:pt x="26" y="1994"/>
                  </a:cubicBezTo>
                  <a:cubicBezTo>
                    <a:pt x="26" y="2119"/>
                    <a:pt x="51" y="2244"/>
                    <a:pt x="76" y="2370"/>
                  </a:cubicBezTo>
                  <a:cubicBezTo>
                    <a:pt x="76" y="2445"/>
                    <a:pt x="101" y="2620"/>
                    <a:pt x="176" y="2670"/>
                  </a:cubicBezTo>
                  <a:cubicBezTo>
                    <a:pt x="210" y="2697"/>
                    <a:pt x="252" y="2708"/>
                    <a:pt x="297" y="2708"/>
                  </a:cubicBezTo>
                  <a:cubicBezTo>
                    <a:pt x="424" y="2708"/>
                    <a:pt x="579" y="2625"/>
                    <a:pt x="653" y="2570"/>
                  </a:cubicBezTo>
                  <a:cubicBezTo>
                    <a:pt x="778" y="2470"/>
                    <a:pt x="903" y="2370"/>
                    <a:pt x="1003" y="2244"/>
                  </a:cubicBezTo>
                  <a:cubicBezTo>
                    <a:pt x="1204" y="2019"/>
                    <a:pt x="1354" y="1768"/>
                    <a:pt x="1480" y="1492"/>
                  </a:cubicBezTo>
                  <a:cubicBezTo>
                    <a:pt x="1605" y="1167"/>
                    <a:pt x="1755" y="766"/>
                    <a:pt x="1705" y="415"/>
                  </a:cubicBezTo>
                  <a:cubicBezTo>
                    <a:pt x="1705" y="289"/>
                    <a:pt x="1655" y="139"/>
                    <a:pt x="1580" y="39"/>
                  </a:cubicBezTo>
                  <a:cubicBezTo>
                    <a:pt x="1543" y="11"/>
                    <a:pt x="1503" y="0"/>
                    <a:pt x="1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82" name="Google Shape;382;p14"/>
          <p:cNvCxnSpPr/>
          <p:nvPr/>
        </p:nvCxnSpPr>
        <p:spPr>
          <a:xfrm>
            <a:off x="8145750" y="5069300"/>
            <a:ext cx="88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3" name="Google Shape;383;p14"/>
          <p:cNvGrpSpPr/>
          <p:nvPr/>
        </p:nvGrpSpPr>
        <p:grpSpPr>
          <a:xfrm>
            <a:off x="8201841" y="3958899"/>
            <a:ext cx="802058" cy="1110279"/>
            <a:chOff x="4007769" y="4010866"/>
            <a:chExt cx="573349" cy="793680"/>
          </a:xfrm>
        </p:grpSpPr>
        <p:sp>
          <p:nvSpPr>
            <p:cNvPr id="384" name="Google Shape;384;p14"/>
            <p:cNvSpPr/>
            <p:nvPr/>
          </p:nvSpPr>
          <p:spPr>
            <a:xfrm>
              <a:off x="4007769" y="4010866"/>
              <a:ext cx="573349" cy="792674"/>
            </a:xfrm>
            <a:custGeom>
              <a:avLst/>
              <a:gdLst/>
              <a:ahLst/>
              <a:cxnLst/>
              <a:rect l="l" t="t" r="r" b="b"/>
              <a:pathLst>
                <a:path w="27846" h="38498" extrusionOk="0">
                  <a:moveTo>
                    <a:pt x="11930" y="1"/>
                  </a:moveTo>
                  <a:cubicBezTo>
                    <a:pt x="11930" y="1"/>
                    <a:pt x="4863" y="17846"/>
                    <a:pt x="8848" y="35314"/>
                  </a:cubicBezTo>
                  <a:cubicBezTo>
                    <a:pt x="6943" y="29400"/>
                    <a:pt x="3835" y="23786"/>
                    <a:pt x="0" y="18322"/>
                  </a:cubicBezTo>
                  <a:lnTo>
                    <a:pt x="0" y="18322"/>
                  </a:lnTo>
                  <a:cubicBezTo>
                    <a:pt x="577" y="27846"/>
                    <a:pt x="2206" y="36167"/>
                    <a:pt x="9224" y="38497"/>
                  </a:cubicBezTo>
                  <a:lnTo>
                    <a:pt x="19825" y="38497"/>
                  </a:lnTo>
                  <a:cubicBezTo>
                    <a:pt x="23585" y="36693"/>
                    <a:pt x="26066" y="33259"/>
                    <a:pt x="27845" y="28923"/>
                  </a:cubicBezTo>
                  <a:lnTo>
                    <a:pt x="27845" y="28923"/>
                  </a:lnTo>
                  <a:cubicBezTo>
                    <a:pt x="23216" y="30515"/>
                    <a:pt x="20526" y="31844"/>
                    <a:pt x="18160" y="35436"/>
                  </a:cubicBezTo>
                  <a:lnTo>
                    <a:pt x="18160" y="35436"/>
                  </a:lnTo>
                  <a:cubicBezTo>
                    <a:pt x="23146" y="27698"/>
                    <a:pt x="24881" y="22058"/>
                    <a:pt x="26517" y="10803"/>
                  </a:cubicBezTo>
                  <a:lnTo>
                    <a:pt x="26517" y="10803"/>
                  </a:lnTo>
                  <a:cubicBezTo>
                    <a:pt x="20903" y="16969"/>
                    <a:pt x="16742" y="23660"/>
                    <a:pt x="15113" y="31254"/>
                  </a:cubicBezTo>
                  <a:cubicBezTo>
                    <a:pt x="16742" y="22883"/>
                    <a:pt x="1193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4186833" y="4737440"/>
              <a:ext cx="33047" cy="66073"/>
            </a:xfrm>
            <a:custGeom>
              <a:avLst/>
              <a:gdLst/>
              <a:ahLst/>
              <a:cxnLst/>
              <a:rect l="l" t="t" r="r" b="b"/>
              <a:pathLst>
                <a:path w="1605" h="3209" extrusionOk="0">
                  <a:moveTo>
                    <a:pt x="301" y="0"/>
                  </a:moveTo>
                  <a:lnTo>
                    <a:pt x="0" y="76"/>
                  </a:lnTo>
                  <a:cubicBezTo>
                    <a:pt x="25" y="151"/>
                    <a:pt x="602" y="1980"/>
                    <a:pt x="1329" y="3208"/>
                  </a:cubicBezTo>
                  <a:lnTo>
                    <a:pt x="1604" y="3033"/>
                  </a:lnTo>
                  <a:cubicBezTo>
                    <a:pt x="903" y="1855"/>
                    <a:pt x="3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4271969" y="4653848"/>
              <a:ext cx="50075" cy="150698"/>
            </a:xfrm>
            <a:custGeom>
              <a:avLst/>
              <a:gdLst/>
              <a:ahLst/>
              <a:cxnLst/>
              <a:rect l="l" t="t" r="r" b="b"/>
              <a:pathLst>
                <a:path w="2432" h="7319" extrusionOk="0">
                  <a:moveTo>
                    <a:pt x="2106" y="0"/>
                  </a:moveTo>
                  <a:cubicBezTo>
                    <a:pt x="1705" y="2406"/>
                    <a:pt x="1003" y="4812"/>
                    <a:pt x="1" y="7193"/>
                  </a:cubicBezTo>
                  <a:lnTo>
                    <a:pt x="301" y="7319"/>
                  </a:lnTo>
                  <a:cubicBezTo>
                    <a:pt x="1304" y="4913"/>
                    <a:pt x="2006" y="2481"/>
                    <a:pt x="2432" y="50"/>
                  </a:cubicBezTo>
                  <a:lnTo>
                    <a:pt x="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4359700" y="4744152"/>
              <a:ext cx="21681" cy="59361"/>
            </a:xfrm>
            <a:custGeom>
              <a:avLst/>
              <a:gdLst/>
              <a:ahLst/>
              <a:cxnLst/>
              <a:rect l="l" t="t" r="r" b="b"/>
              <a:pathLst>
                <a:path w="1053" h="2883" extrusionOk="0">
                  <a:moveTo>
                    <a:pt x="752" y="0"/>
                  </a:moveTo>
                  <a:cubicBezTo>
                    <a:pt x="351" y="902"/>
                    <a:pt x="101" y="1855"/>
                    <a:pt x="0" y="2857"/>
                  </a:cubicBezTo>
                  <a:lnTo>
                    <a:pt x="326" y="2882"/>
                  </a:lnTo>
                  <a:cubicBezTo>
                    <a:pt x="401" y="1930"/>
                    <a:pt x="652" y="1003"/>
                    <a:pt x="1053" y="126"/>
                  </a:cubicBezTo>
                  <a:lnTo>
                    <a:pt x="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4230688" y="4150729"/>
              <a:ext cx="22217" cy="652806"/>
            </a:xfrm>
            <a:custGeom>
              <a:avLst/>
              <a:gdLst/>
              <a:ahLst/>
              <a:cxnLst/>
              <a:rect l="l" t="t" r="r" b="b"/>
              <a:pathLst>
                <a:path w="1079" h="31705" extrusionOk="0">
                  <a:moveTo>
                    <a:pt x="527" y="0"/>
                  </a:moveTo>
                  <a:cubicBezTo>
                    <a:pt x="1" y="11729"/>
                    <a:pt x="76" y="22105"/>
                    <a:pt x="752" y="31704"/>
                  </a:cubicBezTo>
                  <a:lnTo>
                    <a:pt x="1078" y="31679"/>
                  </a:lnTo>
                  <a:cubicBezTo>
                    <a:pt x="377" y="22105"/>
                    <a:pt x="301" y="11729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4237400" y="4290571"/>
              <a:ext cx="51104" cy="50075"/>
            </a:xfrm>
            <a:custGeom>
              <a:avLst/>
              <a:gdLst/>
              <a:ahLst/>
              <a:cxnLst/>
              <a:rect l="l" t="t" r="r" b="b"/>
              <a:pathLst>
                <a:path w="2482" h="2432" extrusionOk="0">
                  <a:moveTo>
                    <a:pt x="2181" y="0"/>
                  </a:moveTo>
                  <a:cubicBezTo>
                    <a:pt x="1805" y="952"/>
                    <a:pt x="1078" y="1654"/>
                    <a:pt x="0" y="2155"/>
                  </a:cubicBezTo>
                  <a:lnTo>
                    <a:pt x="126" y="2431"/>
                  </a:lnTo>
                  <a:cubicBezTo>
                    <a:pt x="1279" y="1905"/>
                    <a:pt x="2081" y="1128"/>
                    <a:pt x="2482" y="125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4182180" y="4497493"/>
              <a:ext cx="56272" cy="35106"/>
            </a:xfrm>
            <a:custGeom>
              <a:avLst/>
              <a:gdLst/>
              <a:ahLst/>
              <a:cxnLst/>
              <a:rect l="l" t="t" r="r" b="b"/>
              <a:pathLst>
                <a:path w="2733" h="1705" extrusionOk="0">
                  <a:moveTo>
                    <a:pt x="226" y="0"/>
                  </a:moveTo>
                  <a:lnTo>
                    <a:pt x="1" y="201"/>
                  </a:lnTo>
                  <a:cubicBezTo>
                    <a:pt x="652" y="928"/>
                    <a:pt x="1555" y="1454"/>
                    <a:pt x="2657" y="1704"/>
                  </a:cubicBezTo>
                  <a:lnTo>
                    <a:pt x="2733" y="1379"/>
                  </a:lnTo>
                  <a:cubicBezTo>
                    <a:pt x="1680" y="1153"/>
                    <a:pt x="853" y="677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4239974" y="4612052"/>
              <a:ext cx="57302" cy="45422"/>
            </a:xfrm>
            <a:custGeom>
              <a:avLst/>
              <a:gdLst/>
              <a:ahLst/>
              <a:cxnLst/>
              <a:rect l="l" t="t" r="r" b="b"/>
              <a:pathLst>
                <a:path w="2783" h="2206" extrusionOk="0">
                  <a:moveTo>
                    <a:pt x="2532" y="0"/>
                  </a:moveTo>
                  <a:cubicBezTo>
                    <a:pt x="1830" y="902"/>
                    <a:pt x="978" y="1554"/>
                    <a:pt x="1" y="1930"/>
                  </a:cubicBezTo>
                  <a:lnTo>
                    <a:pt x="101" y="2206"/>
                  </a:lnTo>
                  <a:cubicBezTo>
                    <a:pt x="1129" y="1830"/>
                    <a:pt x="2031" y="1153"/>
                    <a:pt x="2783" y="201"/>
                  </a:cubicBezTo>
                  <a:lnTo>
                    <a:pt x="2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 txBox="1">
            <a:spLocks noGrp="1"/>
          </p:cNvSpPr>
          <p:nvPr>
            <p:ph type="subTitle" idx="1"/>
          </p:nvPr>
        </p:nvSpPr>
        <p:spPr>
          <a:xfrm>
            <a:off x="720000" y="1499900"/>
            <a:ext cx="5425200" cy="27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4" name="Google Shape;39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5" name="Google Shape;395;p15"/>
          <p:cNvGrpSpPr/>
          <p:nvPr/>
        </p:nvGrpSpPr>
        <p:grpSpPr>
          <a:xfrm>
            <a:off x="8163556" y="4501526"/>
            <a:ext cx="956710" cy="567765"/>
            <a:chOff x="6979550" y="4516373"/>
            <a:chExt cx="485615" cy="288176"/>
          </a:xfrm>
        </p:grpSpPr>
        <p:sp>
          <p:nvSpPr>
            <p:cNvPr id="396" name="Google Shape;396;p15"/>
            <p:cNvSpPr/>
            <p:nvPr/>
          </p:nvSpPr>
          <p:spPr>
            <a:xfrm>
              <a:off x="6979550" y="4516373"/>
              <a:ext cx="485615" cy="286633"/>
            </a:xfrm>
            <a:custGeom>
              <a:avLst/>
              <a:gdLst/>
              <a:ahLst/>
              <a:cxnLst/>
              <a:rect l="l" t="t" r="r" b="b"/>
              <a:pathLst>
                <a:path w="23585" h="13921" extrusionOk="0">
                  <a:moveTo>
                    <a:pt x="14491" y="0"/>
                  </a:moveTo>
                  <a:cubicBezTo>
                    <a:pt x="10383" y="0"/>
                    <a:pt x="11186" y="8666"/>
                    <a:pt x="11604" y="11665"/>
                  </a:cubicBezTo>
                  <a:cubicBezTo>
                    <a:pt x="11179" y="9090"/>
                    <a:pt x="9908" y="2440"/>
                    <a:pt x="7748" y="2440"/>
                  </a:cubicBezTo>
                  <a:cubicBezTo>
                    <a:pt x="7617" y="2440"/>
                    <a:pt x="7482" y="2465"/>
                    <a:pt x="7343" y="2517"/>
                  </a:cubicBezTo>
                  <a:cubicBezTo>
                    <a:pt x="4386" y="3620"/>
                    <a:pt x="10075" y="13143"/>
                    <a:pt x="10075" y="13143"/>
                  </a:cubicBezTo>
                  <a:cubicBezTo>
                    <a:pt x="10075" y="13143"/>
                    <a:pt x="6055" y="6659"/>
                    <a:pt x="3047" y="6659"/>
                  </a:cubicBezTo>
                  <a:cubicBezTo>
                    <a:pt x="2663" y="6659"/>
                    <a:pt x="2295" y="6765"/>
                    <a:pt x="1955" y="7003"/>
                  </a:cubicBezTo>
                  <a:cubicBezTo>
                    <a:pt x="0" y="8382"/>
                    <a:pt x="4010" y="12291"/>
                    <a:pt x="7920" y="13920"/>
                  </a:cubicBezTo>
                  <a:lnTo>
                    <a:pt x="16266" y="13920"/>
                  </a:lnTo>
                  <a:cubicBezTo>
                    <a:pt x="19123" y="12191"/>
                    <a:pt x="23584" y="8983"/>
                    <a:pt x="22181" y="6752"/>
                  </a:cubicBezTo>
                  <a:cubicBezTo>
                    <a:pt x="21871" y="6262"/>
                    <a:pt x="21472" y="6055"/>
                    <a:pt x="21020" y="6055"/>
                  </a:cubicBezTo>
                  <a:cubicBezTo>
                    <a:pt x="18510" y="6055"/>
                    <a:pt x="14336" y="12442"/>
                    <a:pt x="14336" y="12442"/>
                  </a:cubicBezTo>
                  <a:cubicBezTo>
                    <a:pt x="14336" y="12442"/>
                    <a:pt x="20050" y="437"/>
                    <a:pt x="14737" y="11"/>
                  </a:cubicBezTo>
                  <a:cubicBezTo>
                    <a:pt x="14653" y="4"/>
                    <a:pt x="14571" y="0"/>
                    <a:pt x="1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7059518" y="4692535"/>
              <a:ext cx="86725" cy="88784"/>
            </a:xfrm>
            <a:custGeom>
              <a:avLst/>
              <a:gdLst/>
              <a:ahLst/>
              <a:cxnLst/>
              <a:rect l="l" t="t" r="r" b="b"/>
              <a:pathLst>
                <a:path w="4212" h="4312" extrusionOk="0">
                  <a:moveTo>
                    <a:pt x="251" y="1"/>
                  </a:moveTo>
                  <a:lnTo>
                    <a:pt x="1" y="176"/>
                  </a:lnTo>
                  <a:cubicBezTo>
                    <a:pt x="978" y="1680"/>
                    <a:pt x="2282" y="3034"/>
                    <a:pt x="4036" y="4312"/>
                  </a:cubicBezTo>
                  <a:lnTo>
                    <a:pt x="4211" y="4061"/>
                  </a:lnTo>
                  <a:cubicBezTo>
                    <a:pt x="2507" y="2808"/>
                    <a:pt x="1204" y="1480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7229811" y="4550634"/>
              <a:ext cx="52134" cy="253916"/>
            </a:xfrm>
            <a:custGeom>
              <a:avLst/>
              <a:gdLst/>
              <a:ahLst/>
              <a:cxnLst/>
              <a:rect l="l" t="t" r="r" b="b"/>
              <a:pathLst>
                <a:path w="2532" h="12332" extrusionOk="0">
                  <a:moveTo>
                    <a:pt x="2206" y="1"/>
                  </a:moveTo>
                  <a:cubicBezTo>
                    <a:pt x="2031" y="4236"/>
                    <a:pt x="1304" y="8347"/>
                    <a:pt x="1" y="12231"/>
                  </a:cubicBezTo>
                  <a:lnTo>
                    <a:pt x="301" y="12332"/>
                  </a:lnTo>
                  <a:cubicBezTo>
                    <a:pt x="1605" y="8422"/>
                    <a:pt x="2356" y="4286"/>
                    <a:pt x="2532" y="26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7146734" y="4614111"/>
              <a:ext cx="66588" cy="189922"/>
            </a:xfrm>
            <a:custGeom>
              <a:avLst/>
              <a:gdLst/>
              <a:ahLst/>
              <a:cxnLst/>
              <a:rect l="l" t="t" r="r" b="b"/>
              <a:pathLst>
                <a:path w="3234" h="9224" extrusionOk="0">
                  <a:moveTo>
                    <a:pt x="301" y="0"/>
                  </a:moveTo>
                  <a:lnTo>
                    <a:pt x="0" y="76"/>
                  </a:lnTo>
                  <a:cubicBezTo>
                    <a:pt x="627" y="3033"/>
                    <a:pt x="1604" y="6091"/>
                    <a:pt x="2933" y="9224"/>
                  </a:cubicBezTo>
                  <a:lnTo>
                    <a:pt x="3234" y="9098"/>
                  </a:lnTo>
                  <a:cubicBezTo>
                    <a:pt x="1905" y="5990"/>
                    <a:pt x="928" y="2933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7302573" y="4681190"/>
              <a:ext cx="99614" cy="96011"/>
            </a:xfrm>
            <a:custGeom>
              <a:avLst/>
              <a:gdLst/>
              <a:ahLst/>
              <a:cxnLst/>
              <a:rect l="l" t="t" r="r" b="b"/>
              <a:pathLst>
                <a:path w="4838" h="4663" extrusionOk="0">
                  <a:moveTo>
                    <a:pt x="4587" y="1"/>
                  </a:moveTo>
                  <a:cubicBezTo>
                    <a:pt x="2958" y="2106"/>
                    <a:pt x="25" y="4387"/>
                    <a:pt x="0" y="4412"/>
                  </a:cubicBezTo>
                  <a:lnTo>
                    <a:pt x="201" y="4662"/>
                  </a:lnTo>
                  <a:cubicBezTo>
                    <a:pt x="226" y="4637"/>
                    <a:pt x="3158" y="2331"/>
                    <a:pt x="4838" y="201"/>
                  </a:cubicBezTo>
                  <a:lnTo>
                    <a:pt x="4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01" name="Google Shape;401;p15"/>
          <p:cNvCxnSpPr/>
          <p:nvPr/>
        </p:nvCxnSpPr>
        <p:spPr>
          <a:xfrm>
            <a:off x="8283125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2" name="Google Shape;402;p15"/>
          <p:cNvGrpSpPr/>
          <p:nvPr/>
        </p:nvGrpSpPr>
        <p:grpSpPr>
          <a:xfrm>
            <a:off x="-790532" y="107198"/>
            <a:ext cx="1505643" cy="427803"/>
            <a:chOff x="3983000" y="1275438"/>
            <a:chExt cx="1621936" cy="460845"/>
          </a:xfrm>
        </p:grpSpPr>
        <p:sp>
          <p:nvSpPr>
            <p:cNvPr id="403" name="Google Shape;403;p15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>
            <a:spLocks noGrp="1"/>
          </p:cNvSpPr>
          <p:nvPr>
            <p:ph type="title"/>
          </p:nvPr>
        </p:nvSpPr>
        <p:spPr>
          <a:xfrm>
            <a:off x="720000" y="1830900"/>
            <a:ext cx="3383400" cy="5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6"/>
          <p:cNvSpPr txBox="1">
            <a:spLocks noGrp="1"/>
          </p:cNvSpPr>
          <p:nvPr>
            <p:ph type="subTitle" idx="1"/>
          </p:nvPr>
        </p:nvSpPr>
        <p:spPr>
          <a:xfrm>
            <a:off x="720000" y="2402131"/>
            <a:ext cx="33834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11" name="Google Shape;411;p16"/>
          <p:cNvGrpSpPr/>
          <p:nvPr/>
        </p:nvGrpSpPr>
        <p:grpSpPr>
          <a:xfrm>
            <a:off x="8163556" y="4501526"/>
            <a:ext cx="956710" cy="567765"/>
            <a:chOff x="6979550" y="4516373"/>
            <a:chExt cx="485615" cy="288176"/>
          </a:xfrm>
        </p:grpSpPr>
        <p:sp>
          <p:nvSpPr>
            <p:cNvPr id="412" name="Google Shape;412;p16"/>
            <p:cNvSpPr/>
            <p:nvPr/>
          </p:nvSpPr>
          <p:spPr>
            <a:xfrm>
              <a:off x="6979550" y="4516373"/>
              <a:ext cx="485615" cy="286633"/>
            </a:xfrm>
            <a:custGeom>
              <a:avLst/>
              <a:gdLst/>
              <a:ahLst/>
              <a:cxnLst/>
              <a:rect l="l" t="t" r="r" b="b"/>
              <a:pathLst>
                <a:path w="23585" h="13921" extrusionOk="0">
                  <a:moveTo>
                    <a:pt x="14491" y="0"/>
                  </a:moveTo>
                  <a:cubicBezTo>
                    <a:pt x="10383" y="0"/>
                    <a:pt x="11186" y="8666"/>
                    <a:pt x="11604" y="11665"/>
                  </a:cubicBezTo>
                  <a:cubicBezTo>
                    <a:pt x="11179" y="9090"/>
                    <a:pt x="9908" y="2440"/>
                    <a:pt x="7748" y="2440"/>
                  </a:cubicBezTo>
                  <a:cubicBezTo>
                    <a:pt x="7617" y="2440"/>
                    <a:pt x="7482" y="2465"/>
                    <a:pt x="7343" y="2517"/>
                  </a:cubicBezTo>
                  <a:cubicBezTo>
                    <a:pt x="4386" y="3620"/>
                    <a:pt x="10075" y="13143"/>
                    <a:pt x="10075" y="13143"/>
                  </a:cubicBezTo>
                  <a:cubicBezTo>
                    <a:pt x="10075" y="13143"/>
                    <a:pt x="6055" y="6659"/>
                    <a:pt x="3047" y="6659"/>
                  </a:cubicBezTo>
                  <a:cubicBezTo>
                    <a:pt x="2663" y="6659"/>
                    <a:pt x="2295" y="6765"/>
                    <a:pt x="1955" y="7003"/>
                  </a:cubicBezTo>
                  <a:cubicBezTo>
                    <a:pt x="0" y="8382"/>
                    <a:pt x="4010" y="12291"/>
                    <a:pt x="7920" y="13920"/>
                  </a:cubicBezTo>
                  <a:lnTo>
                    <a:pt x="16266" y="13920"/>
                  </a:lnTo>
                  <a:cubicBezTo>
                    <a:pt x="19123" y="12191"/>
                    <a:pt x="23584" y="8983"/>
                    <a:pt x="22181" y="6752"/>
                  </a:cubicBezTo>
                  <a:cubicBezTo>
                    <a:pt x="21871" y="6262"/>
                    <a:pt x="21472" y="6055"/>
                    <a:pt x="21020" y="6055"/>
                  </a:cubicBezTo>
                  <a:cubicBezTo>
                    <a:pt x="18510" y="6055"/>
                    <a:pt x="14336" y="12442"/>
                    <a:pt x="14336" y="12442"/>
                  </a:cubicBezTo>
                  <a:cubicBezTo>
                    <a:pt x="14336" y="12442"/>
                    <a:pt x="20050" y="437"/>
                    <a:pt x="14737" y="11"/>
                  </a:cubicBezTo>
                  <a:cubicBezTo>
                    <a:pt x="14653" y="4"/>
                    <a:pt x="14571" y="0"/>
                    <a:pt x="1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7059518" y="4692535"/>
              <a:ext cx="86725" cy="88784"/>
            </a:xfrm>
            <a:custGeom>
              <a:avLst/>
              <a:gdLst/>
              <a:ahLst/>
              <a:cxnLst/>
              <a:rect l="l" t="t" r="r" b="b"/>
              <a:pathLst>
                <a:path w="4212" h="4312" extrusionOk="0">
                  <a:moveTo>
                    <a:pt x="251" y="1"/>
                  </a:moveTo>
                  <a:lnTo>
                    <a:pt x="1" y="176"/>
                  </a:lnTo>
                  <a:cubicBezTo>
                    <a:pt x="978" y="1680"/>
                    <a:pt x="2282" y="3034"/>
                    <a:pt x="4036" y="4312"/>
                  </a:cubicBezTo>
                  <a:lnTo>
                    <a:pt x="4211" y="4061"/>
                  </a:lnTo>
                  <a:cubicBezTo>
                    <a:pt x="2507" y="2808"/>
                    <a:pt x="1204" y="1480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7229811" y="4550634"/>
              <a:ext cx="52134" cy="253916"/>
            </a:xfrm>
            <a:custGeom>
              <a:avLst/>
              <a:gdLst/>
              <a:ahLst/>
              <a:cxnLst/>
              <a:rect l="l" t="t" r="r" b="b"/>
              <a:pathLst>
                <a:path w="2532" h="12332" extrusionOk="0">
                  <a:moveTo>
                    <a:pt x="2206" y="1"/>
                  </a:moveTo>
                  <a:cubicBezTo>
                    <a:pt x="2031" y="4236"/>
                    <a:pt x="1304" y="8347"/>
                    <a:pt x="1" y="12231"/>
                  </a:cubicBezTo>
                  <a:lnTo>
                    <a:pt x="301" y="12332"/>
                  </a:lnTo>
                  <a:cubicBezTo>
                    <a:pt x="1605" y="8422"/>
                    <a:pt x="2356" y="4286"/>
                    <a:pt x="2532" y="26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7146734" y="4614111"/>
              <a:ext cx="66588" cy="189922"/>
            </a:xfrm>
            <a:custGeom>
              <a:avLst/>
              <a:gdLst/>
              <a:ahLst/>
              <a:cxnLst/>
              <a:rect l="l" t="t" r="r" b="b"/>
              <a:pathLst>
                <a:path w="3234" h="9224" extrusionOk="0">
                  <a:moveTo>
                    <a:pt x="301" y="0"/>
                  </a:moveTo>
                  <a:lnTo>
                    <a:pt x="0" y="76"/>
                  </a:lnTo>
                  <a:cubicBezTo>
                    <a:pt x="627" y="3033"/>
                    <a:pt x="1604" y="6091"/>
                    <a:pt x="2933" y="9224"/>
                  </a:cubicBezTo>
                  <a:lnTo>
                    <a:pt x="3234" y="9098"/>
                  </a:lnTo>
                  <a:cubicBezTo>
                    <a:pt x="1905" y="5990"/>
                    <a:pt x="928" y="2933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7302573" y="4681190"/>
              <a:ext cx="99614" cy="96011"/>
            </a:xfrm>
            <a:custGeom>
              <a:avLst/>
              <a:gdLst/>
              <a:ahLst/>
              <a:cxnLst/>
              <a:rect l="l" t="t" r="r" b="b"/>
              <a:pathLst>
                <a:path w="4838" h="4663" extrusionOk="0">
                  <a:moveTo>
                    <a:pt x="4587" y="1"/>
                  </a:moveTo>
                  <a:cubicBezTo>
                    <a:pt x="2958" y="2106"/>
                    <a:pt x="25" y="4387"/>
                    <a:pt x="0" y="4412"/>
                  </a:cubicBezTo>
                  <a:lnTo>
                    <a:pt x="201" y="4662"/>
                  </a:lnTo>
                  <a:cubicBezTo>
                    <a:pt x="226" y="4637"/>
                    <a:pt x="3158" y="2331"/>
                    <a:pt x="4838" y="201"/>
                  </a:cubicBezTo>
                  <a:lnTo>
                    <a:pt x="4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7" name="Google Shape;417;p16"/>
          <p:cNvCxnSpPr/>
          <p:nvPr/>
        </p:nvCxnSpPr>
        <p:spPr>
          <a:xfrm>
            <a:off x="8283125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8" name="Google Shape;418;p16"/>
          <p:cNvGrpSpPr/>
          <p:nvPr/>
        </p:nvGrpSpPr>
        <p:grpSpPr>
          <a:xfrm>
            <a:off x="-790532" y="107198"/>
            <a:ext cx="1505643" cy="427803"/>
            <a:chOff x="3983000" y="1275438"/>
            <a:chExt cx="1621936" cy="460845"/>
          </a:xfrm>
        </p:grpSpPr>
        <p:sp>
          <p:nvSpPr>
            <p:cNvPr id="419" name="Google Shape;419;p16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_1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 txBox="1">
            <a:spLocks noGrp="1"/>
          </p:cNvSpPr>
          <p:nvPr>
            <p:ph type="body" idx="1"/>
          </p:nvPr>
        </p:nvSpPr>
        <p:spPr>
          <a:xfrm>
            <a:off x="4770400" y="1753175"/>
            <a:ext cx="36585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46" name="Google Shape;446;p18"/>
          <p:cNvSpPr txBox="1">
            <a:spLocks noGrp="1"/>
          </p:cNvSpPr>
          <p:nvPr>
            <p:ph type="title"/>
          </p:nvPr>
        </p:nvSpPr>
        <p:spPr>
          <a:xfrm>
            <a:off x="4770400" y="1180475"/>
            <a:ext cx="365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18"/>
          <p:cNvSpPr>
            <a:spLocks noGrp="1"/>
          </p:cNvSpPr>
          <p:nvPr>
            <p:ph type="pic" idx="2"/>
          </p:nvPr>
        </p:nvSpPr>
        <p:spPr>
          <a:xfrm>
            <a:off x="715100" y="1180475"/>
            <a:ext cx="3753300" cy="2782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448" name="Google Shape;448;p18"/>
          <p:cNvGrpSpPr/>
          <p:nvPr/>
        </p:nvGrpSpPr>
        <p:grpSpPr>
          <a:xfrm>
            <a:off x="86463" y="4133656"/>
            <a:ext cx="676323" cy="936225"/>
            <a:chOff x="4007769" y="4010866"/>
            <a:chExt cx="573349" cy="793680"/>
          </a:xfrm>
        </p:grpSpPr>
        <p:sp>
          <p:nvSpPr>
            <p:cNvPr id="449" name="Google Shape;449;p18"/>
            <p:cNvSpPr/>
            <p:nvPr/>
          </p:nvSpPr>
          <p:spPr>
            <a:xfrm>
              <a:off x="4007769" y="4010866"/>
              <a:ext cx="573349" cy="792674"/>
            </a:xfrm>
            <a:custGeom>
              <a:avLst/>
              <a:gdLst/>
              <a:ahLst/>
              <a:cxnLst/>
              <a:rect l="l" t="t" r="r" b="b"/>
              <a:pathLst>
                <a:path w="27846" h="38498" extrusionOk="0">
                  <a:moveTo>
                    <a:pt x="11930" y="1"/>
                  </a:moveTo>
                  <a:cubicBezTo>
                    <a:pt x="11930" y="1"/>
                    <a:pt x="4863" y="17846"/>
                    <a:pt x="8848" y="35314"/>
                  </a:cubicBezTo>
                  <a:cubicBezTo>
                    <a:pt x="6943" y="29400"/>
                    <a:pt x="3835" y="23786"/>
                    <a:pt x="0" y="18322"/>
                  </a:cubicBezTo>
                  <a:lnTo>
                    <a:pt x="0" y="18322"/>
                  </a:lnTo>
                  <a:cubicBezTo>
                    <a:pt x="577" y="27846"/>
                    <a:pt x="2206" y="36167"/>
                    <a:pt x="9224" y="38497"/>
                  </a:cubicBezTo>
                  <a:lnTo>
                    <a:pt x="19825" y="38497"/>
                  </a:lnTo>
                  <a:cubicBezTo>
                    <a:pt x="23585" y="36693"/>
                    <a:pt x="26066" y="33259"/>
                    <a:pt x="27845" y="28923"/>
                  </a:cubicBezTo>
                  <a:lnTo>
                    <a:pt x="27845" y="28923"/>
                  </a:lnTo>
                  <a:cubicBezTo>
                    <a:pt x="23216" y="30515"/>
                    <a:pt x="20526" y="31844"/>
                    <a:pt x="18160" y="35436"/>
                  </a:cubicBezTo>
                  <a:lnTo>
                    <a:pt x="18160" y="35436"/>
                  </a:lnTo>
                  <a:cubicBezTo>
                    <a:pt x="23146" y="27698"/>
                    <a:pt x="24881" y="22058"/>
                    <a:pt x="26517" y="10803"/>
                  </a:cubicBezTo>
                  <a:lnTo>
                    <a:pt x="26517" y="10803"/>
                  </a:lnTo>
                  <a:cubicBezTo>
                    <a:pt x="20903" y="16969"/>
                    <a:pt x="16742" y="23660"/>
                    <a:pt x="15113" y="31254"/>
                  </a:cubicBezTo>
                  <a:cubicBezTo>
                    <a:pt x="16742" y="22883"/>
                    <a:pt x="1193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4186833" y="4737440"/>
              <a:ext cx="33047" cy="66073"/>
            </a:xfrm>
            <a:custGeom>
              <a:avLst/>
              <a:gdLst/>
              <a:ahLst/>
              <a:cxnLst/>
              <a:rect l="l" t="t" r="r" b="b"/>
              <a:pathLst>
                <a:path w="1605" h="3209" extrusionOk="0">
                  <a:moveTo>
                    <a:pt x="301" y="0"/>
                  </a:moveTo>
                  <a:lnTo>
                    <a:pt x="0" y="76"/>
                  </a:lnTo>
                  <a:cubicBezTo>
                    <a:pt x="25" y="151"/>
                    <a:pt x="602" y="1980"/>
                    <a:pt x="1329" y="3208"/>
                  </a:cubicBezTo>
                  <a:lnTo>
                    <a:pt x="1604" y="3033"/>
                  </a:lnTo>
                  <a:cubicBezTo>
                    <a:pt x="903" y="1855"/>
                    <a:pt x="3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4271969" y="4653848"/>
              <a:ext cx="50075" cy="150698"/>
            </a:xfrm>
            <a:custGeom>
              <a:avLst/>
              <a:gdLst/>
              <a:ahLst/>
              <a:cxnLst/>
              <a:rect l="l" t="t" r="r" b="b"/>
              <a:pathLst>
                <a:path w="2432" h="7319" extrusionOk="0">
                  <a:moveTo>
                    <a:pt x="2106" y="0"/>
                  </a:moveTo>
                  <a:cubicBezTo>
                    <a:pt x="1705" y="2406"/>
                    <a:pt x="1003" y="4812"/>
                    <a:pt x="1" y="7193"/>
                  </a:cubicBezTo>
                  <a:lnTo>
                    <a:pt x="301" y="7319"/>
                  </a:lnTo>
                  <a:cubicBezTo>
                    <a:pt x="1304" y="4913"/>
                    <a:pt x="2006" y="2481"/>
                    <a:pt x="2432" y="50"/>
                  </a:cubicBezTo>
                  <a:lnTo>
                    <a:pt x="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4359700" y="4744152"/>
              <a:ext cx="21681" cy="59361"/>
            </a:xfrm>
            <a:custGeom>
              <a:avLst/>
              <a:gdLst/>
              <a:ahLst/>
              <a:cxnLst/>
              <a:rect l="l" t="t" r="r" b="b"/>
              <a:pathLst>
                <a:path w="1053" h="2883" extrusionOk="0">
                  <a:moveTo>
                    <a:pt x="752" y="0"/>
                  </a:moveTo>
                  <a:cubicBezTo>
                    <a:pt x="351" y="902"/>
                    <a:pt x="101" y="1855"/>
                    <a:pt x="0" y="2857"/>
                  </a:cubicBezTo>
                  <a:lnTo>
                    <a:pt x="326" y="2882"/>
                  </a:lnTo>
                  <a:cubicBezTo>
                    <a:pt x="401" y="1930"/>
                    <a:pt x="652" y="1003"/>
                    <a:pt x="1053" y="126"/>
                  </a:cubicBezTo>
                  <a:lnTo>
                    <a:pt x="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4230688" y="4150729"/>
              <a:ext cx="22217" cy="652806"/>
            </a:xfrm>
            <a:custGeom>
              <a:avLst/>
              <a:gdLst/>
              <a:ahLst/>
              <a:cxnLst/>
              <a:rect l="l" t="t" r="r" b="b"/>
              <a:pathLst>
                <a:path w="1079" h="31705" extrusionOk="0">
                  <a:moveTo>
                    <a:pt x="527" y="0"/>
                  </a:moveTo>
                  <a:cubicBezTo>
                    <a:pt x="1" y="11729"/>
                    <a:pt x="76" y="22105"/>
                    <a:pt x="752" y="31704"/>
                  </a:cubicBezTo>
                  <a:lnTo>
                    <a:pt x="1078" y="31679"/>
                  </a:lnTo>
                  <a:cubicBezTo>
                    <a:pt x="377" y="22105"/>
                    <a:pt x="301" y="11729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4237400" y="4290571"/>
              <a:ext cx="51104" cy="50075"/>
            </a:xfrm>
            <a:custGeom>
              <a:avLst/>
              <a:gdLst/>
              <a:ahLst/>
              <a:cxnLst/>
              <a:rect l="l" t="t" r="r" b="b"/>
              <a:pathLst>
                <a:path w="2482" h="2432" extrusionOk="0">
                  <a:moveTo>
                    <a:pt x="2181" y="0"/>
                  </a:moveTo>
                  <a:cubicBezTo>
                    <a:pt x="1805" y="952"/>
                    <a:pt x="1078" y="1654"/>
                    <a:pt x="0" y="2155"/>
                  </a:cubicBezTo>
                  <a:lnTo>
                    <a:pt x="126" y="2431"/>
                  </a:lnTo>
                  <a:cubicBezTo>
                    <a:pt x="1279" y="1905"/>
                    <a:pt x="2081" y="1128"/>
                    <a:pt x="2482" y="125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4182180" y="4497493"/>
              <a:ext cx="56272" cy="35106"/>
            </a:xfrm>
            <a:custGeom>
              <a:avLst/>
              <a:gdLst/>
              <a:ahLst/>
              <a:cxnLst/>
              <a:rect l="l" t="t" r="r" b="b"/>
              <a:pathLst>
                <a:path w="2733" h="1705" extrusionOk="0">
                  <a:moveTo>
                    <a:pt x="226" y="0"/>
                  </a:moveTo>
                  <a:lnTo>
                    <a:pt x="1" y="201"/>
                  </a:lnTo>
                  <a:cubicBezTo>
                    <a:pt x="652" y="928"/>
                    <a:pt x="1555" y="1454"/>
                    <a:pt x="2657" y="1704"/>
                  </a:cubicBezTo>
                  <a:lnTo>
                    <a:pt x="2733" y="1379"/>
                  </a:lnTo>
                  <a:cubicBezTo>
                    <a:pt x="1680" y="1153"/>
                    <a:pt x="853" y="677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4239974" y="4612052"/>
              <a:ext cx="57302" cy="45422"/>
            </a:xfrm>
            <a:custGeom>
              <a:avLst/>
              <a:gdLst/>
              <a:ahLst/>
              <a:cxnLst/>
              <a:rect l="l" t="t" r="r" b="b"/>
              <a:pathLst>
                <a:path w="2783" h="2206" extrusionOk="0">
                  <a:moveTo>
                    <a:pt x="2532" y="0"/>
                  </a:moveTo>
                  <a:cubicBezTo>
                    <a:pt x="1830" y="902"/>
                    <a:pt x="978" y="1554"/>
                    <a:pt x="1" y="1930"/>
                  </a:cubicBezTo>
                  <a:lnTo>
                    <a:pt x="101" y="2206"/>
                  </a:lnTo>
                  <a:cubicBezTo>
                    <a:pt x="1129" y="1830"/>
                    <a:pt x="2031" y="1153"/>
                    <a:pt x="2783" y="201"/>
                  </a:cubicBezTo>
                  <a:lnTo>
                    <a:pt x="2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7" name="Google Shape;457;p18"/>
          <p:cNvCxnSpPr/>
          <p:nvPr/>
        </p:nvCxnSpPr>
        <p:spPr>
          <a:xfrm>
            <a:off x="91111" y="5069300"/>
            <a:ext cx="65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8" name="Google Shape;458;p18"/>
          <p:cNvGrpSpPr/>
          <p:nvPr/>
        </p:nvGrpSpPr>
        <p:grpSpPr>
          <a:xfrm>
            <a:off x="8424009" y="203338"/>
            <a:ext cx="1167307" cy="331670"/>
            <a:chOff x="3983000" y="1275438"/>
            <a:chExt cx="1621936" cy="460845"/>
          </a:xfrm>
        </p:grpSpPr>
        <p:sp>
          <p:nvSpPr>
            <p:cNvPr id="459" name="Google Shape;459;p18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6" name="Google Shape;466;p19"/>
          <p:cNvCxnSpPr/>
          <p:nvPr/>
        </p:nvCxnSpPr>
        <p:spPr>
          <a:xfrm>
            <a:off x="8300273" y="5069300"/>
            <a:ext cx="65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67" name="Google Shape;467;p19"/>
          <p:cNvGrpSpPr/>
          <p:nvPr/>
        </p:nvGrpSpPr>
        <p:grpSpPr>
          <a:xfrm>
            <a:off x="-785632" y="107198"/>
            <a:ext cx="1505643" cy="427803"/>
            <a:chOff x="3983000" y="1275438"/>
            <a:chExt cx="1621936" cy="460845"/>
          </a:xfrm>
        </p:grpSpPr>
        <p:sp>
          <p:nvSpPr>
            <p:cNvPr id="468" name="Google Shape;468;p19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19"/>
          <p:cNvGrpSpPr/>
          <p:nvPr/>
        </p:nvGrpSpPr>
        <p:grpSpPr>
          <a:xfrm>
            <a:off x="8279187" y="4141105"/>
            <a:ext cx="698594" cy="928344"/>
            <a:chOff x="5114129" y="1983420"/>
            <a:chExt cx="415929" cy="552685"/>
          </a:xfrm>
        </p:grpSpPr>
        <p:sp>
          <p:nvSpPr>
            <p:cNvPr id="474" name="Google Shape;474;p19"/>
            <p:cNvSpPr/>
            <p:nvPr/>
          </p:nvSpPr>
          <p:spPr>
            <a:xfrm>
              <a:off x="5203918" y="1983420"/>
              <a:ext cx="187328" cy="357628"/>
            </a:xfrm>
            <a:custGeom>
              <a:avLst/>
              <a:gdLst/>
              <a:ahLst/>
              <a:cxnLst/>
              <a:rect l="l" t="t" r="r" b="b"/>
              <a:pathLst>
                <a:path w="9098" h="17369" extrusionOk="0">
                  <a:moveTo>
                    <a:pt x="3233" y="0"/>
                  </a:moveTo>
                  <a:cubicBezTo>
                    <a:pt x="0" y="10953"/>
                    <a:pt x="2657" y="17369"/>
                    <a:pt x="2657" y="17369"/>
                  </a:cubicBezTo>
                  <a:lnTo>
                    <a:pt x="9098" y="17369"/>
                  </a:lnTo>
                  <a:cubicBezTo>
                    <a:pt x="7920" y="7795"/>
                    <a:pt x="3233" y="0"/>
                    <a:pt x="3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5195662" y="2198084"/>
              <a:ext cx="123355" cy="142956"/>
            </a:xfrm>
            <a:custGeom>
              <a:avLst/>
              <a:gdLst/>
              <a:ahLst/>
              <a:cxnLst/>
              <a:rect l="l" t="t" r="r" b="b"/>
              <a:pathLst>
                <a:path w="5991" h="6943" extrusionOk="0">
                  <a:moveTo>
                    <a:pt x="0" y="0"/>
                  </a:moveTo>
                  <a:lnTo>
                    <a:pt x="0" y="0"/>
                  </a:lnTo>
                  <a:cubicBezTo>
                    <a:pt x="1278" y="2331"/>
                    <a:pt x="2206" y="4662"/>
                    <a:pt x="2030" y="6943"/>
                  </a:cubicBezTo>
                  <a:lnTo>
                    <a:pt x="5990" y="6943"/>
                  </a:lnTo>
                  <a:cubicBezTo>
                    <a:pt x="4837" y="4086"/>
                    <a:pt x="2732" y="18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5336018" y="2066498"/>
              <a:ext cx="95476" cy="274547"/>
            </a:xfrm>
            <a:custGeom>
              <a:avLst/>
              <a:gdLst/>
              <a:ahLst/>
              <a:cxnLst/>
              <a:rect l="l" t="t" r="r" b="b"/>
              <a:pathLst>
                <a:path w="4637" h="13334" extrusionOk="0">
                  <a:moveTo>
                    <a:pt x="4637" y="0"/>
                  </a:moveTo>
                  <a:cubicBezTo>
                    <a:pt x="2431" y="3158"/>
                    <a:pt x="0" y="9424"/>
                    <a:pt x="25" y="13334"/>
                  </a:cubicBezTo>
                  <a:lnTo>
                    <a:pt x="3935" y="13334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5114129" y="2263187"/>
              <a:ext cx="170815" cy="77851"/>
            </a:xfrm>
            <a:custGeom>
              <a:avLst/>
              <a:gdLst/>
              <a:ahLst/>
              <a:cxnLst/>
              <a:rect l="l" t="t" r="r" b="b"/>
              <a:pathLst>
                <a:path w="8296" h="3781" extrusionOk="0">
                  <a:moveTo>
                    <a:pt x="2665" y="1"/>
                  </a:moveTo>
                  <a:cubicBezTo>
                    <a:pt x="1150" y="1"/>
                    <a:pt x="0" y="498"/>
                    <a:pt x="0" y="498"/>
                  </a:cubicBezTo>
                  <a:cubicBezTo>
                    <a:pt x="3534" y="924"/>
                    <a:pt x="5338" y="3781"/>
                    <a:pt x="5338" y="3781"/>
                  </a:cubicBezTo>
                  <a:lnTo>
                    <a:pt x="8296" y="3781"/>
                  </a:lnTo>
                  <a:cubicBezTo>
                    <a:pt x="6785" y="704"/>
                    <a:pt x="4467" y="1"/>
                    <a:pt x="26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5357163" y="2168662"/>
              <a:ext cx="172894" cy="172379"/>
            </a:xfrm>
            <a:custGeom>
              <a:avLst/>
              <a:gdLst/>
              <a:ahLst/>
              <a:cxnLst/>
              <a:rect l="l" t="t" r="r" b="b"/>
              <a:pathLst>
                <a:path w="8397" h="8372" extrusionOk="0">
                  <a:moveTo>
                    <a:pt x="8397" y="1"/>
                  </a:moveTo>
                  <a:cubicBezTo>
                    <a:pt x="1880" y="2206"/>
                    <a:pt x="1" y="8372"/>
                    <a:pt x="1" y="8372"/>
                  </a:cubicBezTo>
                  <a:lnTo>
                    <a:pt x="3810" y="8372"/>
                  </a:lnTo>
                  <a:cubicBezTo>
                    <a:pt x="4537" y="3309"/>
                    <a:pt x="8397" y="1"/>
                    <a:pt x="83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5229201" y="2275479"/>
              <a:ext cx="58331" cy="59382"/>
            </a:xfrm>
            <a:custGeom>
              <a:avLst/>
              <a:gdLst/>
              <a:ahLst/>
              <a:cxnLst/>
              <a:rect l="l" t="t" r="r" b="b"/>
              <a:pathLst>
                <a:path w="2833" h="2884" extrusionOk="0">
                  <a:moveTo>
                    <a:pt x="125" y="1"/>
                  </a:moveTo>
                  <a:lnTo>
                    <a:pt x="0" y="302"/>
                  </a:lnTo>
                  <a:cubicBezTo>
                    <a:pt x="0" y="302"/>
                    <a:pt x="1704" y="1154"/>
                    <a:pt x="2557" y="2883"/>
                  </a:cubicBezTo>
                  <a:lnTo>
                    <a:pt x="2832" y="2733"/>
                  </a:lnTo>
                  <a:cubicBezTo>
                    <a:pt x="1930" y="903"/>
                    <a:pt x="201" y="5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5236408" y="2228535"/>
              <a:ext cx="72786" cy="102703"/>
            </a:xfrm>
            <a:custGeom>
              <a:avLst/>
              <a:gdLst/>
              <a:ahLst/>
              <a:cxnLst/>
              <a:rect l="l" t="t" r="r" b="b"/>
              <a:pathLst>
                <a:path w="3535" h="4988" extrusionOk="0">
                  <a:moveTo>
                    <a:pt x="201" y="0"/>
                  </a:moveTo>
                  <a:lnTo>
                    <a:pt x="1" y="226"/>
                  </a:lnTo>
                  <a:cubicBezTo>
                    <a:pt x="26" y="251"/>
                    <a:pt x="2733" y="2531"/>
                    <a:pt x="3209" y="4988"/>
                  </a:cubicBezTo>
                  <a:lnTo>
                    <a:pt x="3535" y="4937"/>
                  </a:lnTo>
                  <a:cubicBezTo>
                    <a:pt x="3034" y="2381"/>
                    <a:pt x="302" y="10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5332909" y="2205826"/>
              <a:ext cx="33562" cy="124899"/>
            </a:xfrm>
            <a:custGeom>
              <a:avLst/>
              <a:gdLst/>
              <a:ahLst/>
              <a:cxnLst/>
              <a:rect l="l" t="t" r="r" b="b"/>
              <a:pathLst>
                <a:path w="1630" h="6066" extrusionOk="0">
                  <a:moveTo>
                    <a:pt x="1329" y="0"/>
                  </a:moveTo>
                  <a:cubicBezTo>
                    <a:pt x="1329" y="25"/>
                    <a:pt x="151" y="3309"/>
                    <a:pt x="1" y="6040"/>
                  </a:cubicBezTo>
                  <a:lnTo>
                    <a:pt x="327" y="6066"/>
                  </a:lnTo>
                  <a:cubicBezTo>
                    <a:pt x="477" y="3359"/>
                    <a:pt x="1630" y="126"/>
                    <a:pt x="1630" y="10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5410839" y="2236277"/>
              <a:ext cx="14454" cy="91873"/>
            </a:xfrm>
            <a:custGeom>
              <a:avLst/>
              <a:gdLst/>
              <a:ahLst/>
              <a:cxnLst/>
              <a:rect l="l" t="t" r="r" b="b"/>
              <a:pathLst>
                <a:path w="702" h="4462" extrusionOk="0">
                  <a:moveTo>
                    <a:pt x="401" y="0"/>
                  </a:moveTo>
                  <a:cubicBezTo>
                    <a:pt x="376" y="125"/>
                    <a:pt x="0" y="3033"/>
                    <a:pt x="0" y="4461"/>
                  </a:cubicBezTo>
                  <a:lnTo>
                    <a:pt x="326" y="4461"/>
                  </a:lnTo>
                  <a:cubicBezTo>
                    <a:pt x="326" y="3033"/>
                    <a:pt x="702" y="75"/>
                    <a:pt x="702" y="50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5213718" y="2339470"/>
              <a:ext cx="222949" cy="196635"/>
            </a:xfrm>
            <a:custGeom>
              <a:avLst/>
              <a:gdLst/>
              <a:ahLst/>
              <a:cxnLst/>
              <a:rect l="l" t="t" r="r" b="b"/>
              <a:pathLst>
                <a:path w="10828" h="9550" extrusionOk="0">
                  <a:moveTo>
                    <a:pt x="301" y="1"/>
                  </a:moveTo>
                  <a:cubicBezTo>
                    <a:pt x="301" y="1"/>
                    <a:pt x="0" y="7670"/>
                    <a:pt x="2782" y="9550"/>
                  </a:cubicBezTo>
                  <a:lnTo>
                    <a:pt x="8346" y="9550"/>
                  </a:lnTo>
                  <a:cubicBezTo>
                    <a:pt x="10752" y="8647"/>
                    <a:pt x="10827" y="1"/>
                    <a:pt x="108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5204433" y="2328126"/>
              <a:ext cx="248748" cy="59361"/>
            </a:xfrm>
            <a:custGeom>
              <a:avLst/>
              <a:gdLst/>
              <a:ahLst/>
              <a:cxnLst/>
              <a:rect l="l" t="t" r="r" b="b"/>
              <a:pathLst>
                <a:path w="12081" h="2883" extrusionOk="0">
                  <a:moveTo>
                    <a:pt x="12080" y="0"/>
                  </a:moveTo>
                  <a:lnTo>
                    <a:pt x="0" y="251"/>
                  </a:lnTo>
                  <a:lnTo>
                    <a:pt x="276" y="2882"/>
                  </a:lnTo>
                  <a:lnTo>
                    <a:pt x="11755" y="2882"/>
                  </a:lnTo>
                  <a:lnTo>
                    <a:pt x="12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5219895" y="2384376"/>
              <a:ext cx="216772" cy="6198"/>
            </a:xfrm>
            <a:custGeom>
              <a:avLst/>
              <a:gdLst/>
              <a:ahLst/>
              <a:cxnLst/>
              <a:rect l="l" t="t" r="r" b="b"/>
              <a:pathLst>
                <a:path w="10528" h="301" extrusionOk="0">
                  <a:moveTo>
                    <a:pt x="1" y="0"/>
                  </a:moveTo>
                  <a:lnTo>
                    <a:pt x="1" y="301"/>
                  </a:lnTo>
                  <a:lnTo>
                    <a:pt x="10527" y="301"/>
                  </a:lnTo>
                  <a:lnTo>
                    <a:pt x="10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88" name="Google Shape;488;p20"/>
          <p:cNvCxnSpPr/>
          <p:nvPr/>
        </p:nvCxnSpPr>
        <p:spPr>
          <a:xfrm>
            <a:off x="55850" y="5069300"/>
            <a:ext cx="78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9" name="Google Shape;489;p20"/>
          <p:cNvGrpSpPr/>
          <p:nvPr/>
        </p:nvGrpSpPr>
        <p:grpSpPr>
          <a:xfrm flipH="1">
            <a:off x="37527" y="4534742"/>
            <a:ext cx="781752" cy="535113"/>
            <a:chOff x="5314544" y="4097300"/>
            <a:chExt cx="1031879" cy="706234"/>
          </a:xfrm>
        </p:grpSpPr>
        <p:sp>
          <p:nvSpPr>
            <p:cNvPr id="490" name="Google Shape;490;p20"/>
            <p:cNvSpPr/>
            <p:nvPr/>
          </p:nvSpPr>
          <p:spPr>
            <a:xfrm>
              <a:off x="5671416" y="4194563"/>
              <a:ext cx="471182" cy="608970"/>
            </a:xfrm>
            <a:custGeom>
              <a:avLst/>
              <a:gdLst/>
              <a:ahLst/>
              <a:cxnLst/>
              <a:rect l="l" t="t" r="r" b="b"/>
              <a:pathLst>
                <a:path w="22884" h="29576" extrusionOk="0">
                  <a:moveTo>
                    <a:pt x="4263" y="0"/>
                  </a:moveTo>
                  <a:cubicBezTo>
                    <a:pt x="3634" y="0"/>
                    <a:pt x="3134" y="467"/>
                    <a:pt x="3134" y="1029"/>
                  </a:cubicBezTo>
                  <a:lnTo>
                    <a:pt x="1" y="28598"/>
                  </a:lnTo>
                  <a:cubicBezTo>
                    <a:pt x="1" y="29149"/>
                    <a:pt x="502" y="29575"/>
                    <a:pt x="1104" y="29575"/>
                  </a:cubicBezTo>
                  <a:lnTo>
                    <a:pt x="21755" y="29525"/>
                  </a:lnTo>
                  <a:cubicBezTo>
                    <a:pt x="22357" y="29525"/>
                    <a:pt x="22858" y="29099"/>
                    <a:pt x="22883" y="28548"/>
                  </a:cubicBezTo>
                  <a:lnTo>
                    <a:pt x="21154" y="1706"/>
                  </a:lnTo>
                  <a:cubicBezTo>
                    <a:pt x="21179" y="1154"/>
                    <a:pt x="20703" y="703"/>
                    <a:pt x="20101" y="678"/>
                  </a:cubicBezTo>
                  <a:lnTo>
                    <a:pt x="4312" y="1"/>
                  </a:lnTo>
                  <a:cubicBezTo>
                    <a:pt x="4295" y="1"/>
                    <a:pt x="4279" y="0"/>
                    <a:pt x="4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5804051" y="4114965"/>
              <a:ext cx="240491" cy="110095"/>
            </a:xfrm>
            <a:custGeom>
              <a:avLst/>
              <a:gdLst/>
              <a:ahLst/>
              <a:cxnLst/>
              <a:rect l="l" t="t" r="r" b="b"/>
              <a:pathLst>
                <a:path w="11680" h="5347" extrusionOk="0">
                  <a:moveTo>
                    <a:pt x="5861" y="1"/>
                  </a:moveTo>
                  <a:cubicBezTo>
                    <a:pt x="1509" y="1"/>
                    <a:pt x="0" y="4169"/>
                    <a:pt x="0" y="4218"/>
                  </a:cubicBezTo>
                  <a:lnTo>
                    <a:pt x="1028" y="4594"/>
                  </a:lnTo>
                  <a:cubicBezTo>
                    <a:pt x="1077" y="4447"/>
                    <a:pt x="2303" y="1106"/>
                    <a:pt x="5881" y="1106"/>
                  </a:cubicBezTo>
                  <a:cubicBezTo>
                    <a:pt x="5958" y="1106"/>
                    <a:pt x="6036" y="1107"/>
                    <a:pt x="6115" y="1110"/>
                  </a:cubicBezTo>
                  <a:cubicBezTo>
                    <a:pt x="9825" y="1286"/>
                    <a:pt x="10602" y="5296"/>
                    <a:pt x="10602" y="5346"/>
                  </a:cubicBezTo>
                  <a:lnTo>
                    <a:pt x="11679" y="5146"/>
                  </a:lnTo>
                  <a:cubicBezTo>
                    <a:pt x="11679" y="5095"/>
                    <a:pt x="10752" y="208"/>
                    <a:pt x="6166" y="8"/>
                  </a:cubicBezTo>
                  <a:cubicBezTo>
                    <a:pt x="6062" y="3"/>
                    <a:pt x="5961" y="1"/>
                    <a:pt x="58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5454179" y="4225550"/>
              <a:ext cx="315830" cy="537214"/>
            </a:xfrm>
            <a:custGeom>
              <a:avLst/>
              <a:gdLst/>
              <a:ahLst/>
              <a:cxnLst/>
              <a:rect l="l" t="t" r="r" b="b"/>
              <a:pathLst>
                <a:path w="15339" h="26091" extrusionOk="0">
                  <a:moveTo>
                    <a:pt x="1830" y="0"/>
                  </a:moveTo>
                  <a:lnTo>
                    <a:pt x="0" y="1955"/>
                  </a:lnTo>
                  <a:lnTo>
                    <a:pt x="12582" y="26090"/>
                  </a:lnTo>
                  <a:lnTo>
                    <a:pt x="15339" y="16767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5314544" y="4097300"/>
              <a:ext cx="224802" cy="197087"/>
            </a:xfrm>
            <a:custGeom>
              <a:avLst/>
              <a:gdLst/>
              <a:ahLst/>
              <a:cxnLst/>
              <a:rect l="l" t="t" r="r" b="b"/>
              <a:pathLst>
                <a:path w="10918" h="9572" extrusionOk="0">
                  <a:moveTo>
                    <a:pt x="9215" y="0"/>
                  </a:moveTo>
                  <a:cubicBezTo>
                    <a:pt x="6016" y="0"/>
                    <a:pt x="1" y="7323"/>
                    <a:pt x="1093" y="9212"/>
                  </a:cubicBezTo>
                  <a:cubicBezTo>
                    <a:pt x="1375" y="9464"/>
                    <a:pt x="1828" y="9571"/>
                    <a:pt x="2372" y="9571"/>
                  </a:cubicBezTo>
                  <a:cubicBezTo>
                    <a:pt x="3715" y="9571"/>
                    <a:pt x="5605" y="8916"/>
                    <a:pt x="6782" y="8184"/>
                  </a:cubicBezTo>
                  <a:lnTo>
                    <a:pt x="8612" y="6229"/>
                  </a:lnTo>
                  <a:cubicBezTo>
                    <a:pt x="9915" y="3923"/>
                    <a:pt x="10918" y="1417"/>
                    <a:pt x="10091" y="239"/>
                  </a:cubicBezTo>
                  <a:cubicBezTo>
                    <a:pt x="9835" y="75"/>
                    <a:pt x="9539" y="0"/>
                    <a:pt x="92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6065658" y="4229647"/>
              <a:ext cx="280765" cy="465519"/>
            </a:xfrm>
            <a:custGeom>
              <a:avLst/>
              <a:gdLst/>
              <a:ahLst/>
              <a:cxnLst/>
              <a:rect l="l" t="t" r="r" b="b"/>
              <a:pathLst>
                <a:path w="13636" h="22609" extrusionOk="0">
                  <a:moveTo>
                    <a:pt x="7783" y="1"/>
                  </a:moveTo>
                  <a:cubicBezTo>
                    <a:pt x="7754" y="1"/>
                    <a:pt x="7724" y="1"/>
                    <a:pt x="7695" y="2"/>
                  </a:cubicBezTo>
                  <a:cubicBezTo>
                    <a:pt x="3911" y="52"/>
                    <a:pt x="477" y="3962"/>
                    <a:pt x="352" y="4137"/>
                  </a:cubicBezTo>
                  <a:lnTo>
                    <a:pt x="1379" y="5014"/>
                  </a:lnTo>
                  <a:cubicBezTo>
                    <a:pt x="1404" y="4964"/>
                    <a:pt x="4537" y="1405"/>
                    <a:pt x="7695" y="1355"/>
                  </a:cubicBezTo>
                  <a:lnTo>
                    <a:pt x="7770" y="1355"/>
                  </a:lnTo>
                  <a:cubicBezTo>
                    <a:pt x="8948" y="1355"/>
                    <a:pt x="9951" y="1831"/>
                    <a:pt x="10878" y="2834"/>
                  </a:cubicBezTo>
                  <a:cubicBezTo>
                    <a:pt x="12181" y="4262"/>
                    <a:pt x="12056" y="6343"/>
                    <a:pt x="11705" y="7821"/>
                  </a:cubicBezTo>
                  <a:cubicBezTo>
                    <a:pt x="10477" y="13084"/>
                    <a:pt x="5013" y="19375"/>
                    <a:pt x="1" y="21330"/>
                  </a:cubicBezTo>
                  <a:lnTo>
                    <a:pt x="502" y="22608"/>
                  </a:lnTo>
                  <a:cubicBezTo>
                    <a:pt x="5866" y="20503"/>
                    <a:pt x="11705" y="13761"/>
                    <a:pt x="13034" y="8147"/>
                  </a:cubicBezTo>
                  <a:cubicBezTo>
                    <a:pt x="13635" y="5540"/>
                    <a:pt x="13234" y="3410"/>
                    <a:pt x="11881" y="1906"/>
                  </a:cubicBezTo>
                  <a:cubicBezTo>
                    <a:pt x="10700" y="652"/>
                    <a:pt x="9326" y="1"/>
                    <a:pt x="77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5680187" y="4487157"/>
              <a:ext cx="66094" cy="216772"/>
            </a:xfrm>
            <a:custGeom>
              <a:avLst/>
              <a:gdLst/>
              <a:ahLst/>
              <a:cxnLst/>
              <a:rect l="l" t="t" r="r" b="b"/>
              <a:pathLst>
                <a:path w="3210" h="10528" extrusionOk="0">
                  <a:moveTo>
                    <a:pt x="1304" y="1"/>
                  </a:moveTo>
                  <a:lnTo>
                    <a:pt x="1104" y="252"/>
                  </a:lnTo>
                  <a:cubicBezTo>
                    <a:pt x="2582" y="1430"/>
                    <a:pt x="2883" y="4713"/>
                    <a:pt x="2332" y="7069"/>
                  </a:cubicBezTo>
                  <a:cubicBezTo>
                    <a:pt x="1906" y="8848"/>
                    <a:pt x="1054" y="10001"/>
                    <a:pt x="1" y="10227"/>
                  </a:cubicBezTo>
                  <a:lnTo>
                    <a:pt x="51" y="10527"/>
                  </a:lnTo>
                  <a:cubicBezTo>
                    <a:pt x="1254" y="10277"/>
                    <a:pt x="2181" y="9049"/>
                    <a:pt x="2633" y="7144"/>
                  </a:cubicBezTo>
                  <a:cubicBezTo>
                    <a:pt x="3209" y="4688"/>
                    <a:pt x="2858" y="1254"/>
                    <a:pt x="1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5452121" y="4223985"/>
              <a:ext cx="42848" cy="44927"/>
            </a:xfrm>
            <a:custGeom>
              <a:avLst/>
              <a:gdLst/>
              <a:ahLst/>
              <a:cxnLst/>
              <a:rect l="l" t="t" r="r" b="b"/>
              <a:pathLst>
                <a:path w="2081" h="2182" extrusionOk="0">
                  <a:moveTo>
                    <a:pt x="1805" y="1"/>
                  </a:moveTo>
                  <a:cubicBezTo>
                    <a:pt x="1404" y="703"/>
                    <a:pt x="802" y="1354"/>
                    <a:pt x="0" y="1906"/>
                  </a:cubicBezTo>
                  <a:lnTo>
                    <a:pt x="176" y="2181"/>
                  </a:lnTo>
                  <a:cubicBezTo>
                    <a:pt x="1028" y="1580"/>
                    <a:pt x="1654" y="903"/>
                    <a:pt x="2080" y="151"/>
                  </a:cubicBezTo>
                  <a:lnTo>
                    <a:pt x="18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5336533" y="4100656"/>
              <a:ext cx="196635" cy="189943"/>
            </a:xfrm>
            <a:custGeom>
              <a:avLst/>
              <a:gdLst/>
              <a:ahLst/>
              <a:cxnLst/>
              <a:rect l="l" t="t" r="r" b="b"/>
              <a:pathLst>
                <a:path w="9550" h="9225" extrusionOk="0">
                  <a:moveTo>
                    <a:pt x="9173" y="1"/>
                  </a:moveTo>
                  <a:lnTo>
                    <a:pt x="8897" y="151"/>
                  </a:lnTo>
                  <a:cubicBezTo>
                    <a:pt x="9123" y="577"/>
                    <a:pt x="8722" y="1630"/>
                    <a:pt x="7820" y="2908"/>
                  </a:cubicBezTo>
                  <a:cubicBezTo>
                    <a:pt x="6094" y="5437"/>
                    <a:pt x="2481" y="8908"/>
                    <a:pt x="253" y="8908"/>
                  </a:cubicBezTo>
                  <a:cubicBezTo>
                    <a:pt x="184" y="8908"/>
                    <a:pt x="116" y="8905"/>
                    <a:pt x="50" y="8898"/>
                  </a:cubicBezTo>
                  <a:lnTo>
                    <a:pt x="0" y="9199"/>
                  </a:lnTo>
                  <a:cubicBezTo>
                    <a:pt x="75" y="9199"/>
                    <a:pt x="176" y="9224"/>
                    <a:pt x="251" y="9224"/>
                  </a:cubicBezTo>
                  <a:cubicBezTo>
                    <a:pt x="2632" y="9224"/>
                    <a:pt x="6291" y="5740"/>
                    <a:pt x="8095" y="3109"/>
                  </a:cubicBezTo>
                  <a:cubicBezTo>
                    <a:pt x="8647" y="2257"/>
                    <a:pt x="9549" y="753"/>
                    <a:pt x="9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6016120" y="4202325"/>
              <a:ext cx="24790" cy="7248"/>
            </a:xfrm>
            <a:custGeom>
              <a:avLst/>
              <a:gdLst/>
              <a:ahLst/>
              <a:cxnLst/>
              <a:rect l="l" t="t" r="r" b="b"/>
              <a:pathLst>
                <a:path w="1204" h="352" extrusionOk="0">
                  <a:moveTo>
                    <a:pt x="26" y="0"/>
                  </a:moveTo>
                  <a:lnTo>
                    <a:pt x="1" y="301"/>
                  </a:lnTo>
                  <a:lnTo>
                    <a:pt x="1179" y="351"/>
                  </a:lnTo>
                  <a:lnTo>
                    <a:pt x="1204" y="5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5806110" y="4193554"/>
              <a:ext cx="24790" cy="7248"/>
            </a:xfrm>
            <a:custGeom>
              <a:avLst/>
              <a:gdLst/>
              <a:ahLst/>
              <a:cxnLst/>
              <a:rect l="l" t="t" r="r" b="b"/>
              <a:pathLst>
                <a:path w="1204" h="352" extrusionOk="0">
                  <a:moveTo>
                    <a:pt x="0" y="0"/>
                  </a:moveTo>
                  <a:lnTo>
                    <a:pt x="0" y="301"/>
                  </a:lnTo>
                  <a:lnTo>
                    <a:pt x="1178" y="351"/>
                  </a:lnTo>
                  <a:lnTo>
                    <a:pt x="1203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6106939" y="4278691"/>
              <a:ext cx="8792" cy="35621"/>
            </a:xfrm>
            <a:custGeom>
              <a:avLst/>
              <a:gdLst/>
              <a:ahLst/>
              <a:cxnLst/>
              <a:rect l="l" t="t" r="r" b="b"/>
              <a:pathLst>
                <a:path w="427" h="1730" extrusionOk="0">
                  <a:moveTo>
                    <a:pt x="302" y="1"/>
                  </a:moveTo>
                  <a:lnTo>
                    <a:pt x="1" y="26"/>
                  </a:lnTo>
                  <a:lnTo>
                    <a:pt x="101" y="1730"/>
                  </a:lnTo>
                  <a:lnTo>
                    <a:pt x="427" y="1705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6129649" y="4631138"/>
              <a:ext cx="8277" cy="33047"/>
            </a:xfrm>
            <a:custGeom>
              <a:avLst/>
              <a:gdLst/>
              <a:ahLst/>
              <a:cxnLst/>
              <a:rect l="l" t="t" r="r" b="b"/>
              <a:pathLst>
                <a:path w="402" h="1605" extrusionOk="0">
                  <a:moveTo>
                    <a:pt x="301" y="0"/>
                  </a:moveTo>
                  <a:lnTo>
                    <a:pt x="1" y="26"/>
                  </a:lnTo>
                  <a:lnTo>
                    <a:pt x="101" y="1604"/>
                  </a:lnTo>
                  <a:lnTo>
                    <a:pt x="402" y="157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5724062" y="4316884"/>
              <a:ext cx="390139" cy="23246"/>
            </a:xfrm>
            <a:custGeom>
              <a:avLst/>
              <a:gdLst/>
              <a:ahLst/>
              <a:cxnLst/>
              <a:rect l="l" t="t" r="r" b="b"/>
              <a:pathLst>
                <a:path w="18948" h="1129" extrusionOk="0">
                  <a:moveTo>
                    <a:pt x="25" y="0"/>
                  </a:moveTo>
                  <a:lnTo>
                    <a:pt x="0" y="301"/>
                  </a:lnTo>
                  <a:lnTo>
                    <a:pt x="18923" y="1128"/>
                  </a:lnTo>
                  <a:lnTo>
                    <a:pt x="18948" y="80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5720439" y="4348365"/>
              <a:ext cx="395307" cy="17563"/>
            </a:xfrm>
            <a:custGeom>
              <a:avLst/>
              <a:gdLst/>
              <a:ahLst/>
              <a:cxnLst/>
              <a:rect l="l" t="t" r="r" b="b"/>
              <a:pathLst>
                <a:path w="19199" h="853" extrusionOk="0">
                  <a:moveTo>
                    <a:pt x="1" y="0"/>
                  </a:moveTo>
                  <a:lnTo>
                    <a:pt x="1" y="326"/>
                  </a:lnTo>
                  <a:lnTo>
                    <a:pt x="19174" y="852"/>
                  </a:lnTo>
                  <a:lnTo>
                    <a:pt x="19199" y="5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5674525" y="4752923"/>
              <a:ext cx="466528" cy="12910"/>
            </a:xfrm>
            <a:custGeom>
              <a:avLst/>
              <a:gdLst/>
              <a:ahLst/>
              <a:cxnLst/>
              <a:rect l="l" t="t" r="r" b="b"/>
              <a:pathLst>
                <a:path w="22658" h="627" extrusionOk="0">
                  <a:moveTo>
                    <a:pt x="0" y="0"/>
                  </a:moveTo>
                  <a:lnTo>
                    <a:pt x="0" y="301"/>
                  </a:lnTo>
                  <a:lnTo>
                    <a:pt x="22657" y="627"/>
                  </a:lnTo>
                  <a:lnTo>
                    <a:pt x="22657" y="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5678128" y="4720413"/>
              <a:ext cx="461360" cy="21167"/>
            </a:xfrm>
            <a:custGeom>
              <a:avLst/>
              <a:gdLst/>
              <a:ahLst/>
              <a:cxnLst/>
              <a:rect l="l" t="t" r="r" b="b"/>
              <a:pathLst>
                <a:path w="22407" h="1028" extrusionOk="0">
                  <a:moveTo>
                    <a:pt x="1" y="0"/>
                  </a:moveTo>
                  <a:lnTo>
                    <a:pt x="1" y="301"/>
                  </a:lnTo>
                  <a:lnTo>
                    <a:pt x="22407" y="1028"/>
                  </a:lnTo>
                  <a:lnTo>
                    <a:pt x="22407" y="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" name="Google Shape;506;p20"/>
          <p:cNvGrpSpPr/>
          <p:nvPr/>
        </p:nvGrpSpPr>
        <p:grpSpPr>
          <a:xfrm>
            <a:off x="8423989" y="226096"/>
            <a:ext cx="1038089" cy="308910"/>
            <a:chOff x="6918132" y="1224850"/>
            <a:chExt cx="860271" cy="255995"/>
          </a:xfrm>
        </p:grpSpPr>
        <p:sp>
          <p:nvSpPr>
            <p:cNvPr id="507" name="Google Shape;507;p20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1"/>
          <p:cNvSpPr txBox="1">
            <a:spLocks noGrp="1"/>
          </p:cNvSpPr>
          <p:nvPr>
            <p:ph type="subTitle" idx="1"/>
          </p:nvPr>
        </p:nvSpPr>
        <p:spPr>
          <a:xfrm>
            <a:off x="1290763" y="2061063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2" name="Google Shape;512;p21"/>
          <p:cNvSpPr txBox="1">
            <a:spLocks noGrp="1"/>
          </p:cNvSpPr>
          <p:nvPr>
            <p:ph type="subTitle" idx="2"/>
          </p:nvPr>
        </p:nvSpPr>
        <p:spPr>
          <a:xfrm>
            <a:off x="4945638" y="2061063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3" name="Google Shape;513;p21"/>
          <p:cNvSpPr txBox="1">
            <a:spLocks noGrp="1"/>
          </p:cNvSpPr>
          <p:nvPr>
            <p:ph type="subTitle" idx="3"/>
          </p:nvPr>
        </p:nvSpPr>
        <p:spPr>
          <a:xfrm>
            <a:off x="1290763" y="2608970"/>
            <a:ext cx="2907600" cy="18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4" name="Google Shape;514;p21"/>
          <p:cNvSpPr txBox="1">
            <a:spLocks noGrp="1"/>
          </p:cNvSpPr>
          <p:nvPr>
            <p:ph type="subTitle" idx="4"/>
          </p:nvPr>
        </p:nvSpPr>
        <p:spPr>
          <a:xfrm>
            <a:off x="4945638" y="2608970"/>
            <a:ext cx="2907600" cy="18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5" name="Google Shape;51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16" name="Google Shape;516;p21"/>
          <p:cNvGrpSpPr/>
          <p:nvPr/>
        </p:nvGrpSpPr>
        <p:grpSpPr>
          <a:xfrm>
            <a:off x="8347334" y="4282447"/>
            <a:ext cx="728148" cy="786777"/>
            <a:chOff x="6483330" y="2394691"/>
            <a:chExt cx="944665" cy="1020728"/>
          </a:xfrm>
        </p:grpSpPr>
        <p:sp>
          <p:nvSpPr>
            <p:cNvPr id="517" name="Google Shape;517;p21"/>
            <p:cNvSpPr/>
            <p:nvPr/>
          </p:nvSpPr>
          <p:spPr>
            <a:xfrm>
              <a:off x="7029087" y="2741970"/>
              <a:ext cx="77418" cy="53699"/>
            </a:xfrm>
            <a:custGeom>
              <a:avLst/>
              <a:gdLst/>
              <a:ahLst/>
              <a:cxnLst/>
              <a:rect l="l" t="t" r="r" b="b"/>
              <a:pathLst>
                <a:path w="3760" h="2608" extrusionOk="0">
                  <a:moveTo>
                    <a:pt x="3734" y="1"/>
                  </a:moveTo>
                  <a:cubicBezTo>
                    <a:pt x="2181" y="176"/>
                    <a:pt x="877" y="1003"/>
                    <a:pt x="0" y="2432"/>
                  </a:cubicBezTo>
                  <a:lnTo>
                    <a:pt x="251" y="2607"/>
                  </a:lnTo>
                  <a:cubicBezTo>
                    <a:pt x="1103" y="1254"/>
                    <a:pt x="2306" y="477"/>
                    <a:pt x="3760" y="326"/>
                  </a:cubicBez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975411" y="2753315"/>
              <a:ext cx="30473" cy="40789"/>
            </a:xfrm>
            <a:custGeom>
              <a:avLst/>
              <a:gdLst/>
              <a:ahLst/>
              <a:cxnLst/>
              <a:rect l="l" t="t" r="r" b="b"/>
              <a:pathLst>
                <a:path w="1480" h="1981" extrusionOk="0">
                  <a:moveTo>
                    <a:pt x="76" y="1"/>
                  </a:moveTo>
                  <a:lnTo>
                    <a:pt x="1" y="302"/>
                  </a:lnTo>
                  <a:cubicBezTo>
                    <a:pt x="1028" y="628"/>
                    <a:pt x="1153" y="1956"/>
                    <a:pt x="1153" y="1981"/>
                  </a:cubicBezTo>
                  <a:lnTo>
                    <a:pt x="1479" y="1956"/>
                  </a:lnTo>
                  <a:cubicBezTo>
                    <a:pt x="1479" y="1881"/>
                    <a:pt x="1329" y="40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483330" y="2644150"/>
              <a:ext cx="349556" cy="245247"/>
            </a:xfrm>
            <a:custGeom>
              <a:avLst/>
              <a:gdLst/>
              <a:ahLst/>
              <a:cxnLst/>
              <a:rect l="l" t="t" r="r" b="b"/>
              <a:pathLst>
                <a:path w="16977" h="11911" extrusionOk="0">
                  <a:moveTo>
                    <a:pt x="13141" y="0"/>
                  </a:moveTo>
                  <a:cubicBezTo>
                    <a:pt x="8243" y="0"/>
                    <a:pt x="1" y="9272"/>
                    <a:pt x="241" y="10366"/>
                  </a:cubicBezTo>
                  <a:cubicBezTo>
                    <a:pt x="379" y="10993"/>
                    <a:pt x="3762" y="11910"/>
                    <a:pt x="7387" y="11910"/>
                  </a:cubicBezTo>
                  <a:cubicBezTo>
                    <a:pt x="11000" y="11910"/>
                    <a:pt x="14855" y="11000"/>
                    <a:pt x="15981" y="7985"/>
                  </a:cubicBezTo>
                  <a:cubicBezTo>
                    <a:pt x="16977" y="5443"/>
                    <a:pt x="15137" y="5043"/>
                    <a:pt x="13880" y="5043"/>
                  </a:cubicBezTo>
                  <a:cubicBezTo>
                    <a:pt x="13302" y="5043"/>
                    <a:pt x="12848" y="5128"/>
                    <a:pt x="12848" y="5128"/>
                  </a:cubicBezTo>
                  <a:cubicBezTo>
                    <a:pt x="12848" y="5128"/>
                    <a:pt x="16833" y="2195"/>
                    <a:pt x="15028" y="641"/>
                  </a:cubicBezTo>
                  <a:cubicBezTo>
                    <a:pt x="14494" y="196"/>
                    <a:pt x="13853" y="0"/>
                    <a:pt x="13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488292" y="2747982"/>
              <a:ext cx="344594" cy="141412"/>
            </a:xfrm>
            <a:custGeom>
              <a:avLst/>
              <a:gdLst/>
              <a:ahLst/>
              <a:cxnLst/>
              <a:rect l="l" t="t" r="r" b="b"/>
              <a:pathLst>
                <a:path w="16736" h="6868" extrusionOk="0">
                  <a:moveTo>
                    <a:pt x="13639" y="0"/>
                  </a:moveTo>
                  <a:cubicBezTo>
                    <a:pt x="13061" y="0"/>
                    <a:pt x="12607" y="85"/>
                    <a:pt x="12607" y="85"/>
                  </a:cubicBezTo>
                  <a:cubicBezTo>
                    <a:pt x="12607" y="85"/>
                    <a:pt x="9299" y="335"/>
                    <a:pt x="0" y="5323"/>
                  </a:cubicBezTo>
                  <a:cubicBezTo>
                    <a:pt x="138" y="5950"/>
                    <a:pt x="3521" y="6867"/>
                    <a:pt x="7146" y="6867"/>
                  </a:cubicBezTo>
                  <a:cubicBezTo>
                    <a:pt x="10759" y="6867"/>
                    <a:pt x="14614" y="5957"/>
                    <a:pt x="15740" y="2942"/>
                  </a:cubicBezTo>
                  <a:cubicBezTo>
                    <a:pt x="16736" y="400"/>
                    <a:pt x="14896" y="0"/>
                    <a:pt x="136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6574457" y="2733755"/>
              <a:ext cx="386536" cy="81516"/>
            </a:xfrm>
            <a:custGeom>
              <a:avLst/>
              <a:gdLst/>
              <a:ahLst/>
              <a:cxnLst/>
              <a:rect l="l" t="t" r="r" b="b"/>
              <a:pathLst>
                <a:path w="18773" h="3959" extrusionOk="0">
                  <a:moveTo>
                    <a:pt x="12332" y="1"/>
                  </a:moveTo>
                  <a:cubicBezTo>
                    <a:pt x="9178" y="1"/>
                    <a:pt x="5060" y="1229"/>
                    <a:pt x="1" y="3683"/>
                  </a:cubicBezTo>
                  <a:lnTo>
                    <a:pt x="151" y="3959"/>
                  </a:lnTo>
                  <a:cubicBezTo>
                    <a:pt x="5157" y="1532"/>
                    <a:pt x="9217" y="316"/>
                    <a:pt x="12309" y="316"/>
                  </a:cubicBezTo>
                  <a:cubicBezTo>
                    <a:pt x="15255" y="316"/>
                    <a:pt x="17323" y="1420"/>
                    <a:pt x="18497" y="3633"/>
                  </a:cubicBezTo>
                  <a:lnTo>
                    <a:pt x="18773" y="3482"/>
                  </a:lnTo>
                  <a:cubicBezTo>
                    <a:pt x="17550" y="1160"/>
                    <a:pt x="15396" y="1"/>
                    <a:pt x="1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6496033" y="2825048"/>
              <a:ext cx="50590" cy="30988"/>
            </a:xfrm>
            <a:custGeom>
              <a:avLst/>
              <a:gdLst/>
              <a:ahLst/>
              <a:cxnLst/>
              <a:rect l="l" t="t" r="r" b="b"/>
              <a:pathLst>
                <a:path w="2457" h="1505" extrusionOk="0">
                  <a:moveTo>
                    <a:pt x="2306" y="1"/>
                  </a:moveTo>
                  <a:cubicBezTo>
                    <a:pt x="1554" y="402"/>
                    <a:pt x="802" y="803"/>
                    <a:pt x="0" y="1229"/>
                  </a:cubicBezTo>
                  <a:lnTo>
                    <a:pt x="151" y="1504"/>
                  </a:lnTo>
                  <a:cubicBezTo>
                    <a:pt x="953" y="1078"/>
                    <a:pt x="1705" y="677"/>
                    <a:pt x="2456" y="276"/>
                  </a:cubicBezTo>
                  <a:lnTo>
                    <a:pt x="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6817513" y="2397265"/>
              <a:ext cx="261143" cy="241541"/>
            </a:xfrm>
            <a:custGeom>
              <a:avLst/>
              <a:gdLst/>
              <a:ahLst/>
              <a:cxnLst/>
              <a:rect l="l" t="t" r="r" b="b"/>
              <a:pathLst>
                <a:path w="12683" h="11731" extrusionOk="0">
                  <a:moveTo>
                    <a:pt x="2507" y="1"/>
                  </a:moveTo>
                  <a:cubicBezTo>
                    <a:pt x="2507" y="1"/>
                    <a:pt x="0" y="11329"/>
                    <a:pt x="3158" y="11705"/>
                  </a:cubicBezTo>
                  <a:cubicBezTo>
                    <a:pt x="3300" y="11722"/>
                    <a:pt x="3435" y="11730"/>
                    <a:pt x="3564" y="11730"/>
                  </a:cubicBezTo>
                  <a:cubicBezTo>
                    <a:pt x="6275" y="11730"/>
                    <a:pt x="6116" y="8121"/>
                    <a:pt x="6116" y="8121"/>
                  </a:cubicBezTo>
                  <a:lnTo>
                    <a:pt x="6116" y="8121"/>
                  </a:lnTo>
                  <a:cubicBezTo>
                    <a:pt x="6116" y="8121"/>
                    <a:pt x="7042" y="9344"/>
                    <a:pt x="8271" y="9344"/>
                  </a:cubicBezTo>
                  <a:cubicBezTo>
                    <a:pt x="8792" y="9344"/>
                    <a:pt x="9368" y="9124"/>
                    <a:pt x="9950" y="8497"/>
                  </a:cubicBezTo>
                  <a:cubicBezTo>
                    <a:pt x="12682" y="5941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6869109" y="2397265"/>
              <a:ext cx="209544" cy="192414"/>
            </a:xfrm>
            <a:custGeom>
              <a:avLst/>
              <a:gdLst/>
              <a:ahLst/>
              <a:cxnLst/>
              <a:rect l="l" t="t" r="r" b="b"/>
              <a:pathLst>
                <a:path w="10177" h="9345" extrusionOk="0">
                  <a:moveTo>
                    <a:pt x="1" y="1"/>
                  </a:moveTo>
                  <a:lnTo>
                    <a:pt x="3610" y="8121"/>
                  </a:lnTo>
                  <a:cubicBezTo>
                    <a:pt x="3610" y="8121"/>
                    <a:pt x="4536" y="9344"/>
                    <a:pt x="5765" y="9344"/>
                  </a:cubicBezTo>
                  <a:cubicBezTo>
                    <a:pt x="6286" y="9344"/>
                    <a:pt x="6862" y="9124"/>
                    <a:pt x="7444" y="8497"/>
                  </a:cubicBezTo>
                  <a:cubicBezTo>
                    <a:pt x="10176" y="594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7084802" y="2477769"/>
              <a:ext cx="273538" cy="211109"/>
            </a:xfrm>
            <a:custGeom>
              <a:avLst/>
              <a:gdLst/>
              <a:ahLst/>
              <a:cxnLst/>
              <a:rect l="l" t="t" r="r" b="b"/>
              <a:pathLst>
                <a:path w="13285" h="10253" extrusionOk="0">
                  <a:moveTo>
                    <a:pt x="13284" y="0"/>
                  </a:moveTo>
                  <a:cubicBezTo>
                    <a:pt x="7645" y="1880"/>
                    <a:pt x="2783" y="4061"/>
                    <a:pt x="1" y="7670"/>
                  </a:cubicBezTo>
                  <a:cubicBezTo>
                    <a:pt x="1" y="7670"/>
                    <a:pt x="2910" y="10253"/>
                    <a:pt x="5901" y="10253"/>
                  </a:cubicBezTo>
                  <a:cubicBezTo>
                    <a:pt x="6333" y="10253"/>
                    <a:pt x="6767" y="10199"/>
                    <a:pt x="7194" y="10076"/>
                  </a:cubicBezTo>
                  <a:cubicBezTo>
                    <a:pt x="10653" y="8848"/>
                    <a:pt x="13284" y="1"/>
                    <a:pt x="13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6661673" y="2397265"/>
              <a:ext cx="176497" cy="182819"/>
            </a:xfrm>
            <a:custGeom>
              <a:avLst/>
              <a:gdLst/>
              <a:ahLst/>
              <a:cxnLst/>
              <a:rect l="l" t="t" r="r" b="b"/>
              <a:pathLst>
                <a:path w="8572" h="887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702" y="6542"/>
                    <a:pt x="2908" y="8221"/>
                  </a:cubicBezTo>
                  <a:cubicBezTo>
                    <a:pt x="3643" y="8714"/>
                    <a:pt x="4517" y="8878"/>
                    <a:pt x="5356" y="8878"/>
                  </a:cubicBezTo>
                  <a:cubicBezTo>
                    <a:pt x="7035" y="8878"/>
                    <a:pt x="8572" y="8221"/>
                    <a:pt x="8572" y="8221"/>
                  </a:cubicBezTo>
                  <a:cubicBezTo>
                    <a:pt x="8572" y="8221"/>
                    <a:pt x="3635" y="265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7046629" y="2474680"/>
              <a:ext cx="312742" cy="206435"/>
            </a:xfrm>
            <a:custGeom>
              <a:avLst/>
              <a:gdLst/>
              <a:ahLst/>
              <a:cxnLst/>
              <a:rect l="l" t="t" r="r" b="b"/>
              <a:pathLst>
                <a:path w="15189" h="10026" extrusionOk="0">
                  <a:moveTo>
                    <a:pt x="15088" y="0"/>
                  </a:moveTo>
                  <a:cubicBezTo>
                    <a:pt x="9048" y="2181"/>
                    <a:pt x="3058" y="4887"/>
                    <a:pt x="0" y="9850"/>
                  </a:cubicBezTo>
                  <a:lnTo>
                    <a:pt x="276" y="10025"/>
                  </a:lnTo>
                  <a:cubicBezTo>
                    <a:pt x="3258" y="5113"/>
                    <a:pt x="9223" y="2456"/>
                    <a:pt x="15188" y="301"/>
                  </a:cubicBezTo>
                  <a:lnTo>
                    <a:pt x="15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7006892" y="2700174"/>
              <a:ext cx="33562" cy="93932"/>
            </a:xfrm>
            <a:custGeom>
              <a:avLst/>
              <a:gdLst/>
              <a:ahLst/>
              <a:cxnLst/>
              <a:rect l="l" t="t" r="r" b="b"/>
              <a:pathLst>
                <a:path w="1630" h="4562" extrusionOk="0">
                  <a:moveTo>
                    <a:pt x="1329" y="0"/>
                  </a:moveTo>
                  <a:cubicBezTo>
                    <a:pt x="652" y="1379"/>
                    <a:pt x="201" y="2908"/>
                    <a:pt x="0" y="4512"/>
                  </a:cubicBezTo>
                  <a:lnTo>
                    <a:pt x="301" y="4562"/>
                  </a:lnTo>
                  <a:cubicBezTo>
                    <a:pt x="502" y="2983"/>
                    <a:pt x="953" y="1504"/>
                    <a:pt x="1630" y="15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6873762" y="2413262"/>
              <a:ext cx="122325" cy="380853"/>
            </a:xfrm>
            <a:custGeom>
              <a:avLst/>
              <a:gdLst/>
              <a:ahLst/>
              <a:cxnLst/>
              <a:rect l="l" t="t" r="r" b="b"/>
              <a:pathLst>
                <a:path w="5941" h="18497" extrusionOk="0">
                  <a:moveTo>
                    <a:pt x="276" y="1"/>
                  </a:moveTo>
                  <a:lnTo>
                    <a:pt x="0" y="126"/>
                  </a:lnTo>
                  <a:cubicBezTo>
                    <a:pt x="2231" y="4412"/>
                    <a:pt x="5038" y="11053"/>
                    <a:pt x="5614" y="18497"/>
                  </a:cubicBezTo>
                  <a:lnTo>
                    <a:pt x="5940" y="18472"/>
                  </a:lnTo>
                  <a:cubicBezTo>
                    <a:pt x="5339" y="10978"/>
                    <a:pt x="2532" y="4286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1"/>
            <p:cNvSpPr/>
            <p:nvPr/>
          </p:nvSpPr>
          <p:spPr>
            <a:xfrm>
              <a:off x="6790170" y="2511823"/>
              <a:ext cx="186298" cy="283339"/>
            </a:xfrm>
            <a:custGeom>
              <a:avLst/>
              <a:gdLst/>
              <a:ahLst/>
              <a:cxnLst/>
              <a:rect l="l" t="t" r="r" b="b"/>
              <a:pathLst>
                <a:path w="9048" h="13761" extrusionOk="0">
                  <a:moveTo>
                    <a:pt x="226" y="1"/>
                  </a:moveTo>
                  <a:lnTo>
                    <a:pt x="0" y="226"/>
                  </a:lnTo>
                  <a:cubicBezTo>
                    <a:pt x="3785" y="4236"/>
                    <a:pt x="6717" y="8773"/>
                    <a:pt x="8772" y="13760"/>
                  </a:cubicBezTo>
                  <a:lnTo>
                    <a:pt x="9048" y="13635"/>
                  </a:lnTo>
                  <a:cubicBezTo>
                    <a:pt x="6993" y="8622"/>
                    <a:pt x="4035" y="4036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6659614" y="2394691"/>
              <a:ext cx="109930" cy="95991"/>
            </a:xfrm>
            <a:custGeom>
              <a:avLst/>
              <a:gdLst/>
              <a:ahLst/>
              <a:cxnLst/>
              <a:rect l="l" t="t" r="r" b="b"/>
              <a:pathLst>
                <a:path w="5339" h="4662" extrusionOk="0">
                  <a:moveTo>
                    <a:pt x="201" y="0"/>
                  </a:moveTo>
                  <a:lnTo>
                    <a:pt x="0" y="251"/>
                  </a:lnTo>
                  <a:cubicBezTo>
                    <a:pt x="1830" y="1629"/>
                    <a:pt x="3559" y="3108"/>
                    <a:pt x="5113" y="4662"/>
                  </a:cubicBezTo>
                  <a:lnTo>
                    <a:pt x="5339" y="4436"/>
                  </a:lnTo>
                  <a:cubicBezTo>
                    <a:pt x="3760" y="2883"/>
                    <a:pt x="2030" y="140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6750433" y="2786340"/>
              <a:ext cx="453618" cy="475300"/>
            </a:xfrm>
            <a:custGeom>
              <a:avLst/>
              <a:gdLst/>
              <a:ahLst/>
              <a:cxnLst/>
              <a:rect l="l" t="t" r="r" b="b"/>
              <a:pathLst>
                <a:path w="22031" h="23084" extrusionOk="0">
                  <a:moveTo>
                    <a:pt x="7920" y="1"/>
                  </a:moveTo>
                  <a:cubicBezTo>
                    <a:pt x="5038" y="3209"/>
                    <a:pt x="0" y="15339"/>
                    <a:pt x="1955" y="17520"/>
                  </a:cubicBezTo>
                  <a:cubicBezTo>
                    <a:pt x="3634" y="19400"/>
                    <a:pt x="7494" y="23084"/>
                    <a:pt x="7494" y="23084"/>
                  </a:cubicBezTo>
                  <a:lnTo>
                    <a:pt x="16492" y="23084"/>
                  </a:lnTo>
                  <a:cubicBezTo>
                    <a:pt x="16492" y="23084"/>
                    <a:pt x="20827" y="19700"/>
                    <a:pt x="22030" y="17520"/>
                  </a:cubicBezTo>
                  <a:cubicBezTo>
                    <a:pt x="21354" y="7946"/>
                    <a:pt x="16065" y="1"/>
                    <a:pt x="16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1"/>
            <p:cNvSpPr/>
            <p:nvPr/>
          </p:nvSpPr>
          <p:spPr>
            <a:xfrm>
              <a:off x="6695728" y="2978829"/>
              <a:ext cx="602752" cy="436590"/>
            </a:xfrm>
            <a:custGeom>
              <a:avLst/>
              <a:gdLst/>
              <a:ahLst/>
              <a:cxnLst/>
              <a:rect l="l" t="t" r="r" b="b"/>
              <a:pathLst>
                <a:path w="29274" h="21204" extrusionOk="0">
                  <a:moveTo>
                    <a:pt x="1" y="0"/>
                  </a:moveTo>
                  <a:lnTo>
                    <a:pt x="1" y="0"/>
                  </a:lnTo>
                  <a:cubicBezTo>
                    <a:pt x="26" y="4537"/>
                    <a:pt x="577" y="8396"/>
                    <a:pt x="1529" y="13910"/>
                  </a:cubicBezTo>
                  <a:cubicBezTo>
                    <a:pt x="1805" y="16642"/>
                    <a:pt x="1279" y="18622"/>
                    <a:pt x="1755" y="21204"/>
                  </a:cubicBezTo>
                  <a:lnTo>
                    <a:pt x="28046" y="21204"/>
                  </a:lnTo>
                  <a:cubicBezTo>
                    <a:pt x="28923" y="14988"/>
                    <a:pt x="29274" y="8396"/>
                    <a:pt x="29224" y="15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6621421" y="2978829"/>
              <a:ext cx="720424" cy="192496"/>
            </a:xfrm>
            <a:custGeom>
              <a:avLst/>
              <a:gdLst/>
              <a:ahLst/>
              <a:cxnLst/>
              <a:rect l="l" t="t" r="r" b="b"/>
              <a:pathLst>
                <a:path w="34989" h="9349" extrusionOk="0">
                  <a:moveTo>
                    <a:pt x="3610" y="0"/>
                  </a:moveTo>
                  <a:lnTo>
                    <a:pt x="1" y="7344"/>
                  </a:lnTo>
                  <a:lnTo>
                    <a:pt x="13158" y="7218"/>
                  </a:lnTo>
                  <a:lnTo>
                    <a:pt x="34988" y="9349"/>
                  </a:lnTo>
                  <a:lnTo>
                    <a:pt x="32833" y="1504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1"/>
            <p:cNvSpPr/>
            <p:nvPr/>
          </p:nvSpPr>
          <p:spPr>
            <a:xfrm>
              <a:off x="6700381" y="3123839"/>
              <a:ext cx="597069" cy="46451"/>
            </a:xfrm>
            <a:custGeom>
              <a:avLst/>
              <a:gdLst/>
              <a:ahLst/>
              <a:cxnLst/>
              <a:rect l="l" t="t" r="r" b="b"/>
              <a:pathLst>
                <a:path w="28998" h="2256" extrusionOk="0">
                  <a:moveTo>
                    <a:pt x="9298" y="0"/>
                  </a:moveTo>
                  <a:lnTo>
                    <a:pt x="0" y="100"/>
                  </a:lnTo>
                  <a:lnTo>
                    <a:pt x="0" y="426"/>
                  </a:lnTo>
                  <a:lnTo>
                    <a:pt x="9298" y="326"/>
                  </a:lnTo>
                  <a:lnTo>
                    <a:pt x="28973" y="2256"/>
                  </a:lnTo>
                  <a:lnTo>
                    <a:pt x="28998" y="1930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1"/>
            <p:cNvSpPr/>
            <p:nvPr/>
          </p:nvSpPr>
          <p:spPr>
            <a:xfrm>
              <a:off x="6891304" y="3113503"/>
              <a:ext cx="58846" cy="17049"/>
            </a:xfrm>
            <a:custGeom>
              <a:avLst/>
              <a:gdLst/>
              <a:ahLst/>
              <a:cxnLst/>
              <a:rect l="l" t="t" r="r" b="b"/>
              <a:pathLst>
                <a:path w="2858" h="828" extrusionOk="0">
                  <a:moveTo>
                    <a:pt x="2782" y="1"/>
                  </a:moveTo>
                  <a:lnTo>
                    <a:pt x="0" y="502"/>
                  </a:lnTo>
                  <a:lnTo>
                    <a:pt x="76" y="828"/>
                  </a:lnTo>
                  <a:lnTo>
                    <a:pt x="2858" y="302"/>
                  </a:lnTo>
                  <a:lnTo>
                    <a:pt x="2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6725150" y="3269858"/>
              <a:ext cx="41818" cy="59896"/>
            </a:xfrm>
            <a:custGeom>
              <a:avLst/>
              <a:gdLst/>
              <a:ahLst/>
              <a:cxnLst/>
              <a:rect l="l" t="t" r="r" b="b"/>
              <a:pathLst>
                <a:path w="2031" h="2909" extrusionOk="0">
                  <a:moveTo>
                    <a:pt x="276" y="1"/>
                  </a:moveTo>
                  <a:lnTo>
                    <a:pt x="0" y="176"/>
                  </a:lnTo>
                  <a:lnTo>
                    <a:pt x="1780" y="2908"/>
                  </a:lnTo>
                  <a:lnTo>
                    <a:pt x="2030" y="2733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1"/>
            <p:cNvSpPr/>
            <p:nvPr/>
          </p:nvSpPr>
          <p:spPr>
            <a:xfrm>
              <a:off x="6787576" y="2825192"/>
              <a:ext cx="267546" cy="260258"/>
            </a:xfrm>
            <a:custGeom>
              <a:avLst/>
              <a:gdLst/>
              <a:ahLst/>
              <a:cxnLst/>
              <a:rect l="l" t="t" r="r" b="b"/>
              <a:pathLst>
                <a:path w="12994" h="12640" extrusionOk="0">
                  <a:moveTo>
                    <a:pt x="4741" y="0"/>
                  </a:moveTo>
                  <a:cubicBezTo>
                    <a:pt x="4614" y="0"/>
                    <a:pt x="4472" y="22"/>
                    <a:pt x="4312" y="69"/>
                  </a:cubicBezTo>
                  <a:cubicBezTo>
                    <a:pt x="1" y="1447"/>
                    <a:pt x="2808" y="12249"/>
                    <a:pt x="3810" y="12625"/>
                  </a:cubicBezTo>
                  <a:cubicBezTo>
                    <a:pt x="3838" y="12635"/>
                    <a:pt x="3872" y="12640"/>
                    <a:pt x="3911" y="12640"/>
                  </a:cubicBezTo>
                  <a:cubicBezTo>
                    <a:pt x="5266" y="12640"/>
                    <a:pt x="12993" y="6817"/>
                    <a:pt x="9850" y="2675"/>
                  </a:cubicBezTo>
                  <a:cubicBezTo>
                    <a:pt x="9173" y="1743"/>
                    <a:pt x="8449" y="1440"/>
                    <a:pt x="7795" y="1440"/>
                  </a:cubicBezTo>
                  <a:cubicBezTo>
                    <a:pt x="6586" y="1440"/>
                    <a:pt x="5615" y="2475"/>
                    <a:pt x="5615" y="2475"/>
                  </a:cubicBezTo>
                  <a:cubicBezTo>
                    <a:pt x="5615" y="2475"/>
                    <a:pt x="6097" y="0"/>
                    <a:pt x="4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1"/>
            <p:cNvSpPr/>
            <p:nvPr/>
          </p:nvSpPr>
          <p:spPr>
            <a:xfrm>
              <a:off x="6866021" y="2854840"/>
              <a:ext cx="189099" cy="230608"/>
            </a:xfrm>
            <a:custGeom>
              <a:avLst/>
              <a:gdLst/>
              <a:ahLst/>
              <a:cxnLst/>
              <a:rect l="l" t="t" r="r" b="b"/>
              <a:pathLst>
                <a:path w="9184" h="11200" extrusionOk="0">
                  <a:moveTo>
                    <a:pt x="3985" y="0"/>
                  </a:moveTo>
                  <a:cubicBezTo>
                    <a:pt x="2776" y="0"/>
                    <a:pt x="1805" y="1035"/>
                    <a:pt x="1805" y="1035"/>
                  </a:cubicBezTo>
                  <a:cubicBezTo>
                    <a:pt x="1805" y="1035"/>
                    <a:pt x="226" y="7326"/>
                    <a:pt x="0" y="11185"/>
                  </a:cubicBezTo>
                  <a:cubicBezTo>
                    <a:pt x="28" y="11195"/>
                    <a:pt x="62" y="11200"/>
                    <a:pt x="101" y="11200"/>
                  </a:cubicBezTo>
                  <a:cubicBezTo>
                    <a:pt x="1456" y="11200"/>
                    <a:pt x="9183" y="5377"/>
                    <a:pt x="6040" y="1235"/>
                  </a:cubicBezTo>
                  <a:cubicBezTo>
                    <a:pt x="5363" y="303"/>
                    <a:pt x="4639" y="0"/>
                    <a:pt x="39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6865506" y="2751441"/>
              <a:ext cx="113554" cy="302755"/>
            </a:xfrm>
            <a:custGeom>
              <a:avLst/>
              <a:gdLst/>
              <a:ahLst/>
              <a:cxnLst/>
              <a:rect l="l" t="t" r="r" b="b"/>
              <a:pathLst>
                <a:path w="5515" h="14704" extrusionOk="0">
                  <a:moveTo>
                    <a:pt x="4779" y="0"/>
                  </a:moveTo>
                  <a:cubicBezTo>
                    <a:pt x="4655" y="0"/>
                    <a:pt x="4529" y="12"/>
                    <a:pt x="4411" y="42"/>
                  </a:cubicBezTo>
                  <a:cubicBezTo>
                    <a:pt x="3334" y="418"/>
                    <a:pt x="2256" y="2999"/>
                    <a:pt x="1203" y="7711"/>
                  </a:cubicBezTo>
                  <a:cubicBezTo>
                    <a:pt x="451" y="11195"/>
                    <a:pt x="0" y="14628"/>
                    <a:pt x="0" y="14653"/>
                  </a:cubicBezTo>
                  <a:lnTo>
                    <a:pt x="301" y="14704"/>
                  </a:lnTo>
                  <a:cubicBezTo>
                    <a:pt x="802" y="10944"/>
                    <a:pt x="2532" y="1019"/>
                    <a:pt x="4512" y="343"/>
                  </a:cubicBezTo>
                  <a:cubicBezTo>
                    <a:pt x="4582" y="323"/>
                    <a:pt x="4665" y="316"/>
                    <a:pt x="4750" y="316"/>
                  </a:cubicBezTo>
                  <a:cubicBezTo>
                    <a:pt x="4999" y="316"/>
                    <a:pt x="5277" y="381"/>
                    <a:pt x="5389" y="418"/>
                  </a:cubicBezTo>
                  <a:lnTo>
                    <a:pt x="5514" y="142"/>
                  </a:lnTo>
                  <a:cubicBezTo>
                    <a:pt x="5372" y="71"/>
                    <a:pt x="5080" y="0"/>
                    <a:pt x="4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7113112" y="2751853"/>
              <a:ext cx="314883" cy="339611"/>
            </a:xfrm>
            <a:custGeom>
              <a:avLst/>
              <a:gdLst/>
              <a:ahLst/>
              <a:cxnLst/>
              <a:rect l="l" t="t" r="r" b="b"/>
              <a:pathLst>
                <a:path w="15293" h="16494" extrusionOk="0">
                  <a:moveTo>
                    <a:pt x="8400" y="1"/>
                  </a:moveTo>
                  <a:cubicBezTo>
                    <a:pt x="5059" y="1"/>
                    <a:pt x="6997" y="3831"/>
                    <a:pt x="6997" y="3831"/>
                  </a:cubicBezTo>
                  <a:cubicBezTo>
                    <a:pt x="6997" y="3831"/>
                    <a:pt x="4887" y="2232"/>
                    <a:pt x="3373" y="2232"/>
                  </a:cubicBezTo>
                  <a:cubicBezTo>
                    <a:pt x="2820" y="2232"/>
                    <a:pt x="2346" y="2446"/>
                    <a:pt x="2085" y="3029"/>
                  </a:cubicBezTo>
                  <a:cubicBezTo>
                    <a:pt x="1" y="7876"/>
                    <a:pt x="10802" y="16494"/>
                    <a:pt x="12540" y="16494"/>
                  </a:cubicBezTo>
                  <a:cubicBezTo>
                    <a:pt x="12600" y="16494"/>
                    <a:pt x="12649" y="16484"/>
                    <a:pt x="12686" y="16463"/>
                  </a:cubicBezTo>
                  <a:cubicBezTo>
                    <a:pt x="13814" y="15836"/>
                    <a:pt x="15293" y="473"/>
                    <a:pt x="8852" y="22"/>
                  </a:cubicBezTo>
                  <a:cubicBezTo>
                    <a:pt x="8691" y="8"/>
                    <a:pt x="8541" y="1"/>
                    <a:pt x="8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7113112" y="2797787"/>
              <a:ext cx="261225" cy="293675"/>
            </a:xfrm>
            <a:custGeom>
              <a:avLst/>
              <a:gdLst/>
              <a:ahLst/>
              <a:cxnLst/>
              <a:rect l="l" t="t" r="r" b="b"/>
              <a:pathLst>
                <a:path w="12687" h="14263" extrusionOk="0">
                  <a:moveTo>
                    <a:pt x="3373" y="1"/>
                  </a:moveTo>
                  <a:cubicBezTo>
                    <a:pt x="2820" y="1"/>
                    <a:pt x="2346" y="215"/>
                    <a:pt x="2085" y="798"/>
                  </a:cubicBezTo>
                  <a:cubicBezTo>
                    <a:pt x="1" y="5645"/>
                    <a:pt x="10802" y="14263"/>
                    <a:pt x="12540" y="14263"/>
                  </a:cubicBezTo>
                  <a:cubicBezTo>
                    <a:pt x="12600" y="14263"/>
                    <a:pt x="12649" y="14253"/>
                    <a:pt x="12686" y="14232"/>
                  </a:cubicBezTo>
                  <a:cubicBezTo>
                    <a:pt x="12360" y="11300"/>
                    <a:pt x="9002" y="2803"/>
                    <a:pt x="6997" y="1600"/>
                  </a:cubicBezTo>
                  <a:cubicBezTo>
                    <a:pt x="6997" y="1600"/>
                    <a:pt x="4887" y="1"/>
                    <a:pt x="3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7352626" y="3022684"/>
              <a:ext cx="18593" cy="52669"/>
            </a:xfrm>
            <a:custGeom>
              <a:avLst/>
              <a:gdLst/>
              <a:ahLst/>
              <a:cxnLst/>
              <a:rect l="l" t="t" r="r" b="b"/>
              <a:pathLst>
                <a:path w="903" h="2558" extrusionOk="0">
                  <a:moveTo>
                    <a:pt x="301" y="1"/>
                  </a:moveTo>
                  <a:lnTo>
                    <a:pt x="0" y="76"/>
                  </a:lnTo>
                  <a:cubicBezTo>
                    <a:pt x="226" y="878"/>
                    <a:pt x="427" y="1705"/>
                    <a:pt x="602" y="2557"/>
                  </a:cubicBezTo>
                  <a:lnTo>
                    <a:pt x="903" y="2482"/>
                  </a:lnTo>
                  <a:cubicBezTo>
                    <a:pt x="727" y="1630"/>
                    <a:pt x="527" y="803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7105967" y="2741476"/>
              <a:ext cx="239976" cy="240985"/>
            </a:xfrm>
            <a:custGeom>
              <a:avLst/>
              <a:gdLst/>
              <a:ahLst/>
              <a:cxnLst/>
              <a:rect l="l" t="t" r="r" b="b"/>
              <a:pathLst>
                <a:path w="11655" h="11704" extrusionOk="0">
                  <a:moveTo>
                    <a:pt x="495" y="1"/>
                  </a:moveTo>
                  <a:cubicBezTo>
                    <a:pt x="327" y="1"/>
                    <a:pt x="162" y="9"/>
                    <a:pt x="0" y="25"/>
                  </a:cubicBezTo>
                  <a:lnTo>
                    <a:pt x="26" y="350"/>
                  </a:lnTo>
                  <a:cubicBezTo>
                    <a:pt x="185" y="334"/>
                    <a:pt x="347" y="326"/>
                    <a:pt x="513" y="326"/>
                  </a:cubicBezTo>
                  <a:cubicBezTo>
                    <a:pt x="3919" y="326"/>
                    <a:pt x="8605" y="3793"/>
                    <a:pt x="11354" y="11704"/>
                  </a:cubicBezTo>
                  <a:lnTo>
                    <a:pt x="11655" y="11579"/>
                  </a:lnTo>
                  <a:cubicBezTo>
                    <a:pt x="8856" y="3540"/>
                    <a:pt x="4024" y="1"/>
                    <a:pt x="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" name="Google Shape;545;p21"/>
          <p:cNvGrpSpPr/>
          <p:nvPr/>
        </p:nvGrpSpPr>
        <p:grpSpPr>
          <a:xfrm>
            <a:off x="-318086" y="226096"/>
            <a:ext cx="1038089" cy="308910"/>
            <a:chOff x="6918132" y="1224850"/>
            <a:chExt cx="860271" cy="255995"/>
          </a:xfrm>
        </p:grpSpPr>
        <p:sp>
          <p:nvSpPr>
            <p:cNvPr id="546" name="Google Shape;546;p21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49" name="Google Shape;549;p21"/>
          <p:cNvCxnSpPr/>
          <p:nvPr/>
        </p:nvCxnSpPr>
        <p:spPr>
          <a:xfrm>
            <a:off x="8314375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22"/>
          <p:cNvSpPr txBox="1">
            <a:spLocks noGrp="1"/>
          </p:cNvSpPr>
          <p:nvPr>
            <p:ph type="subTitle" idx="1"/>
          </p:nvPr>
        </p:nvSpPr>
        <p:spPr>
          <a:xfrm>
            <a:off x="719951" y="2464325"/>
            <a:ext cx="22107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3" name="Google Shape;553;p22"/>
          <p:cNvSpPr txBox="1">
            <a:spLocks noGrp="1"/>
          </p:cNvSpPr>
          <p:nvPr>
            <p:ph type="subTitle" idx="2"/>
          </p:nvPr>
        </p:nvSpPr>
        <p:spPr>
          <a:xfrm>
            <a:off x="719951" y="2953925"/>
            <a:ext cx="22107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22"/>
          <p:cNvSpPr txBox="1">
            <a:spLocks noGrp="1"/>
          </p:cNvSpPr>
          <p:nvPr>
            <p:ph type="subTitle" idx="3"/>
          </p:nvPr>
        </p:nvSpPr>
        <p:spPr>
          <a:xfrm>
            <a:off x="3466650" y="2953925"/>
            <a:ext cx="22107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22"/>
          <p:cNvSpPr txBox="1">
            <a:spLocks noGrp="1"/>
          </p:cNvSpPr>
          <p:nvPr>
            <p:ph type="subTitle" idx="4"/>
          </p:nvPr>
        </p:nvSpPr>
        <p:spPr>
          <a:xfrm>
            <a:off x="6213349" y="2953925"/>
            <a:ext cx="22107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22"/>
          <p:cNvSpPr txBox="1">
            <a:spLocks noGrp="1"/>
          </p:cNvSpPr>
          <p:nvPr>
            <p:ph type="subTitle" idx="5"/>
          </p:nvPr>
        </p:nvSpPr>
        <p:spPr>
          <a:xfrm>
            <a:off x="3466648" y="2464325"/>
            <a:ext cx="22107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7" name="Google Shape;557;p22"/>
          <p:cNvSpPr txBox="1">
            <a:spLocks noGrp="1"/>
          </p:cNvSpPr>
          <p:nvPr>
            <p:ph type="subTitle" idx="6"/>
          </p:nvPr>
        </p:nvSpPr>
        <p:spPr>
          <a:xfrm>
            <a:off x="6213344" y="2464325"/>
            <a:ext cx="22107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8" name="Google Shape;558;p22"/>
          <p:cNvGrpSpPr/>
          <p:nvPr/>
        </p:nvGrpSpPr>
        <p:grpSpPr>
          <a:xfrm>
            <a:off x="68759" y="4282447"/>
            <a:ext cx="728148" cy="786777"/>
            <a:chOff x="6483330" y="2394691"/>
            <a:chExt cx="944665" cy="1020728"/>
          </a:xfrm>
        </p:grpSpPr>
        <p:sp>
          <p:nvSpPr>
            <p:cNvPr id="559" name="Google Shape;559;p22"/>
            <p:cNvSpPr/>
            <p:nvPr/>
          </p:nvSpPr>
          <p:spPr>
            <a:xfrm>
              <a:off x="7029087" y="2741970"/>
              <a:ext cx="77418" cy="53699"/>
            </a:xfrm>
            <a:custGeom>
              <a:avLst/>
              <a:gdLst/>
              <a:ahLst/>
              <a:cxnLst/>
              <a:rect l="l" t="t" r="r" b="b"/>
              <a:pathLst>
                <a:path w="3760" h="2608" extrusionOk="0">
                  <a:moveTo>
                    <a:pt x="3734" y="1"/>
                  </a:moveTo>
                  <a:cubicBezTo>
                    <a:pt x="2181" y="176"/>
                    <a:pt x="877" y="1003"/>
                    <a:pt x="0" y="2432"/>
                  </a:cubicBezTo>
                  <a:lnTo>
                    <a:pt x="251" y="2607"/>
                  </a:lnTo>
                  <a:cubicBezTo>
                    <a:pt x="1103" y="1254"/>
                    <a:pt x="2306" y="477"/>
                    <a:pt x="3760" y="326"/>
                  </a:cubicBez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975411" y="2753315"/>
              <a:ext cx="30473" cy="40789"/>
            </a:xfrm>
            <a:custGeom>
              <a:avLst/>
              <a:gdLst/>
              <a:ahLst/>
              <a:cxnLst/>
              <a:rect l="l" t="t" r="r" b="b"/>
              <a:pathLst>
                <a:path w="1480" h="1981" extrusionOk="0">
                  <a:moveTo>
                    <a:pt x="76" y="1"/>
                  </a:moveTo>
                  <a:lnTo>
                    <a:pt x="1" y="302"/>
                  </a:lnTo>
                  <a:cubicBezTo>
                    <a:pt x="1028" y="628"/>
                    <a:pt x="1153" y="1956"/>
                    <a:pt x="1153" y="1981"/>
                  </a:cubicBezTo>
                  <a:lnTo>
                    <a:pt x="1479" y="1956"/>
                  </a:lnTo>
                  <a:cubicBezTo>
                    <a:pt x="1479" y="1881"/>
                    <a:pt x="1329" y="40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483330" y="2644150"/>
              <a:ext cx="349556" cy="245247"/>
            </a:xfrm>
            <a:custGeom>
              <a:avLst/>
              <a:gdLst/>
              <a:ahLst/>
              <a:cxnLst/>
              <a:rect l="l" t="t" r="r" b="b"/>
              <a:pathLst>
                <a:path w="16977" h="11911" extrusionOk="0">
                  <a:moveTo>
                    <a:pt x="13141" y="0"/>
                  </a:moveTo>
                  <a:cubicBezTo>
                    <a:pt x="8243" y="0"/>
                    <a:pt x="1" y="9272"/>
                    <a:pt x="241" y="10366"/>
                  </a:cubicBezTo>
                  <a:cubicBezTo>
                    <a:pt x="379" y="10993"/>
                    <a:pt x="3762" y="11910"/>
                    <a:pt x="7387" y="11910"/>
                  </a:cubicBezTo>
                  <a:cubicBezTo>
                    <a:pt x="11000" y="11910"/>
                    <a:pt x="14855" y="11000"/>
                    <a:pt x="15981" y="7985"/>
                  </a:cubicBezTo>
                  <a:cubicBezTo>
                    <a:pt x="16977" y="5443"/>
                    <a:pt x="15137" y="5043"/>
                    <a:pt x="13880" y="5043"/>
                  </a:cubicBezTo>
                  <a:cubicBezTo>
                    <a:pt x="13302" y="5043"/>
                    <a:pt x="12848" y="5128"/>
                    <a:pt x="12848" y="5128"/>
                  </a:cubicBezTo>
                  <a:cubicBezTo>
                    <a:pt x="12848" y="5128"/>
                    <a:pt x="16833" y="2195"/>
                    <a:pt x="15028" y="641"/>
                  </a:cubicBezTo>
                  <a:cubicBezTo>
                    <a:pt x="14494" y="196"/>
                    <a:pt x="13853" y="0"/>
                    <a:pt x="13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6488292" y="2747982"/>
              <a:ext cx="344594" cy="141412"/>
            </a:xfrm>
            <a:custGeom>
              <a:avLst/>
              <a:gdLst/>
              <a:ahLst/>
              <a:cxnLst/>
              <a:rect l="l" t="t" r="r" b="b"/>
              <a:pathLst>
                <a:path w="16736" h="6868" extrusionOk="0">
                  <a:moveTo>
                    <a:pt x="13639" y="0"/>
                  </a:moveTo>
                  <a:cubicBezTo>
                    <a:pt x="13061" y="0"/>
                    <a:pt x="12607" y="85"/>
                    <a:pt x="12607" y="85"/>
                  </a:cubicBezTo>
                  <a:cubicBezTo>
                    <a:pt x="12607" y="85"/>
                    <a:pt x="9299" y="335"/>
                    <a:pt x="0" y="5323"/>
                  </a:cubicBezTo>
                  <a:cubicBezTo>
                    <a:pt x="138" y="5950"/>
                    <a:pt x="3521" y="6867"/>
                    <a:pt x="7146" y="6867"/>
                  </a:cubicBezTo>
                  <a:cubicBezTo>
                    <a:pt x="10759" y="6867"/>
                    <a:pt x="14614" y="5957"/>
                    <a:pt x="15740" y="2942"/>
                  </a:cubicBezTo>
                  <a:cubicBezTo>
                    <a:pt x="16736" y="400"/>
                    <a:pt x="14896" y="0"/>
                    <a:pt x="136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574457" y="2733755"/>
              <a:ext cx="386536" cy="81516"/>
            </a:xfrm>
            <a:custGeom>
              <a:avLst/>
              <a:gdLst/>
              <a:ahLst/>
              <a:cxnLst/>
              <a:rect l="l" t="t" r="r" b="b"/>
              <a:pathLst>
                <a:path w="18773" h="3959" extrusionOk="0">
                  <a:moveTo>
                    <a:pt x="12332" y="1"/>
                  </a:moveTo>
                  <a:cubicBezTo>
                    <a:pt x="9178" y="1"/>
                    <a:pt x="5060" y="1229"/>
                    <a:pt x="1" y="3683"/>
                  </a:cubicBezTo>
                  <a:lnTo>
                    <a:pt x="151" y="3959"/>
                  </a:lnTo>
                  <a:cubicBezTo>
                    <a:pt x="5157" y="1532"/>
                    <a:pt x="9217" y="316"/>
                    <a:pt x="12309" y="316"/>
                  </a:cubicBezTo>
                  <a:cubicBezTo>
                    <a:pt x="15255" y="316"/>
                    <a:pt x="17323" y="1420"/>
                    <a:pt x="18497" y="3633"/>
                  </a:cubicBezTo>
                  <a:lnTo>
                    <a:pt x="18773" y="3482"/>
                  </a:lnTo>
                  <a:cubicBezTo>
                    <a:pt x="17550" y="1160"/>
                    <a:pt x="15396" y="1"/>
                    <a:pt x="1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496033" y="2825048"/>
              <a:ext cx="50590" cy="30988"/>
            </a:xfrm>
            <a:custGeom>
              <a:avLst/>
              <a:gdLst/>
              <a:ahLst/>
              <a:cxnLst/>
              <a:rect l="l" t="t" r="r" b="b"/>
              <a:pathLst>
                <a:path w="2457" h="1505" extrusionOk="0">
                  <a:moveTo>
                    <a:pt x="2306" y="1"/>
                  </a:moveTo>
                  <a:cubicBezTo>
                    <a:pt x="1554" y="402"/>
                    <a:pt x="802" y="803"/>
                    <a:pt x="0" y="1229"/>
                  </a:cubicBezTo>
                  <a:lnTo>
                    <a:pt x="151" y="1504"/>
                  </a:lnTo>
                  <a:cubicBezTo>
                    <a:pt x="953" y="1078"/>
                    <a:pt x="1705" y="677"/>
                    <a:pt x="2456" y="276"/>
                  </a:cubicBezTo>
                  <a:lnTo>
                    <a:pt x="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817513" y="2397265"/>
              <a:ext cx="261143" cy="241541"/>
            </a:xfrm>
            <a:custGeom>
              <a:avLst/>
              <a:gdLst/>
              <a:ahLst/>
              <a:cxnLst/>
              <a:rect l="l" t="t" r="r" b="b"/>
              <a:pathLst>
                <a:path w="12683" h="11731" extrusionOk="0">
                  <a:moveTo>
                    <a:pt x="2507" y="1"/>
                  </a:moveTo>
                  <a:cubicBezTo>
                    <a:pt x="2507" y="1"/>
                    <a:pt x="0" y="11329"/>
                    <a:pt x="3158" y="11705"/>
                  </a:cubicBezTo>
                  <a:cubicBezTo>
                    <a:pt x="3300" y="11722"/>
                    <a:pt x="3435" y="11730"/>
                    <a:pt x="3564" y="11730"/>
                  </a:cubicBezTo>
                  <a:cubicBezTo>
                    <a:pt x="6275" y="11730"/>
                    <a:pt x="6116" y="8121"/>
                    <a:pt x="6116" y="8121"/>
                  </a:cubicBezTo>
                  <a:lnTo>
                    <a:pt x="6116" y="8121"/>
                  </a:lnTo>
                  <a:cubicBezTo>
                    <a:pt x="6116" y="8121"/>
                    <a:pt x="7042" y="9344"/>
                    <a:pt x="8271" y="9344"/>
                  </a:cubicBezTo>
                  <a:cubicBezTo>
                    <a:pt x="8792" y="9344"/>
                    <a:pt x="9368" y="9124"/>
                    <a:pt x="9950" y="8497"/>
                  </a:cubicBezTo>
                  <a:cubicBezTo>
                    <a:pt x="12682" y="5941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869109" y="2397265"/>
              <a:ext cx="209544" cy="192414"/>
            </a:xfrm>
            <a:custGeom>
              <a:avLst/>
              <a:gdLst/>
              <a:ahLst/>
              <a:cxnLst/>
              <a:rect l="l" t="t" r="r" b="b"/>
              <a:pathLst>
                <a:path w="10177" h="9345" extrusionOk="0">
                  <a:moveTo>
                    <a:pt x="1" y="1"/>
                  </a:moveTo>
                  <a:lnTo>
                    <a:pt x="3610" y="8121"/>
                  </a:lnTo>
                  <a:cubicBezTo>
                    <a:pt x="3610" y="8121"/>
                    <a:pt x="4536" y="9344"/>
                    <a:pt x="5765" y="9344"/>
                  </a:cubicBezTo>
                  <a:cubicBezTo>
                    <a:pt x="6286" y="9344"/>
                    <a:pt x="6862" y="9124"/>
                    <a:pt x="7444" y="8497"/>
                  </a:cubicBezTo>
                  <a:cubicBezTo>
                    <a:pt x="10176" y="594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7084802" y="2477769"/>
              <a:ext cx="273538" cy="211109"/>
            </a:xfrm>
            <a:custGeom>
              <a:avLst/>
              <a:gdLst/>
              <a:ahLst/>
              <a:cxnLst/>
              <a:rect l="l" t="t" r="r" b="b"/>
              <a:pathLst>
                <a:path w="13285" h="10253" extrusionOk="0">
                  <a:moveTo>
                    <a:pt x="13284" y="0"/>
                  </a:moveTo>
                  <a:cubicBezTo>
                    <a:pt x="7645" y="1880"/>
                    <a:pt x="2783" y="4061"/>
                    <a:pt x="1" y="7670"/>
                  </a:cubicBezTo>
                  <a:cubicBezTo>
                    <a:pt x="1" y="7670"/>
                    <a:pt x="2910" y="10253"/>
                    <a:pt x="5901" y="10253"/>
                  </a:cubicBezTo>
                  <a:cubicBezTo>
                    <a:pt x="6333" y="10253"/>
                    <a:pt x="6767" y="10199"/>
                    <a:pt x="7194" y="10076"/>
                  </a:cubicBezTo>
                  <a:cubicBezTo>
                    <a:pt x="10653" y="8848"/>
                    <a:pt x="13284" y="1"/>
                    <a:pt x="13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6661673" y="2397265"/>
              <a:ext cx="176497" cy="182819"/>
            </a:xfrm>
            <a:custGeom>
              <a:avLst/>
              <a:gdLst/>
              <a:ahLst/>
              <a:cxnLst/>
              <a:rect l="l" t="t" r="r" b="b"/>
              <a:pathLst>
                <a:path w="8572" h="887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702" y="6542"/>
                    <a:pt x="2908" y="8221"/>
                  </a:cubicBezTo>
                  <a:cubicBezTo>
                    <a:pt x="3643" y="8714"/>
                    <a:pt x="4517" y="8878"/>
                    <a:pt x="5356" y="8878"/>
                  </a:cubicBezTo>
                  <a:cubicBezTo>
                    <a:pt x="7035" y="8878"/>
                    <a:pt x="8572" y="8221"/>
                    <a:pt x="8572" y="8221"/>
                  </a:cubicBezTo>
                  <a:cubicBezTo>
                    <a:pt x="8572" y="8221"/>
                    <a:pt x="3635" y="265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7046629" y="2474680"/>
              <a:ext cx="312742" cy="206435"/>
            </a:xfrm>
            <a:custGeom>
              <a:avLst/>
              <a:gdLst/>
              <a:ahLst/>
              <a:cxnLst/>
              <a:rect l="l" t="t" r="r" b="b"/>
              <a:pathLst>
                <a:path w="15189" h="10026" extrusionOk="0">
                  <a:moveTo>
                    <a:pt x="15088" y="0"/>
                  </a:moveTo>
                  <a:cubicBezTo>
                    <a:pt x="9048" y="2181"/>
                    <a:pt x="3058" y="4887"/>
                    <a:pt x="0" y="9850"/>
                  </a:cubicBezTo>
                  <a:lnTo>
                    <a:pt x="276" y="10025"/>
                  </a:lnTo>
                  <a:cubicBezTo>
                    <a:pt x="3258" y="5113"/>
                    <a:pt x="9223" y="2456"/>
                    <a:pt x="15188" y="301"/>
                  </a:cubicBezTo>
                  <a:lnTo>
                    <a:pt x="15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7006892" y="2700174"/>
              <a:ext cx="33562" cy="93932"/>
            </a:xfrm>
            <a:custGeom>
              <a:avLst/>
              <a:gdLst/>
              <a:ahLst/>
              <a:cxnLst/>
              <a:rect l="l" t="t" r="r" b="b"/>
              <a:pathLst>
                <a:path w="1630" h="4562" extrusionOk="0">
                  <a:moveTo>
                    <a:pt x="1329" y="0"/>
                  </a:moveTo>
                  <a:cubicBezTo>
                    <a:pt x="652" y="1379"/>
                    <a:pt x="201" y="2908"/>
                    <a:pt x="0" y="4512"/>
                  </a:cubicBezTo>
                  <a:lnTo>
                    <a:pt x="301" y="4562"/>
                  </a:lnTo>
                  <a:cubicBezTo>
                    <a:pt x="502" y="2983"/>
                    <a:pt x="953" y="1504"/>
                    <a:pt x="1630" y="15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6873762" y="2413262"/>
              <a:ext cx="122325" cy="380853"/>
            </a:xfrm>
            <a:custGeom>
              <a:avLst/>
              <a:gdLst/>
              <a:ahLst/>
              <a:cxnLst/>
              <a:rect l="l" t="t" r="r" b="b"/>
              <a:pathLst>
                <a:path w="5941" h="18497" extrusionOk="0">
                  <a:moveTo>
                    <a:pt x="276" y="1"/>
                  </a:moveTo>
                  <a:lnTo>
                    <a:pt x="0" y="126"/>
                  </a:lnTo>
                  <a:cubicBezTo>
                    <a:pt x="2231" y="4412"/>
                    <a:pt x="5038" y="11053"/>
                    <a:pt x="5614" y="18497"/>
                  </a:cubicBezTo>
                  <a:lnTo>
                    <a:pt x="5940" y="18472"/>
                  </a:lnTo>
                  <a:cubicBezTo>
                    <a:pt x="5339" y="10978"/>
                    <a:pt x="2532" y="4286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6790170" y="2511823"/>
              <a:ext cx="186298" cy="283339"/>
            </a:xfrm>
            <a:custGeom>
              <a:avLst/>
              <a:gdLst/>
              <a:ahLst/>
              <a:cxnLst/>
              <a:rect l="l" t="t" r="r" b="b"/>
              <a:pathLst>
                <a:path w="9048" h="13761" extrusionOk="0">
                  <a:moveTo>
                    <a:pt x="226" y="1"/>
                  </a:moveTo>
                  <a:lnTo>
                    <a:pt x="0" y="226"/>
                  </a:lnTo>
                  <a:cubicBezTo>
                    <a:pt x="3785" y="4236"/>
                    <a:pt x="6717" y="8773"/>
                    <a:pt x="8772" y="13760"/>
                  </a:cubicBezTo>
                  <a:lnTo>
                    <a:pt x="9048" y="13635"/>
                  </a:lnTo>
                  <a:cubicBezTo>
                    <a:pt x="6993" y="8622"/>
                    <a:pt x="4035" y="4036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6659614" y="2394691"/>
              <a:ext cx="109930" cy="95991"/>
            </a:xfrm>
            <a:custGeom>
              <a:avLst/>
              <a:gdLst/>
              <a:ahLst/>
              <a:cxnLst/>
              <a:rect l="l" t="t" r="r" b="b"/>
              <a:pathLst>
                <a:path w="5339" h="4662" extrusionOk="0">
                  <a:moveTo>
                    <a:pt x="201" y="0"/>
                  </a:moveTo>
                  <a:lnTo>
                    <a:pt x="0" y="251"/>
                  </a:lnTo>
                  <a:cubicBezTo>
                    <a:pt x="1830" y="1629"/>
                    <a:pt x="3559" y="3108"/>
                    <a:pt x="5113" y="4662"/>
                  </a:cubicBezTo>
                  <a:lnTo>
                    <a:pt x="5339" y="4436"/>
                  </a:lnTo>
                  <a:cubicBezTo>
                    <a:pt x="3760" y="2883"/>
                    <a:pt x="2030" y="140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6750433" y="2786340"/>
              <a:ext cx="453618" cy="475300"/>
            </a:xfrm>
            <a:custGeom>
              <a:avLst/>
              <a:gdLst/>
              <a:ahLst/>
              <a:cxnLst/>
              <a:rect l="l" t="t" r="r" b="b"/>
              <a:pathLst>
                <a:path w="22031" h="23084" extrusionOk="0">
                  <a:moveTo>
                    <a:pt x="7920" y="1"/>
                  </a:moveTo>
                  <a:cubicBezTo>
                    <a:pt x="5038" y="3209"/>
                    <a:pt x="0" y="15339"/>
                    <a:pt x="1955" y="17520"/>
                  </a:cubicBezTo>
                  <a:cubicBezTo>
                    <a:pt x="3634" y="19400"/>
                    <a:pt x="7494" y="23084"/>
                    <a:pt x="7494" y="23084"/>
                  </a:cubicBezTo>
                  <a:lnTo>
                    <a:pt x="16492" y="23084"/>
                  </a:lnTo>
                  <a:cubicBezTo>
                    <a:pt x="16492" y="23084"/>
                    <a:pt x="20827" y="19700"/>
                    <a:pt x="22030" y="17520"/>
                  </a:cubicBezTo>
                  <a:cubicBezTo>
                    <a:pt x="21354" y="7946"/>
                    <a:pt x="16065" y="1"/>
                    <a:pt x="16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6695728" y="2978829"/>
              <a:ext cx="602752" cy="436590"/>
            </a:xfrm>
            <a:custGeom>
              <a:avLst/>
              <a:gdLst/>
              <a:ahLst/>
              <a:cxnLst/>
              <a:rect l="l" t="t" r="r" b="b"/>
              <a:pathLst>
                <a:path w="29274" h="21204" extrusionOk="0">
                  <a:moveTo>
                    <a:pt x="1" y="0"/>
                  </a:moveTo>
                  <a:lnTo>
                    <a:pt x="1" y="0"/>
                  </a:lnTo>
                  <a:cubicBezTo>
                    <a:pt x="26" y="4537"/>
                    <a:pt x="577" y="8396"/>
                    <a:pt x="1529" y="13910"/>
                  </a:cubicBezTo>
                  <a:cubicBezTo>
                    <a:pt x="1805" y="16642"/>
                    <a:pt x="1279" y="18622"/>
                    <a:pt x="1755" y="21204"/>
                  </a:cubicBezTo>
                  <a:lnTo>
                    <a:pt x="28046" y="21204"/>
                  </a:lnTo>
                  <a:cubicBezTo>
                    <a:pt x="28923" y="14988"/>
                    <a:pt x="29274" y="8396"/>
                    <a:pt x="29224" y="15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6621421" y="2978829"/>
              <a:ext cx="720424" cy="192496"/>
            </a:xfrm>
            <a:custGeom>
              <a:avLst/>
              <a:gdLst/>
              <a:ahLst/>
              <a:cxnLst/>
              <a:rect l="l" t="t" r="r" b="b"/>
              <a:pathLst>
                <a:path w="34989" h="9349" extrusionOk="0">
                  <a:moveTo>
                    <a:pt x="3610" y="0"/>
                  </a:moveTo>
                  <a:lnTo>
                    <a:pt x="1" y="7344"/>
                  </a:lnTo>
                  <a:lnTo>
                    <a:pt x="13158" y="7218"/>
                  </a:lnTo>
                  <a:lnTo>
                    <a:pt x="34988" y="9349"/>
                  </a:lnTo>
                  <a:lnTo>
                    <a:pt x="32833" y="1504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6700381" y="3123839"/>
              <a:ext cx="597069" cy="46451"/>
            </a:xfrm>
            <a:custGeom>
              <a:avLst/>
              <a:gdLst/>
              <a:ahLst/>
              <a:cxnLst/>
              <a:rect l="l" t="t" r="r" b="b"/>
              <a:pathLst>
                <a:path w="28998" h="2256" extrusionOk="0">
                  <a:moveTo>
                    <a:pt x="9298" y="0"/>
                  </a:moveTo>
                  <a:lnTo>
                    <a:pt x="0" y="100"/>
                  </a:lnTo>
                  <a:lnTo>
                    <a:pt x="0" y="426"/>
                  </a:lnTo>
                  <a:lnTo>
                    <a:pt x="9298" y="326"/>
                  </a:lnTo>
                  <a:lnTo>
                    <a:pt x="28973" y="2256"/>
                  </a:lnTo>
                  <a:lnTo>
                    <a:pt x="28998" y="1930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6891304" y="3113503"/>
              <a:ext cx="58846" cy="17049"/>
            </a:xfrm>
            <a:custGeom>
              <a:avLst/>
              <a:gdLst/>
              <a:ahLst/>
              <a:cxnLst/>
              <a:rect l="l" t="t" r="r" b="b"/>
              <a:pathLst>
                <a:path w="2858" h="828" extrusionOk="0">
                  <a:moveTo>
                    <a:pt x="2782" y="1"/>
                  </a:moveTo>
                  <a:lnTo>
                    <a:pt x="0" y="502"/>
                  </a:lnTo>
                  <a:lnTo>
                    <a:pt x="76" y="828"/>
                  </a:lnTo>
                  <a:lnTo>
                    <a:pt x="2858" y="302"/>
                  </a:lnTo>
                  <a:lnTo>
                    <a:pt x="2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6725150" y="3269858"/>
              <a:ext cx="41818" cy="59896"/>
            </a:xfrm>
            <a:custGeom>
              <a:avLst/>
              <a:gdLst/>
              <a:ahLst/>
              <a:cxnLst/>
              <a:rect l="l" t="t" r="r" b="b"/>
              <a:pathLst>
                <a:path w="2031" h="2909" extrusionOk="0">
                  <a:moveTo>
                    <a:pt x="276" y="1"/>
                  </a:moveTo>
                  <a:lnTo>
                    <a:pt x="0" y="176"/>
                  </a:lnTo>
                  <a:lnTo>
                    <a:pt x="1780" y="2908"/>
                  </a:lnTo>
                  <a:lnTo>
                    <a:pt x="2030" y="2733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6787576" y="2825192"/>
              <a:ext cx="267546" cy="260258"/>
            </a:xfrm>
            <a:custGeom>
              <a:avLst/>
              <a:gdLst/>
              <a:ahLst/>
              <a:cxnLst/>
              <a:rect l="l" t="t" r="r" b="b"/>
              <a:pathLst>
                <a:path w="12994" h="12640" extrusionOk="0">
                  <a:moveTo>
                    <a:pt x="4741" y="0"/>
                  </a:moveTo>
                  <a:cubicBezTo>
                    <a:pt x="4614" y="0"/>
                    <a:pt x="4472" y="22"/>
                    <a:pt x="4312" y="69"/>
                  </a:cubicBezTo>
                  <a:cubicBezTo>
                    <a:pt x="1" y="1447"/>
                    <a:pt x="2808" y="12249"/>
                    <a:pt x="3810" y="12625"/>
                  </a:cubicBezTo>
                  <a:cubicBezTo>
                    <a:pt x="3838" y="12635"/>
                    <a:pt x="3872" y="12640"/>
                    <a:pt x="3911" y="12640"/>
                  </a:cubicBezTo>
                  <a:cubicBezTo>
                    <a:pt x="5266" y="12640"/>
                    <a:pt x="12993" y="6817"/>
                    <a:pt x="9850" y="2675"/>
                  </a:cubicBezTo>
                  <a:cubicBezTo>
                    <a:pt x="9173" y="1743"/>
                    <a:pt x="8449" y="1440"/>
                    <a:pt x="7795" y="1440"/>
                  </a:cubicBezTo>
                  <a:cubicBezTo>
                    <a:pt x="6586" y="1440"/>
                    <a:pt x="5615" y="2475"/>
                    <a:pt x="5615" y="2475"/>
                  </a:cubicBezTo>
                  <a:cubicBezTo>
                    <a:pt x="5615" y="2475"/>
                    <a:pt x="6097" y="0"/>
                    <a:pt x="4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6866021" y="2854840"/>
              <a:ext cx="189099" cy="230608"/>
            </a:xfrm>
            <a:custGeom>
              <a:avLst/>
              <a:gdLst/>
              <a:ahLst/>
              <a:cxnLst/>
              <a:rect l="l" t="t" r="r" b="b"/>
              <a:pathLst>
                <a:path w="9184" h="11200" extrusionOk="0">
                  <a:moveTo>
                    <a:pt x="3985" y="0"/>
                  </a:moveTo>
                  <a:cubicBezTo>
                    <a:pt x="2776" y="0"/>
                    <a:pt x="1805" y="1035"/>
                    <a:pt x="1805" y="1035"/>
                  </a:cubicBezTo>
                  <a:cubicBezTo>
                    <a:pt x="1805" y="1035"/>
                    <a:pt x="226" y="7326"/>
                    <a:pt x="0" y="11185"/>
                  </a:cubicBezTo>
                  <a:cubicBezTo>
                    <a:pt x="28" y="11195"/>
                    <a:pt x="62" y="11200"/>
                    <a:pt x="101" y="11200"/>
                  </a:cubicBezTo>
                  <a:cubicBezTo>
                    <a:pt x="1456" y="11200"/>
                    <a:pt x="9183" y="5377"/>
                    <a:pt x="6040" y="1235"/>
                  </a:cubicBezTo>
                  <a:cubicBezTo>
                    <a:pt x="5363" y="303"/>
                    <a:pt x="4639" y="0"/>
                    <a:pt x="39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6865506" y="2751441"/>
              <a:ext cx="113554" cy="302755"/>
            </a:xfrm>
            <a:custGeom>
              <a:avLst/>
              <a:gdLst/>
              <a:ahLst/>
              <a:cxnLst/>
              <a:rect l="l" t="t" r="r" b="b"/>
              <a:pathLst>
                <a:path w="5515" h="14704" extrusionOk="0">
                  <a:moveTo>
                    <a:pt x="4779" y="0"/>
                  </a:moveTo>
                  <a:cubicBezTo>
                    <a:pt x="4655" y="0"/>
                    <a:pt x="4529" y="12"/>
                    <a:pt x="4411" y="42"/>
                  </a:cubicBezTo>
                  <a:cubicBezTo>
                    <a:pt x="3334" y="418"/>
                    <a:pt x="2256" y="2999"/>
                    <a:pt x="1203" y="7711"/>
                  </a:cubicBezTo>
                  <a:cubicBezTo>
                    <a:pt x="451" y="11195"/>
                    <a:pt x="0" y="14628"/>
                    <a:pt x="0" y="14653"/>
                  </a:cubicBezTo>
                  <a:lnTo>
                    <a:pt x="301" y="14704"/>
                  </a:lnTo>
                  <a:cubicBezTo>
                    <a:pt x="802" y="10944"/>
                    <a:pt x="2532" y="1019"/>
                    <a:pt x="4512" y="343"/>
                  </a:cubicBezTo>
                  <a:cubicBezTo>
                    <a:pt x="4582" y="323"/>
                    <a:pt x="4665" y="316"/>
                    <a:pt x="4750" y="316"/>
                  </a:cubicBezTo>
                  <a:cubicBezTo>
                    <a:pt x="4999" y="316"/>
                    <a:pt x="5277" y="381"/>
                    <a:pt x="5389" y="418"/>
                  </a:cubicBezTo>
                  <a:lnTo>
                    <a:pt x="5514" y="142"/>
                  </a:lnTo>
                  <a:cubicBezTo>
                    <a:pt x="5372" y="71"/>
                    <a:pt x="5080" y="0"/>
                    <a:pt x="4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7113112" y="2751853"/>
              <a:ext cx="314883" cy="339611"/>
            </a:xfrm>
            <a:custGeom>
              <a:avLst/>
              <a:gdLst/>
              <a:ahLst/>
              <a:cxnLst/>
              <a:rect l="l" t="t" r="r" b="b"/>
              <a:pathLst>
                <a:path w="15293" h="16494" extrusionOk="0">
                  <a:moveTo>
                    <a:pt x="8400" y="1"/>
                  </a:moveTo>
                  <a:cubicBezTo>
                    <a:pt x="5059" y="1"/>
                    <a:pt x="6997" y="3831"/>
                    <a:pt x="6997" y="3831"/>
                  </a:cubicBezTo>
                  <a:cubicBezTo>
                    <a:pt x="6997" y="3831"/>
                    <a:pt x="4887" y="2232"/>
                    <a:pt x="3373" y="2232"/>
                  </a:cubicBezTo>
                  <a:cubicBezTo>
                    <a:pt x="2820" y="2232"/>
                    <a:pt x="2346" y="2446"/>
                    <a:pt x="2085" y="3029"/>
                  </a:cubicBezTo>
                  <a:cubicBezTo>
                    <a:pt x="1" y="7876"/>
                    <a:pt x="10802" y="16494"/>
                    <a:pt x="12540" y="16494"/>
                  </a:cubicBezTo>
                  <a:cubicBezTo>
                    <a:pt x="12600" y="16494"/>
                    <a:pt x="12649" y="16484"/>
                    <a:pt x="12686" y="16463"/>
                  </a:cubicBezTo>
                  <a:cubicBezTo>
                    <a:pt x="13814" y="15836"/>
                    <a:pt x="15293" y="473"/>
                    <a:pt x="8852" y="22"/>
                  </a:cubicBezTo>
                  <a:cubicBezTo>
                    <a:pt x="8691" y="8"/>
                    <a:pt x="8541" y="1"/>
                    <a:pt x="8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7113112" y="2797787"/>
              <a:ext cx="261225" cy="293675"/>
            </a:xfrm>
            <a:custGeom>
              <a:avLst/>
              <a:gdLst/>
              <a:ahLst/>
              <a:cxnLst/>
              <a:rect l="l" t="t" r="r" b="b"/>
              <a:pathLst>
                <a:path w="12687" h="14263" extrusionOk="0">
                  <a:moveTo>
                    <a:pt x="3373" y="1"/>
                  </a:moveTo>
                  <a:cubicBezTo>
                    <a:pt x="2820" y="1"/>
                    <a:pt x="2346" y="215"/>
                    <a:pt x="2085" y="798"/>
                  </a:cubicBezTo>
                  <a:cubicBezTo>
                    <a:pt x="1" y="5645"/>
                    <a:pt x="10802" y="14263"/>
                    <a:pt x="12540" y="14263"/>
                  </a:cubicBezTo>
                  <a:cubicBezTo>
                    <a:pt x="12600" y="14263"/>
                    <a:pt x="12649" y="14253"/>
                    <a:pt x="12686" y="14232"/>
                  </a:cubicBezTo>
                  <a:cubicBezTo>
                    <a:pt x="12360" y="11300"/>
                    <a:pt x="9002" y="2803"/>
                    <a:pt x="6997" y="1600"/>
                  </a:cubicBezTo>
                  <a:cubicBezTo>
                    <a:pt x="6997" y="1600"/>
                    <a:pt x="4887" y="1"/>
                    <a:pt x="3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7352626" y="3022684"/>
              <a:ext cx="18593" cy="52669"/>
            </a:xfrm>
            <a:custGeom>
              <a:avLst/>
              <a:gdLst/>
              <a:ahLst/>
              <a:cxnLst/>
              <a:rect l="l" t="t" r="r" b="b"/>
              <a:pathLst>
                <a:path w="903" h="2558" extrusionOk="0">
                  <a:moveTo>
                    <a:pt x="301" y="1"/>
                  </a:moveTo>
                  <a:lnTo>
                    <a:pt x="0" y="76"/>
                  </a:lnTo>
                  <a:cubicBezTo>
                    <a:pt x="226" y="878"/>
                    <a:pt x="427" y="1705"/>
                    <a:pt x="602" y="2557"/>
                  </a:cubicBezTo>
                  <a:lnTo>
                    <a:pt x="903" y="2482"/>
                  </a:lnTo>
                  <a:cubicBezTo>
                    <a:pt x="727" y="1630"/>
                    <a:pt x="527" y="803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7105967" y="2741476"/>
              <a:ext cx="239976" cy="240985"/>
            </a:xfrm>
            <a:custGeom>
              <a:avLst/>
              <a:gdLst/>
              <a:ahLst/>
              <a:cxnLst/>
              <a:rect l="l" t="t" r="r" b="b"/>
              <a:pathLst>
                <a:path w="11655" h="11704" extrusionOk="0">
                  <a:moveTo>
                    <a:pt x="495" y="1"/>
                  </a:moveTo>
                  <a:cubicBezTo>
                    <a:pt x="327" y="1"/>
                    <a:pt x="162" y="9"/>
                    <a:pt x="0" y="25"/>
                  </a:cubicBezTo>
                  <a:lnTo>
                    <a:pt x="26" y="350"/>
                  </a:lnTo>
                  <a:cubicBezTo>
                    <a:pt x="185" y="334"/>
                    <a:pt x="347" y="326"/>
                    <a:pt x="513" y="326"/>
                  </a:cubicBezTo>
                  <a:cubicBezTo>
                    <a:pt x="3919" y="326"/>
                    <a:pt x="8605" y="3793"/>
                    <a:pt x="11354" y="11704"/>
                  </a:cubicBezTo>
                  <a:lnTo>
                    <a:pt x="11655" y="11579"/>
                  </a:lnTo>
                  <a:cubicBezTo>
                    <a:pt x="8856" y="3540"/>
                    <a:pt x="4024" y="1"/>
                    <a:pt x="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7" name="Google Shape;587;p22"/>
          <p:cNvCxnSpPr/>
          <p:nvPr/>
        </p:nvCxnSpPr>
        <p:spPr>
          <a:xfrm>
            <a:off x="35800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8" name="Google Shape;588;p22"/>
          <p:cNvGrpSpPr/>
          <p:nvPr/>
        </p:nvGrpSpPr>
        <p:grpSpPr>
          <a:xfrm>
            <a:off x="8423989" y="226096"/>
            <a:ext cx="1038089" cy="308910"/>
            <a:chOff x="6918132" y="1224850"/>
            <a:chExt cx="860271" cy="255995"/>
          </a:xfrm>
        </p:grpSpPr>
        <p:sp>
          <p:nvSpPr>
            <p:cNvPr id="589" name="Google Shape;589;p22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3"/>
          <p:cNvSpPr txBox="1">
            <a:spLocks noGrp="1"/>
          </p:cNvSpPr>
          <p:nvPr>
            <p:ph type="subTitle" idx="1"/>
          </p:nvPr>
        </p:nvSpPr>
        <p:spPr>
          <a:xfrm>
            <a:off x="2641976" y="1740050"/>
            <a:ext cx="4868400" cy="4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5" name="Google Shape;595;p23"/>
          <p:cNvSpPr txBox="1">
            <a:spLocks noGrp="1"/>
          </p:cNvSpPr>
          <p:nvPr>
            <p:ph type="subTitle" idx="2"/>
          </p:nvPr>
        </p:nvSpPr>
        <p:spPr>
          <a:xfrm>
            <a:off x="2641976" y="2883550"/>
            <a:ext cx="4868400" cy="4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6" name="Google Shape;596;p23"/>
          <p:cNvSpPr txBox="1">
            <a:spLocks noGrp="1"/>
          </p:cNvSpPr>
          <p:nvPr>
            <p:ph type="subTitle" idx="3"/>
          </p:nvPr>
        </p:nvSpPr>
        <p:spPr>
          <a:xfrm>
            <a:off x="2641976" y="4027050"/>
            <a:ext cx="4868400" cy="4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7" name="Google Shape;597;p23"/>
          <p:cNvSpPr txBox="1">
            <a:spLocks noGrp="1"/>
          </p:cNvSpPr>
          <p:nvPr>
            <p:ph type="subTitle" idx="4"/>
          </p:nvPr>
        </p:nvSpPr>
        <p:spPr>
          <a:xfrm>
            <a:off x="2641976" y="1294900"/>
            <a:ext cx="48684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23"/>
          <p:cNvSpPr txBox="1">
            <a:spLocks noGrp="1"/>
          </p:cNvSpPr>
          <p:nvPr>
            <p:ph type="subTitle" idx="5"/>
          </p:nvPr>
        </p:nvSpPr>
        <p:spPr>
          <a:xfrm>
            <a:off x="2641976" y="2438405"/>
            <a:ext cx="48684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3"/>
          <p:cNvSpPr txBox="1">
            <a:spLocks noGrp="1"/>
          </p:cNvSpPr>
          <p:nvPr>
            <p:ph type="subTitle" idx="6"/>
          </p:nvPr>
        </p:nvSpPr>
        <p:spPr>
          <a:xfrm>
            <a:off x="2641976" y="3581910"/>
            <a:ext cx="48684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0" name="Google Shape;600;p23"/>
          <p:cNvGrpSpPr/>
          <p:nvPr/>
        </p:nvGrpSpPr>
        <p:grpSpPr>
          <a:xfrm>
            <a:off x="68759" y="4282447"/>
            <a:ext cx="728148" cy="786777"/>
            <a:chOff x="6483330" y="2394691"/>
            <a:chExt cx="944665" cy="1020728"/>
          </a:xfrm>
        </p:grpSpPr>
        <p:sp>
          <p:nvSpPr>
            <p:cNvPr id="601" name="Google Shape;601;p23"/>
            <p:cNvSpPr/>
            <p:nvPr/>
          </p:nvSpPr>
          <p:spPr>
            <a:xfrm>
              <a:off x="7029087" y="2741970"/>
              <a:ext cx="77418" cy="53699"/>
            </a:xfrm>
            <a:custGeom>
              <a:avLst/>
              <a:gdLst/>
              <a:ahLst/>
              <a:cxnLst/>
              <a:rect l="l" t="t" r="r" b="b"/>
              <a:pathLst>
                <a:path w="3760" h="2608" extrusionOk="0">
                  <a:moveTo>
                    <a:pt x="3734" y="1"/>
                  </a:moveTo>
                  <a:cubicBezTo>
                    <a:pt x="2181" y="176"/>
                    <a:pt x="877" y="1003"/>
                    <a:pt x="0" y="2432"/>
                  </a:cubicBezTo>
                  <a:lnTo>
                    <a:pt x="251" y="2607"/>
                  </a:lnTo>
                  <a:cubicBezTo>
                    <a:pt x="1103" y="1254"/>
                    <a:pt x="2306" y="477"/>
                    <a:pt x="3760" y="326"/>
                  </a:cubicBez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975411" y="2753315"/>
              <a:ext cx="30473" cy="40789"/>
            </a:xfrm>
            <a:custGeom>
              <a:avLst/>
              <a:gdLst/>
              <a:ahLst/>
              <a:cxnLst/>
              <a:rect l="l" t="t" r="r" b="b"/>
              <a:pathLst>
                <a:path w="1480" h="1981" extrusionOk="0">
                  <a:moveTo>
                    <a:pt x="76" y="1"/>
                  </a:moveTo>
                  <a:lnTo>
                    <a:pt x="1" y="302"/>
                  </a:lnTo>
                  <a:cubicBezTo>
                    <a:pt x="1028" y="628"/>
                    <a:pt x="1153" y="1956"/>
                    <a:pt x="1153" y="1981"/>
                  </a:cubicBezTo>
                  <a:lnTo>
                    <a:pt x="1479" y="1956"/>
                  </a:lnTo>
                  <a:cubicBezTo>
                    <a:pt x="1479" y="1881"/>
                    <a:pt x="1329" y="40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483330" y="2644150"/>
              <a:ext cx="349556" cy="245247"/>
            </a:xfrm>
            <a:custGeom>
              <a:avLst/>
              <a:gdLst/>
              <a:ahLst/>
              <a:cxnLst/>
              <a:rect l="l" t="t" r="r" b="b"/>
              <a:pathLst>
                <a:path w="16977" h="11911" extrusionOk="0">
                  <a:moveTo>
                    <a:pt x="13141" y="0"/>
                  </a:moveTo>
                  <a:cubicBezTo>
                    <a:pt x="8243" y="0"/>
                    <a:pt x="1" y="9272"/>
                    <a:pt x="241" y="10366"/>
                  </a:cubicBezTo>
                  <a:cubicBezTo>
                    <a:pt x="379" y="10993"/>
                    <a:pt x="3762" y="11910"/>
                    <a:pt x="7387" y="11910"/>
                  </a:cubicBezTo>
                  <a:cubicBezTo>
                    <a:pt x="11000" y="11910"/>
                    <a:pt x="14855" y="11000"/>
                    <a:pt x="15981" y="7985"/>
                  </a:cubicBezTo>
                  <a:cubicBezTo>
                    <a:pt x="16977" y="5443"/>
                    <a:pt x="15137" y="5043"/>
                    <a:pt x="13880" y="5043"/>
                  </a:cubicBezTo>
                  <a:cubicBezTo>
                    <a:pt x="13302" y="5043"/>
                    <a:pt x="12848" y="5128"/>
                    <a:pt x="12848" y="5128"/>
                  </a:cubicBezTo>
                  <a:cubicBezTo>
                    <a:pt x="12848" y="5128"/>
                    <a:pt x="16833" y="2195"/>
                    <a:pt x="15028" y="641"/>
                  </a:cubicBezTo>
                  <a:cubicBezTo>
                    <a:pt x="14494" y="196"/>
                    <a:pt x="13853" y="0"/>
                    <a:pt x="13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488292" y="2747982"/>
              <a:ext cx="344594" cy="141412"/>
            </a:xfrm>
            <a:custGeom>
              <a:avLst/>
              <a:gdLst/>
              <a:ahLst/>
              <a:cxnLst/>
              <a:rect l="l" t="t" r="r" b="b"/>
              <a:pathLst>
                <a:path w="16736" h="6868" extrusionOk="0">
                  <a:moveTo>
                    <a:pt x="13639" y="0"/>
                  </a:moveTo>
                  <a:cubicBezTo>
                    <a:pt x="13061" y="0"/>
                    <a:pt x="12607" y="85"/>
                    <a:pt x="12607" y="85"/>
                  </a:cubicBezTo>
                  <a:cubicBezTo>
                    <a:pt x="12607" y="85"/>
                    <a:pt x="9299" y="335"/>
                    <a:pt x="0" y="5323"/>
                  </a:cubicBezTo>
                  <a:cubicBezTo>
                    <a:pt x="138" y="5950"/>
                    <a:pt x="3521" y="6867"/>
                    <a:pt x="7146" y="6867"/>
                  </a:cubicBezTo>
                  <a:cubicBezTo>
                    <a:pt x="10759" y="6867"/>
                    <a:pt x="14614" y="5957"/>
                    <a:pt x="15740" y="2942"/>
                  </a:cubicBezTo>
                  <a:cubicBezTo>
                    <a:pt x="16736" y="400"/>
                    <a:pt x="14896" y="0"/>
                    <a:pt x="136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6574457" y="2733755"/>
              <a:ext cx="386536" cy="81516"/>
            </a:xfrm>
            <a:custGeom>
              <a:avLst/>
              <a:gdLst/>
              <a:ahLst/>
              <a:cxnLst/>
              <a:rect l="l" t="t" r="r" b="b"/>
              <a:pathLst>
                <a:path w="18773" h="3959" extrusionOk="0">
                  <a:moveTo>
                    <a:pt x="12332" y="1"/>
                  </a:moveTo>
                  <a:cubicBezTo>
                    <a:pt x="9178" y="1"/>
                    <a:pt x="5060" y="1229"/>
                    <a:pt x="1" y="3683"/>
                  </a:cubicBezTo>
                  <a:lnTo>
                    <a:pt x="151" y="3959"/>
                  </a:lnTo>
                  <a:cubicBezTo>
                    <a:pt x="5157" y="1532"/>
                    <a:pt x="9217" y="316"/>
                    <a:pt x="12309" y="316"/>
                  </a:cubicBezTo>
                  <a:cubicBezTo>
                    <a:pt x="15255" y="316"/>
                    <a:pt x="17323" y="1420"/>
                    <a:pt x="18497" y="3633"/>
                  </a:cubicBezTo>
                  <a:lnTo>
                    <a:pt x="18773" y="3482"/>
                  </a:lnTo>
                  <a:cubicBezTo>
                    <a:pt x="17550" y="1160"/>
                    <a:pt x="15396" y="1"/>
                    <a:pt x="1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496033" y="2825048"/>
              <a:ext cx="50590" cy="30988"/>
            </a:xfrm>
            <a:custGeom>
              <a:avLst/>
              <a:gdLst/>
              <a:ahLst/>
              <a:cxnLst/>
              <a:rect l="l" t="t" r="r" b="b"/>
              <a:pathLst>
                <a:path w="2457" h="1505" extrusionOk="0">
                  <a:moveTo>
                    <a:pt x="2306" y="1"/>
                  </a:moveTo>
                  <a:cubicBezTo>
                    <a:pt x="1554" y="402"/>
                    <a:pt x="802" y="803"/>
                    <a:pt x="0" y="1229"/>
                  </a:cubicBezTo>
                  <a:lnTo>
                    <a:pt x="151" y="1504"/>
                  </a:lnTo>
                  <a:cubicBezTo>
                    <a:pt x="953" y="1078"/>
                    <a:pt x="1705" y="677"/>
                    <a:pt x="2456" y="276"/>
                  </a:cubicBezTo>
                  <a:lnTo>
                    <a:pt x="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817513" y="2397265"/>
              <a:ext cx="261143" cy="241541"/>
            </a:xfrm>
            <a:custGeom>
              <a:avLst/>
              <a:gdLst/>
              <a:ahLst/>
              <a:cxnLst/>
              <a:rect l="l" t="t" r="r" b="b"/>
              <a:pathLst>
                <a:path w="12683" h="11731" extrusionOk="0">
                  <a:moveTo>
                    <a:pt x="2507" y="1"/>
                  </a:moveTo>
                  <a:cubicBezTo>
                    <a:pt x="2507" y="1"/>
                    <a:pt x="0" y="11329"/>
                    <a:pt x="3158" y="11705"/>
                  </a:cubicBezTo>
                  <a:cubicBezTo>
                    <a:pt x="3300" y="11722"/>
                    <a:pt x="3435" y="11730"/>
                    <a:pt x="3564" y="11730"/>
                  </a:cubicBezTo>
                  <a:cubicBezTo>
                    <a:pt x="6275" y="11730"/>
                    <a:pt x="6116" y="8121"/>
                    <a:pt x="6116" y="8121"/>
                  </a:cubicBezTo>
                  <a:lnTo>
                    <a:pt x="6116" y="8121"/>
                  </a:lnTo>
                  <a:cubicBezTo>
                    <a:pt x="6116" y="8121"/>
                    <a:pt x="7042" y="9344"/>
                    <a:pt x="8271" y="9344"/>
                  </a:cubicBezTo>
                  <a:cubicBezTo>
                    <a:pt x="8792" y="9344"/>
                    <a:pt x="9368" y="9124"/>
                    <a:pt x="9950" y="8497"/>
                  </a:cubicBezTo>
                  <a:cubicBezTo>
                    <a:pt x="12682" y="5941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869109" y="2397265"/>
              <a:ext cx="209544" cy="192414"/>
            </a:xfrm>
            <a:custGeom>
              <a:avLst/>
              <a:gdLst/>
              <a:ahLst/>
              <a:cxnLst/>
              <a:rect l="l" t="t" r="r" b="b"/>
              <a:pathLst>
                <a:path w="10177" h="9345" extrusionOk="0">
                  <a:moveTo>
                    <a:pt x="1" y="1"/>
                  </a:moveTo>
                  <a:lnTo>
                    <a:pt x="3610" y="8121"/>
                  </a:lnTo>
                  <a:cubicBezTo>
                    <a:pt x="3610" y="8121"/>
                    <a:pt x="4536" y="9344"/>
                    <a:pt x="5765" y="9344"/>
                  </a:cubicBezTo>
                  <a:cubicBezTo>
                    <a:pt x="6286" y="9344"/>
                    <a:pt x="6862" y="9124"/>
                    <a:pt x="7444" y="8497"/>
                  </a:cubicBezTo>
                  <a:cubicBezTo>
                    <a:pt x="10176" y="594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7084802" y="2477769"/>
              <a:ext cx="273538" cy="211109"/>
            </a:xfrm>
            <a:custGeom>
              <a:avLst/>
              <a:gdLst/>
              <a:ahLst/>
              <a:cxnLst/>
              <a:rect l="l" t="t" r="r" b="b"/>
              <a:pathLst>
                <a:path w="13285" h="10253" extrusionOk="0">
                  <a:moveTo>
                    <a:pt x="13284" y="0"/>
                  </a:moveTo>
                  <a:cubicBezTo>
                    <a:pt x="7645" y="1880"/>
                    <a:pt x="2783" y="4061"/>
                    <a:pt x="1" y="7670"/>
                  </a:cubicBezTo>
                  <a:cubicBezTo>
                    <a:pt x="1" y="7670"/>
                    <a:pt x="2910" y="10253"/>
                    <a:pt x="5901" y="10253"/>
                  </a:cubicBezTo>
                  <a:cubicBezTo>
                    <a:pt x="6333" y="10253"/>
                    <a:pt x="6767" y="10199"/>
                    <a:pt x="7194" y="10076"/>
                  </a:cubicBezTo>
                  <a:cubicBezTo>
                    <a:pt x="10653" y="8848"/>
                    <a:pt x="13284" y="1"/>
                    <a:pt x="13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661673" y="2397265"/>
              <a:ext cx="176497" cy="182819"/>
            </a:xfrm>
            <a:custGeom>
              <a:avLst/>
              <a:gdLst/>
              <a:ahLst/>
              <a:cxnLst/>
              <a:rect l="l" t="t" r="r" b="b"/>
              <a:pathLst>
                <a:path w="8572" h="887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702" y="6542"/>
                    <a:pt x="2908" y="8221"/>
                  </a:cubicBezTo>
                  <a:cubicBezTo>
                    <a:pt x="3643" y="8714"/>
                    <a:pt x="4517" y="8878"/>
                    <a:pt x="5356" y="8878"/>
                  </a:cubicBezTo>
                  <a:cubicBezTo>
                    <a:pt x="7035" y="8878"/>
                    <a:pt x="8572" y="8221"/>
                    <a:pt x="8572" y="8221"/>
                  </a:cubicBezTo>
                  <a:cubicBezTo>
                    <a:pt x="8572" y="8221"/>
                    <a:pt x="3635" y="265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046629" y="2474680"/>
              <a:ext cx="312742" cy="206435"/>
            </a:xfrm>
            <a:custGeom>
              <a:avLst/>
              <a:gdLst/>
              <a:ahLst/>
              <a:cxnLst/>
              <a:rect l="l" t="t" r="r" b="b"/>
              <a:pathLst>
                <a:path w="15189" h="10026" extrusionOk="0">
                  <a:moveTo>
                    <a:pt x="15088" y="0"/>
                  </a:moveTo>
                  <a:cubicBezTo>
                    <a:pt x="9048" y="2181"/>
                    <a:pt x="3058" y="4887"/>
                    <a:pt x="0" y="9850"/>
                  </a:cubicBezTo>
                  <a:lnTo>
                    <a:pt x="276" y="10025"/>
                  </a:lnTo>
                  <a:cubicBezTo>
                    <a:pt x="3258" y="5113"/>
                    <a:pt x="9223" y="2456"/>
                    <a:pt x="15188" y="301"/>
                  </a:cubicBezTo>
                  <a:lnTo>
                    <a:pt x="15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7006892" y="2700174"/>
              <a:ext cx="33562" cy="93932"/>
            </a:xfrm>
            <a:custGeom>
              <a:avLst/>
              <a:gdLst/>
              <a:ahLst/>
              <a:cxnLst/>
              <a:rect l="l" t="t" r="r" b="b"/>
              <a:pathLst>
                <a:path w="1630" h="4562" extrusionOk="0">
                  <a:moveTo>
                    <a:pt x="1329" y="0"/>
                  </a:moveTo>
                  <a:cubicBezTo>
                    <a:pt x="652" y="1379"/>
                    <a:pt x="201" y="2908"/>
                    <a:pt x="0" y="4512"/>
                  </a:cubicBezTo>
                  <a:lnTo>
                    <a:pt x="301" y="4562"/>
                  </a:lnTo>
                  <a:cubicBezTo>
                    <a:pt x="502" y="2983"/>
                    <a:pt x="953" y="1504"/>
                    <a:pt x="1630" y="15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873762" y="2413262"/>
              <a:ext cx="122325" cy="380853"/>
            </a:xfrm>
            <a:custGeom>
              <a:avLst/>
              <a:gdLst/>
              <a:ahLst/>
              <a:cxnLst/>
              <a:rect l="l" t="t" r="r" b="b"/>
              <a:pathLst>
                <a:path w="5941" h="18497" extrusionOk="0">
                  <a:moveTo>
                    <a:pt x="276" y="1"/>
                  </a:moveTo>
                  <a:lnTo>
                    <a:pt x="0" y="126"/>
                  </a:lnTo>
                  <a:cubicBezTo>
                    <a:pt x="2231" y="4412"/>
                    <a:pt x="5038" y="11053"/>
                    <a:pt x="5614" y="18497"/>
                  </a:cubicBezTo>
                  <a:lnTo>
                    <a:pt x="5940" y="18472"/>
                  </a:lnTo>
                  <a:cubicBezTo>
                    <a:pt x="5339" y="10978"/>
                    <a:pt x="2532" y="4286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790170" y="2511823"/>
              <a:ext cx="186298" cy="283339"/>
            </a:xfrm>
            <a:custGeom>
              <a:avLst/>
              <a:gdLst/>
              <a:ahLst/>
              <a:cxnLst/>
              <a:rect l="l" t="t" r="r" b="b"/>
              <a:pathLst>
                <a:path w="9048" h="13761" extrusionOk="0">
                  <a:moveTo>
                    <a:pt x="226" y="1"/>
                  </a:moveTo>
                  <a:lnTo>
                    <a:pt x="0" y="226"/>
                  </a:lnTo>
                  <a:cubicBezTo>
                    <a:pt x="3785" y="4236"/>
                    <a:pt x="6717" y="8773"/>
                    <a:pt x="8772" y="13760"/>
                  </a:cubicBezTo>
                  <a:lnTo>
                    <a:pt x="9048" y="13635"/>
                  </a:lnTo>
                  <a:cubicBezTo>
                    <a:pt x="6993" y="8622"/>
                    <a:pt x="4035" y="4036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659614" y="2394691"/>
              <a:ext cx="109930" cy="95991"/>
            </a:xfrm>
            <a:custGeom>
              <a:avLst/>
              <a:gdLst/>
              <a:ahLst/>
              <a:cxnLst/>
              <a:rect l="l" t="t" r="r" b="b"/>
              <a:pathLst>
                <a:path w="5339" h="4662" extrusionOk="0">
                  <a:moveTo>
                    <a:pt x="201" y="0"/>
                  </a:moveTo>
                  <a:lnTo>
                    <a:pt x="0" y="251"/>
                  </a:lnTo>
                  <a:cubicBezTo>
                    <a:pt x="1830" y="1629"/>
                    <a:pt x="3559" y="3108"/>
                    <a:pt x="5113" y="4662"/>
                  </a:cubicBezTo>
                  <a:lnTo>
                    <a:pt x="5339" y="4436"/>
                  </a:lnTo>
                  <a:cubicBezTo>
                    <a:pt x="3760" y="2883"/>
                    <a:pt x="2030" y="140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750433" y="2786340"/>
              <a:ext cx="453618" cy="475300"/>
            </a:xfrm>
            <a:custGeom>
              <a:avLst/>
              <a:gdLst/>
              <a:ahLst/>
              <a:cxnLst/>
              <a:rect l="l" t="t" r="r" b="b"/>
              <a:pathLst>
                <a:path w="22031" h="23084" extrusionOk="0">
                  <a:moveTo>
                    <a:pt x="7920" y="1"/>
                  </a:moveTo>
                  <a:cubicBezTo>
                    <a:pt x="5038" y="3209"/>
                    <a:pt x="0" y="15339"/>
                    <a:pt x="1955" y="17520"/>
                  </a:cubicBezTo>
                  <a:cubicBezTo>
                    <a:pt x="3634" y="19400"/>
                    <a:pt x="7494" y="23084"/>
                    <a:pt x="7494" y="23084"/>
                  </a:cubicBezTo>
                  <a:lnTo>
                    <a:pt x="16492" y="23084"/>
                  </a:lnTo>
                  <a:cubicBezTo>
                    <a:pt x="16492" y="23084"/>
                    <a:pt x="20827" y="19700"/>
                    <a:pt x="22030" y="17520"/>
                  </a:cubicBezTo>
                  <a:cubicBezTo>
                    <a:pt x="21354" y="7946"/>
                    <a:pt x="16065" y="1"/>
                    <a:pt x="16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6695728" y="2978829"/>
              <a:ext cx="602752" cy="436590"/>
            </a:xfrm>
            <a:custGeom>
              <a:avLst/>
              <a:gdLst/>
              <a:ahLst/>
              <a:cxnLst/>
              <a:rect l="l" t="t" r="r" b="b"/>
              <a:pathLst>
                <a:path w="29274" h="21204" extrusionOk="0">
                  <a:moveTo>
                    <a:pt x="1" y="0"/>
                  </a:moveTo>
                  <a:lnTo>
                    <a:pt x="1" y="0"/>
                  </a:lnTo>
                  <a:cubicBezTo>
                    <a:pt x="26" y="4537"/>
                    <a:pt x="577" y="8396"/>
                    <a:pt x="1529" y="13910"/>
                  </a:cubicBezTo>
                  <a:cubicBezTo>
                    <a:pt x="1805" y="16642"/>
                    <a:pt x="1279" y="18622"/>
                    <a:pt x="1755" y="21204"/>
                  </a:cubicBezTo>
                  <a:lnTo>
                    <a:pt x="28046" y="21204"/>
                  </a:lnTo>
                  <a:cubicBezTo>
                    <a:pt x="28923" y="14988"/>
                    <a:pt x="29274" y="8396"/>
                    <a:pt x="29224" y="15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6621421" y="2978829"/>
              <a:ext cx="720424" cy="192496"/>
            </a:xfrm>
            <a:custGeom>
              <a:avLst/>
              <a:gdLst/>
              <a:ahLst/>
              <a:cxnLst/>
              <a:rect l="l" t="t" r="r" b="b"/>
              <a:pathLst>
                <a:path w="34989" h="9349" extrusionOk="0">
                  <a:moveTo>
                    <a:pt x="3610" y="0"/>
                  </a:moveTo>
                  <a:lnTo>
                    <a:pt x="1" y="7344"/>
                  </a:lnTo>
                  <a:lnTo>
                    <a:pt x="13158" y="7218"/>
                  </a:lnTo>
                  <a:lnTo>
                    <a:pt x="34988" y="9349"/>
                  </a:lnTo>
                  <a:lnTo>
                    <a:pt x="32833" y="1504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6700381" y="3123839"/>
              <a:ext cx="597069" cy="46451"/>
            </a:xfrm>
            <a:custGeom>
              <a:avLst/>
              <a:gdLst/>
              <a:ahLst/>
              <a:cxnLst/>
              <a:rect l="l" t="t" r="r" b="b"/>
              <a:pathLst>
                <a:path w="28998" h="2256" extrusionOk="0">
                  <a:moveTo>
                    <a:pt x="9298" y="0"/>
                  </a:moveTo>
                  <a:lnTo>
                    <a:pt x="0" y="100"/>
                  </a:lnTo>
                  <a:lnTo>
                    <a:pt x="0" y="426"/>
                  </a:lnTo>
                  <a:lnTo>
                    <a:pt x="9298" y="326"/>
                  </a:lnTo>
                  <a:lnTo>
                    <a:pt x="28973" y="2256"/>
                  </a:lnTo>
                  <a:lnTo>
                    <a:pt x="28998" y="1930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6891304" y="3113503"/>
              <a:ext cx="58846" cy="17049"/>
            </a:xfrm>
            <a:custGeom>
              <a:avLst/>
              <a:gdLst/>
              <a:ahLst/>
              <a:cxnLst/>
              <a:rect l="l" t="t" r="r" b="b"/>
              <a:pathLst>
                <a:path w="2858" h="828" extrusionOk="0">
                  <a:moveTo>
                    <a:pt x="2782" y="1"/>
                  </a:moveTo>
                  <a:lnTo>
                    <a:pt x="0" y="502"/>
                  </a:lnTo>
                  <a:lnTo>
                    <a:pt x="76" y="828"/>
                  </a:lnTo>
                  <a:lnTo>
                    <a:pt x="2858" y="302"/>
                  </a:lnTo>
                  <a:lnTo>
                    <a:pt x="2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6725150" y="3269858"/>
              <a:ext cx="41818" cy="59896"/>
            </a:xfrm>
            <a:custGeom>
              <a:avLst/>
              <a:gdLst/>
              <a:ahLst/>
              <a:cxnLst/>
              <a:rect l="l" t="t" r="r" b="b"/>
              <a:pathLst>
                <a:path w="2031" h="2909" extrusionOk="0">
                  <a:moveTo>
                    <a:pt x="276" y="1"/>
                  </a:moveTo>
                  <a:lnTo>
                    <a:pt x="0" y="176"/>
                  </a:lnTo>
                  <a:lnTo>
                    <a:pt x="1780" y="2908"/>
                  </a:lnTo>
                  <a:lnTo>
                    <a:pt x="2030" y="2733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6787576" y="2825192"/>
              <a:ext cx="267546" cy="260258"/>
            </a:xfrm>
            <a:custGeom>
              <a:avLst/>
              <a:gdLst/>
              <a:ahLst/>
              <a:cxnLst/>
              <a:rect l="l" t="t" r="r" b="b"/>
              <a:pathLst>
                <a:path w="12994" h="12640" extrusionOk="0">
                  <a:moveTo>
                    <a:pt x="4741" y="0"/>
                  </a:moveTo>
                  <a:cubicBezTo>
                    <a:pt x="4614" y="0"/>
                    <a:pt x="4472" y="22"/>
                    <a:pt x="4312" y="69"/>
                  </a:cubicBezTo>
                  <a:cubicBezTo>
                    <a:pt x="1" y="1447"/>
                    <a:pt x="2808" y="12249"/>
                    <a:pt x="3810" y="12625"/>
                  </a:cubicBezTo>
                  <a:cubicBezTo>
                    <a:pt x="3838" y="12635"/>
                    <a:pt x="3872" y="12640"/>
                    <a:pt x="3911" y="12640"/>
                  </a:cubicBezTo>
                  <a:cubicBezTo>
                    <a:pt x="5266" y="12640"/>
                    <a:pt x="12993" y="6817"/>
                    <a:pt x="9850" y="2675"/>
                  </a:cubicBezTo>
                  <a:cubicBezTo>
                    <a:pt x="9173" y="1743"/>
                    <a:pt x="8449" y="1440"/>
                    <a:pt x="7795" y="1440"/>
                  </a:cubicBezTo>
                  <a:cubicBezTo>
                    <a:pt x="6586" y="1440"/>
                    <a:pt x="5615" y="2475"/>
                    <a:pt x="5615" y="2475"/>
                  </a:cubicBezTo>
                  <a:cubicBezTo>
                    <a:pt x="5615" y="2475"/>
                    <a:pt x="6097" y="0"/>
                    <a:pt x="4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6866021" y="2854840"/>
              <a:ext cx="189099" cy="230608"/>
            </a:xfrm>
            <a:custGeom>
              <a:avLst/>
              <a:gdLst/>
              <a:ahLst/>
              <a:cxnLst/>
              <a:rect l="l" t="t" r="r" b="b"/>
              <a:pathLst>
                <a:path w="9184" h="11200" extrusionOk="0">
                  <a:moveTo>
                    <a:pt x="3985" y="0"/>
                  </a:moveTo>
                  <a:cubicBezTo>
                    <a:pt x="2776" y="0"/>
                    <a:pt x="1805" y="1035"/>
                    <a:pt x="1805" y="1035"/>
                  </a:cubicBezTo>
                  <a:cubicBezTo>
                    <a:pt x="1805" y="1035"/>
                    <a:pt x="226" y="7326"/>
                    <a:pt x="0" y="11185"/>
                  </a:cubicBezTo>
                  <a:cubicBezTo>
                    <a:pt x="28" y="11195"/>
                    <a:pt x="62" y="11200"/>
                    <a:pt x="101" y="11200"/>
                  </a:cubicBezTo>
                  <a:cubicBezTo>
                    <a:pt x="1456" y="11200"/>
                    <a:pt x="9183" y="5377"/>
                    <a:pt x="6040" y="1235"/>
                  </a:cubicBezTo>
                  <a:cubicBezTo>
                    <a:pt x="5363" y="303"/>
                    <a:pt x="4639" y="0"/>
                    <a:pt x="39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6865506" y="2751441"/>
              <a:ext cx="113554" cy="302755"/>
            </a:xfrm>
            <a:custGeom>
              <a:avLst/>
              <a:gdLst/>
              <a:ahLst/>
              <a:cxnLst/>
              <a:rect l="l" t="t" r="r" b="b"/>
              <a:pathLst>
                <a:path w="5515" h="14704" extrusionOk="0">
                  <a:moveTo>
                    <a:pt x="4779" y="0"/>
                  </a:moveTo>
                  <a:cubicBezTo>
                    <a:pt x="4655" y="0"/>
                    <a:pt x="4529" y="12"/>
                    <a:pt x="4411" y="42"/>
                  </a:cubicBezTo>
                  <a:cubicBezTo>
                    <a:pt x="3334" y="418"/>
                    <a:pt x="2256" y="2999"/>
                    <a:pt x="1203" y="7711"/>
                  </a:cubicBezTo>
                  <a:cubicBezTo>
                    <a:pt x="451" y="11195"/>
                    <a:pt x="0" y="14628"/>
                    <a:pt x="0" y="14653"/>
                  </a:cubicBezTo>
                  <a:lnTo>
                    <a:pt x="301" y="14704"/>
                  </a:lnTo>
                  <a:cubicBezTo>
                    <a:pt x="802" y="10944"/>
                    <a:pt x="2532" y="1019"/>
                    <a:pt x="4512" y="343"/>
                  </a:cubicBezTo>
                  <a:cubicBezTo>
                    <a:pt x="4582" y="323"/>
                    <a:pt x="4665" y="316"/>
                    <a:pt x="4750" y="316"/>
                  </a:cubicBezTo>
                  <a:cubicBezTo>
                    <a:pt x="4999" y="316"/>
                    <a:pt x="5277" y="381"/>
                    <a:pt x="5389" y="418"/>
                  </a:cubicBezTo>
                  <a:lnTo>
                    <a:pt x="5514" y="142"/>
                  </a:lnTo>
                  <a:cubicBezTo>
                    <a:pt x="5372" y="71"/>
                    <a:pt x="5080" y="0"/>
                    <a:pt x="4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7113112" y="2751853"/>
              <a:ext cx="314883" cy="339611"/>
            </a:xfrm>
            <a:custGeom>
              <a:avLst/>
              <a:gdLst/>
              <a:ahLst/>
              <a:cxnLst/>
              <a:rect l="l" t="t" r="r" b="b"/>
              <a:pathLst>
                <a:path w="15293" h="16494" extrusionOk="0">
                  <a:moveTo>
                    <a:pt x="8400" y="1"/>
                  </a:moveTo>
                  <a:cubicBezTo>
                    <a:pt x="5059" y="1"/>
                    <a:pt x="6997" y="3831"/>
                    <a:pt x="6997" y="3831"/>
                  </a:cubicBezTo>
                  <a:cubicBezTo>
                    <a:pt x="6997" y="3831"/>
                    <a:pt x="4887" y="2232"/>
                    <a:pt x="3373" y="2232"/>
                  </a:cubicBezTo>
                  <a:cubicBezTo>
                    <a:pt x="2820" y="2232"/>
                    <a:pt x="2346" y="2446"/>
                    <a:pt x="2085" y="3029"/>
                  </a:cubicBezTo>
                  <a:cubicBezTo>
                    <a:pt x="1" y="7876"/>
                    <a:pt x="10802" y="16494"/>
                    <a:pt x="12540" y="16494"/>
                  </a:cubicBezTo>
                  <a:cubicBezTo>
                    <a:pt x="12600" y="16494"/>
                    <a:pt x="12649" y="16484"/>
                    <a:pt x="12686" y="16463"/>
                  </a:cubicBezTo>
                  <a:cubicBezTo>
                    <a:pt x="13814" y="15836"/>
                    <a:pt x="15293" y="473"/>
                    <a:pt x="8852" y="22"/>
                  </a:cubicBezTo>
                  <a:cubicBezTo>
                    <a:pt x="8691" y="8"/>
                    <a:pt x="8541" y="1"/>
                    <a:pt x="8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7113112" y="2797787"/>
              <a:ext cx="261225" cy="293675"/>
            </a:xfrm>
            <a:custGeom>
              <a:avLst/>
              <a:gdLst/>
              <a:ahLst/>
              <a:cxnLst/>
              <a:rect l="l" t="t" r="r" b="b"/>
              <a:pathLst>
                <a:path w="12687" h="14263" extrusionOk="0">
                  <a:moveTo>
                    <a:pt x="3373" y="1"/>
                  </a:moveTo>
                  <a:cubicBezTo>
                    <a:pt x="2820" y="1"/>
                    <a:pt x="2346" y="215"/>
                    <a:pt x="2085" y="798"/>
                  </a:cubicBezTo>
                  <a:cubicBezTo>
                    <a:pt x="1" y="5645"/>
                    <a:pt x="10802" y="14263"/>
                    <a:pt x="12540" y="14263"/>
                  </a:cubicBezTo>
                  <a:cubicBezTo>
                    <a:pt x="12600" y="14263"/>
                    <a:pt x="12649" y="14253"/>
                    <a:pt x="12686" y="14232"/>
                  </a:cubicBezTo>
                  <a:cubicBezTo>
                    <a:pt x="12360" y="11300"/>
                    <a:pt x="9002" y="2803"/>
                    <a:pt x="6997" y="1600"/>
                  </a:cubicBezTo>
                  <a:cubicBezTo>
                    <a:pt x="6997" y="1600"/>
                    <a:pt x="4887" y="1"/>
                    <a:pt x="3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7352626" y="3022684"/>
              <a:ext cx="18593" cy="52669"/>
            </a:xfrm>
            <a:custGeom>
              <a:avLst/>
              <a:gdLst/>
              <a:ahLst/>
              <a:cxnLst/>
              <a:rect l="l" t="t" r="r" b="b"/>
              <a:pathLst>
                <a:path w="903" h="2558" extrusionOk="0">
                  <a:moveTo>
                    <a:pt x="301" y="1"/>
                  </a:moveTo>
                  <a:lnTo>
                    <a:pt x="0" y="76"/>
                  </a:lnTo>
                  <a:cubicBezTo>
                    <a:pt x="226" y="878"/>
                    <a:pt x="427" y="1705"/>
                    <a:pt x="602" y="2557"/>
                  </a:cubicBezTo>
                  <a:lnTo>
                    <a:pt x="903" y="2482"/>
                  </a:lnTo>
                  <a:cubicBezTo>
                    <a:pt x="727" y="1630"/>
                    <a:pt x="527" y="803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7105967" y="2741476"/>
              <a:ext cx="239976" cy="240985"/>
            </a:xfrm>
            <a:custGeom>
              <a:avLst/>
              <a:gdLst/>
              <a:ahLst/>
              <a:cxnLst/>
              <a:rect l="l" t="t" r="r" b="b"/>
              <a:pathLst>
                <a:path w="11655" h="11704" extrusionOk="0">
                  <a:moveTo>
                    <a:pt x="495" y="1"/>
                  </a:moveTo>
                  <a:cubicBezTo>
                    <a:pt x="327" y="1"/>
                    <a:pt x="162" y="9"/>
                    <a:pt x="0" y="25"/>
                  </a:cubicBezTo>
                  <a:lnTo>
                    <a:pt x="26" y="350"/>
                  </a:lnTo>
                  <a:cubicBezTo>
                    <a:pt x="185" y="334"/>
                    <a:pt x="347" y="326"/>
                    <a:pt x="513" y="326"/>
                  </a:cubicBezTo>
                  <a:cubicBezTo>
                    <a:pt x="3919" y="326"/>
                    <a:pt x="8605" y="3793"/>
                    <a:pt x="11354" y="11704"/>
                  </a:cubicBezTo>
                  <a:lnTo>
                    <a:pt x="11655" y="11579"/>
                  </a:lnTo>
                  <a:cubicBezTo>
                    <a:pt x="8856" y="3540"/>
                    <a:pt x="4024" y="1"/>
                    <a:pt x="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29" name="Google Shape;629;p23"/>
          <p:cNvCxnSpPr/>
          <p:nvPr/>
        </p:nvCxnSpPr>
        <p:spPr>
          <a:xfrm>
            <a:off x="35800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30" name="Google Shape;630;p23"/>
          <p:cNvGrpSpPr/>
          <p:nvPr/>
        </p:nvGrpSpPr>
        <p:grpSpPr>
          <a:xfrm>
            <a:off x="8423989" y="226096"/>
            <a:ext cx="1038089" cy="308910"/>
            <a:chOff x="6918132" y="1224850"/>
            <a:chExt cx="860271" cy="255995"/>
          </a:xfrm>
        </p:grpSpPr>
        <p:sp>
          <p:nvSpPr>
            <p:cNvPr id="631" name="Google Shape;631;p23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24"/>
          <p:cNvSpPr txBox="1">
            <a:spLocks noGrp="1"/>
          </p:cNvSpPr>
          <p:nvPr>
            <p:ph type="subTitle" idx="1"/>
          </p:nvPr>
        </p:nvSpPr>
        <p:spPr>
          <a:xfrm>
            <a:off x="1738674" y="1501400"/>
            <a:ext cx="22806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7" name="Google Shape;637;p24"/>
          <p:cNvSpPr txBox="1">
            <a:spLocks noGrp="1"/>
          </p:cNvSpPr>
          <p:nvPr>
            <p:ph type="subTitle" idx="2"/>
          </p:nvPr>
        </p:nvSpPr>
        <p:spPr>
          <a:xfrm>
            <a:off x="1738734" y="1869324"/>
            <a:ext cx="2280600" cy="62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24"/>
          <p:cNvSpPr txBox="1">
            <a:spLocks noGrp="1"/>
          </p:cNvSpPr>
          <p:nvPr>
            <p:ph type="subTitle" idx="3"/>
          </p:nvPr>
        </p:nvSpPr>
        <p:spPr>
          <a:xfrm>
            <a:off x="5805226" y="1869324"/>
            <a:ext cx="2280600" cy="62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24"/>
          <p:cNvSpPr txBox="1">
            <a:spLocks noGrp="1"/>
          </p:cNvSpPr>
          <p:nvPr>
            <p:ph type="subTitle" idx="4"/>
          </p:nvPr>
        </p:nvSpPr>
        <p:spPr>
          <a:xfrm>
            <a:off x="1738734" y="3631474"/>
            <a:ext cx="2280600" cy="62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24"/>
          <p:cNvSpPr txBox="1">
            <a:spLocks noGrp="1"/>
          </p:cNvSpPr>
          <p:nvPr>
            <p:ph type="subTitle" idx="5"/>
          </p:nvPr>
        </p:nvSpPr>
        <p:spPr>
          <a:xfrm>
            <a:off x="5805226" y="3631474"/>
            <a:ext cx="2280600" cy="62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24"/>
          <p:cNvSpPr txBox="1">
            <a:spLocks noGrp="1"/>
          </p:cNvSpPr>
          <p:nvPr>
            <p:ph type="subTitle" idx="6"/>
          </p:nvPr>
        </p:nvSpPr>
        <p:spPr>
          <a:xfrm>
            <a:off x="1738734" y="3263550"/>
            <a:ext cx="22806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2" name="Google Shape;642;p24"/>
          <p:cNvSpPr txBox="1">
            <a:spLocks noGrp="1"/>
          </p:cNvSpPr>
          <p:nvPr>
            <p:ph type="subTitle" idx="7"/>
          </p:nvPr>
        </p:nvSpPr>
        <p:spPr>
          <a:xfrm>
            <a:off x="5805224" y="1501400"/>
            <a:ext cx="22806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3" name="Google Shape;643;p24"/>
          <p:cNvSpPr txBox="1">
            <a:spLocks noGrp="1"/>
          </p:cNvSpPr>
          <p:nvPr>
            <p:ph type="subTitle" idx="8"/>
          </p:nvPr>
        </p:nvSpPr>
        <p:spPr>
          <a:xfrm>
            <a:off x="5805224" y="3263550"/>
            <a:ext cx="22806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44" name="Google Shape;644;p24"/>
          <p:cNvGrpSpPr/>
          <p:nvPr/>
        </p:nvGrpSpPr>
        <p:grpSpPr>
          <a:xfrm>
            <a:off x="86463" y="4133656"/>
            <a:ext cx="676323" cy="936225"/>
            <a:chOff x="4007769" y="4010866"/>
            <a:chExt cx="573349" cy="793680"/>
          </a:xfrm>
        </p:grpSpPr>
        <p:sp>
          <p:nvSpPr>
            <p:cNvPr id="645" name="Google Shape;645;p24"/>
            <p:cNvSpPr/>
            <p:nvPr/>
          </p:nvSpPr>
          <p:spPr>
            <a:xfrm>
              <a:off x="4007769" y="4010866"/>
              <a:ext cx="573349" cy="792674"/>
            </a:xfrm>
            <a:custGeom>
              <a:avLst/>
              <a:gdLst/>
              <a:ahLst/>
              <a:cxnLst/>
              <a:rect l="l" t="t" r="r" b="b"/>
              <a:pathLst>
                <a:path w="27846" h="38498" extrusionOk="0">
                  <a:moveTo>
                    <a:pt x="11930" y="1"/>
                  </a:moveTo>
                  <a:cubicBezTo>
                    <a:pt x="11930" y="1"/>
                    <a:pt x="4863" y="17846"/>
                    <a:pt x="8848" y="35314"/>
                  </a:cubicBezTo>
                  <a:cubicBezTo>
                    <a:pt x="6943" y="29400"/>
                    <a:pt x="3835" y="23786"/>
                    <a:pt x="0" y="18322"/>
                  </a:cubicBezTo>
                  <a:lnTo>
                    <a:pt x="0" y="18322"/>
                  </a:lnTo>
                  <a:cubicBezTo>
                    <a:pt x="577" y="27846"/>
                    <a:pt x="2206" y="36167"/>
                    <a:pt x="9224" y="38497"/>
                  </a:cubicBezTo>
                  <a:lnTo>
                    <a:pt x="19825" y="38497"/>
                  </a:lnTo>
                  <a:cubicBezTo>
                    <a:pt x="23585" y="36693"/>
                    <a:pt x="26066" y="33259"/>
                    <a:pt x="27845" y="28923"/>
                  </a:cubicBezTo>
                  <a:lnTo>
                    <a:pt x="27845" y="28923"/>
                  </a:lnTo>
                  <a:cubicBezTo>
                    <a:pt x="23216" y="30515"/>
                    <a:pt x="20526" y="31844"/>
                    <a:pt x="18160" y="35436"/>
                  </a:cubicBezTo>
                  <a:lnTo>
                    <a:pt x="18160" y="35436"/>
                  </a:lnTo>
                  <a:cubicBezTo>
                    <a:pt x="23146" y="27698"/>
                    <a:pt x="24881" y="22058"/>
                    <a:pt x="26517" y="10803"/>
                  </a:cubicBezTo>
                  <a:lnTo>
                    <a:pt x="26517" y="10803"/>
                  </a:lnTo>
                  <a:cubicBezTo>
                    <a:pt x="20903" y="16969"/>
                    <a:pt x="16742" y="23660"/>
                    <a:pt x="15113" y="31254"/>
                  </a:cubicBezTo>
                  <a:cubicBezTo>
                    <a:pt x="16742" y="22883"/>
                    <a:pt x="1193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4186833" y="4737440"/>
              <a:ext cx="33047" cy="66073"/>
            </a:xfrm>
            <a:custGeom>
              <a:avLst/>
              <a:gdLst/>
              <a:ahLst/>
              <a:cxnLst/>
              <a:rect l="l" t="t" r="r" b="b"/>
              <a:pathLst>
                <a:path w="1605" h="3209" extrusionOk="0">
                  <a:moveTo>
                    <a:pt x="301" y="0"/>
                  </a:moveTo>
                  <a:lnTo>
                    <a:pt x="0" y="76"/>
                  </a:lnTo>
                  <a:cubicBezTo>
                    <a:pt x="25" y="151"/>
                    <a:pt x="602" y="1980"/>
                    <a:pt x="1329" y="3208"/>
                  </a:cubicBezTo>
                  <a:lnTo>
                    <a:pt x="1604" y="3033"/>
                  </a:lnTo>
                  <a:cubicBezTo>
                    <a:pt x="903" y="1855"/>
                    <a:pt x="3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4271969" y="4653848"/>
              <a:ext cx="50075" cy="150698"/>
            </a:xfrm>
            <a:custGeom>
              <a:avLst/>
              <a:gdLst/>
              <a:ahLst/>
              <a:cxnLst/>
              <a:rect l="l" t="t" r="r" b="b"/>
              <a:pathLst>
                <a:path w="2432" h="7319" extrusionOk="0">
                  <a:moveTo>
                    <a:pt x="2106" y="0"/>
                  </a:moveTo>
                  <a:cubicBezTo>
                    <a:pt x="1705" y="2406"/>
                    <a:pt x="1003" y="4812"/>
                    <a:pt x="1" y="7193"/>
                  </a:cubicBezTo>
                  <a:lnTo>
                    <a:pt x="301" y="7319"/>
                  </a:lnTo>
                  <a:cubicBezTo>
                    <a:pt x="1304" y="4913"/>
                    <a:pt x="2006" y="2481"/>
                    <a:pt x="2432" y="50"/>
                  </a:cubicBezTo>
                  <a:lnTo>
                    <a:pt x="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4359700" y="4744152"/>
              <a:ext cx="21681" cy="59361"/>
            </a:xfrm>
            <a:custGeom>
              <a:avLst/>
              <a:gdLst/>
              <a:ahLst/>
              <a:cxnLst/>
              <a:rect l="l" t="t" r="r" b="b"/>
              <a:pathLst>
                <a:path w="1053" h="2883" extrusionOk="0">
                  <a:moveTo>
                    <a:pt x="752" y="0"/>
                  </a:moveTo>
                  <a:cubicBezTo>
                    <a:pt x="351" y="902"/>
                    <a:pt x="101" y="1855"/>
                    <a:pt x="0" y="2857"/>
                  </a:cubicBezTo>
                  <a:lnTo>
                    <a:pt x="326" y="2882"/>
                  </a:lnTo>
                  <a:cubicBezTo>
                    <a:pt x="401" y="1930"/>
                    <a:pt x="652" y="1003"/>
                    <a:pt x="1053" y="126"/>
                  </a:cubicBezTo>
                  <a:lnTo>
                    <a:pt x="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4230688" y="4150729"/>
              <a:ext cx="22217" cy="652806"/>
            </a:xfrm>
            <a:custGeom>
              <a:avLst/>
              <a:gdLst/>
              <a:ahLst/>
              <a:cxnLst/>
              <a:rect l="l" t="t" r="r" b="b"/>
              <a:pathLst>
                <a:path w="1079" h="31705" extrusionOk="0">
                  <a:moveTo>
                    <a:pt x="527" y="0"/>
                  </a:moveTo>
                  <a:cubicBezTo>
                    <a:pt x="1" y="11729"/>
                    <a:pt x="76" y="22105"/>
                    <a:pt x="752" y="31704"/>
                  </a:cubicBezTo>
                  <a:lnTo>
                    <a:pt x="1078" y="31679"/>
                  </a:lnTo>
                  <a:cubicBezTo>
                    <a:pt x="377" y="22105"/>
                    <a:pt x="301" y="11729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4237400" y="4290571"/>
              <a:ext cx="51104" cy="50075"/>
            </a:xfrm>
            <a:custGeom>
              <a:avLst/>
              <a:gdLst/>
              <a:ahLst/>
              <a:cxnLst/>
              <a:rect l="l" t="t" r="r" b="b"/>
              <a:pathLst>
                <a:path w="2482" h="2432" extrusionOk="0">
                  <a:moveTo>
                    <a:pt x="2181" y="0"/>
                  </a:moveTo>
                  <a:cubicBezTo>
                    <a:pt x="1805" y="952"/>
                    <a:pt x="1078" y="1654"/>
                    <a:pt x="0" y="2155"/>
                  </a:cubicBezTo>
                  <a:lnTo>
                    <a:pt x="126" y="2431"/>
                  </a:lnTo>
                  <a:cubicBezTo>
                    <a:pt x="1279" y="1905"/>
                    <a:pt x="2081" y="1128"/>
                    <a:pt x="2482" y="125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4182180" y="4497493"/>
              <a:ext cx="56272" cy="35106"/>
            </a:xfrm>
            <a:custGeom>
              <a:avLst/>
              <a:gdLst/>
              <a:ahLst/>
              <a:cxnLst/>
              <a:rect l="l" t="t" r="r" b="b"/>
              <a:pathLst>
                <a:path w="2733" h="1705" extrusionOk="0">
                  <a:moveTo>
                    <a:pt x="226" y="0"/>
                  </a:moveTo>
                  <a:lnTo>
                    <a:pt x="1" y="201"/>
                  </a:lnTo>
                  <a:cubicBezTo>
                    <a:pt x="652" y="928"/>
                    <a:pt x="1555" y="1454"/>
                    <a:pt x="2657" y="1704"/>
                  </a:cubicBezTo>
                  <a:lnTo>
                    <a:pt x="2733" y="1379"/>
                  </a:lnTo>
                  <a:cubicBezTo>
                    <a:pt x="1680" y="1153"/>
                    <a:pt x="853" y="677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4239974" y="4612052"/>
              <a:ext cx="57302" cy="45422"/>
            </a:xfrm>
            <a:custGeom>
              <a:avLst/>
              <a:gdLst/>
              <a:ahLst/>
              <a:cxnLst/>
              <a:rect l="l" t="t" r="r" b="b"/>
              <a:pathLst>
                <a:path w="2783" h="2206" extrusionOk="0">
                  <a:moveTo>
                    <a:pt x="2532" y="0"/>
                  </a:moveTo>
                  <a:cubicBezTo>
                    <a:pt x="1830" y="902"/>
                    <a:pt x="978" y="1554"/>
                    <a:pt x="1" y="1930"/>
                  </a:cubicBezTo>
                  <a:lnTo>
                    <a:pt x="101" y="2206"/>
                  </a:lnTo>
                  <a:cubicBezTo>
                    <a:pt x="1129" y="1830"/>
                    <a:pt x="2031" y="1153"/>
                    <a:pt x="2783" y="201"/>
                  </a:cubicBezTo>
                  <a:lnTo>
                    <a:pt x="2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53" name="Google Shape;653;p24"/>
          <p:cNvCxnSpPr/>
          <p:nvPr/>
        </p:nvCxnSpPr>
        <p:spPr>
          <a:xfrm>
            <a:off x="91111" y="5069300"/>
            <a:ext cx="65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54" name="Google Shape;654;p24"/>
          <p:cNvGrpSpPr/>
          <p:nvPr/>
        </p:nvGrpSpPr>
        <p:grpSpPr>
          <a:xfrm>
            <a:off x="8424009" y="203338"/>
            <a:ext cx="1167307" cy="331670"/>
            <a:chOff x="3983000" y="1275438"/>
            <a:chExt cx="1621936" cy="460845"/>
          </a:xfrm>
        </p:grpSpPr>
        <p:sp>
          <p:nvSpPr>
            <p:cNvPr id="655" name="Google Shape;655;p24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2" name="Google Shape;662;p25"/>
          <p:cNvSpPr txBox="1">
            <a:spLocks noGrp="1"/>
          </p:cNvSpPr>
          <p:nvPr>
            <p:ph type="subTitle" idx="1"/>
          </p:nvPr>
        </p:nvSpPr>
        <p:spPr>
          <a:xfrm>
            <a:off x="829638" y="2154650"/>
            <a:ext cx="210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25"/>
          <p:cNvSpPr txBox="1">
            <a:spLocks noGrp="1"/>
          </p:cNvSpPr>
          <p:nvPr>
            <p:ph type="subTitle" idx="2"/>
          </p:nvPr>
        </p:nvSpPr>
        <p:spPr>
          <a:xfrm>
            <a:off x="3520500" y="2154650"/>
            <a:ext cx="210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25"/>
          <p:cNvSpPr txBox="1">
            <a:spLocks noGrp="1"/>
          </p:cNvSpPr>
          <p:nvPr>
            <p:ph type="subTitle" idx="3"/>
          </p:nvPr>
        </p:nvSpPr>
        <p:spPr>
          <a:xfrm>
            <a:off x="6202163" y="2154650"/>
            <a:ext cx="2107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5" name="Google Shape;665;p25"/>
          <p:cNvSpPr txBox="1">
            <a:spLocks noGrp="1"/>
          </p:cNvSpPr>
          <p:nvPr>
            <p:ph type="subTitle" idx="4"/>
          </p:nvPr>
        </p:nvSpPr>
        <p:spPr>
          <a:xfrm>
            <a:off x="829638" y="3914648"/>
            <a:ext cx="210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25"/>
          <p:cNvSpPr txBox="1">
            <a:spLocks noGrp="1"/>
          </p:cNvSpPr>
          <p:nvPr>
            <p:ph type="subTitle" idx="5"/>
          </p:nvPr>
        </p:nvSpPr>
        <p:spPr>
          <a:xfrm>
            <a:off x="3520500" y="3914648"/>
            <a:ext cx="210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25"/>
          <p:cNvSpPr txBox="1">
            <a:spLocks noGrp="1"/>
          </p:cNvSpPr>
          <p:nvPr>
            <p:ph type="subTitle" idx="6"/>
          </p:nvPr>
        </p:nvSpPr>
        <p:spPr>
          <a:xfrm>
            <a:off x="6206583" y="3914648"/>
            <a:ext cx="2107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8" name="Google Shape;668;p25"/>
          <p:cNvSpPr txBox="1">
            <a:spLocks noGrp="1"/>
          </p:cNvSpPr>
          <p:nvPr>
            <p:ph type="subTitle" idx="7"/>
          </p:nvPr>
        </p:nvSpPr>
        <p:spPr>
          <a:xfrm>
            <a:off x="829638" y="1820300"/>
            <a:ext cx="210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9" name="Google Shape;669;p25"/>
          <p:cNvSpPr txBox="1">
            <a:spLocks noGrp="1"/>
          </p:cNvSpPr>
          <p:nvPr>
            <p:ph type="subTitle" idx="8"/>
          </p:nvPr>
        </p:nvSpPr>
        <p:spPr>
          <a:xfrm>
            <a:off x="3518250" y="1820300"/>
            <a:ext cx="2107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0" name="Google Shape;670;p25"/>
          <p:cNvSpPr txBox="1">
            <a:spLocks noGrp="1"/>
          </p:cNvSpPr>
          <p:nvPr>
            <p:ph type="subTitle" idx="9"/>
          </p:nvPr>
        </p:nvSpPr>
        <p:spPr>
          <a:xfrm>
            <a:off x="6206863" y="1820300"/>
            <a:ext cx="2107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1" name="Google Shape;671;p25"/>
          <p:cNvSpPr txBox="1">
            <a:spLocks noGrp="1"/>
          </p:cNvSpPr>
          <p:nvPr>
            <p:ph type="subTitle" idx="13"/>
          </p:nvPr>
        </p:nvSpPr>
        <p:spPr>
          <a:xfrm>
            <a:off x="829638" y="3580297"/>
            <a:ext cx="210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2" name="Google Shape;672;p25"/>
          <p:cNvSpPr txBox="1">
            <a:spLocks noGrp="1"/>
          </p:cNvSpPr>
          <p:nvPr>
            <p:ph type="subTitle" idx="14"/>
          </p:nvPr>
        </p:nvSpPr>
        <p:spPr>
          <a:xfrm>
            <a:off x="3518250" y="3580297"/>
            <a:ext cx="2107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3" name="Google Shape;673;p25"/>
          <p:cNvSpPr txBox="1">
            <a:spLocks noGrp="1"/>
          </p:cNvSpPr>
          <p:nvPr>
            <p:ph type="subTitle" idx="15"/>
          </p:nvPr>
        </p:nvSpPr>
        <p:spPr>
          <a:xfrm>
            <a:off x="6206863" y="3580297"/>
            <a:ext cx="2107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74" name="Google Shape;674;p25"/>
          <p:cNvGrpSpPr/>
          <p:nvPr/>
        </p:nvGrpSpPr>
        <p:grpSpPr>
          <a:xfrm>
            <a:off x="8347334" y="4282447"/>
            <a:ext cx="728148" cy="786777"/>
            <a:chOff x="6483330" y="2394691"/>
            <a:chExt cx="944665" cy="1020728"/>
          </a:xfrm>
        </p:grpSpPr>
        <p:sp>
          <p:nvSpPr>
            <p:cNvPr id="675" name="Google Shape;675;p25"/>
            <p:cNvSpPr/>
            <p:nvPr/>
          </p:nvSpPr>
          <p:spPr>
            <a:xfrm>
              <a:off x="7029087" y="2741970"/>
              <a:ext cx="77418" cy="53699"/>
            </a:xfrm>
            <a:custGeom>
              <a:avLst/>
              <a:gdLst/>
              <a:ahLst/>
              <a:cxnLst/>
              <a:rect l="l" t="t" r="r" b="b"/>
              <a:pathLst>
                <a:path w="3760" h="2608" extrusionOk="0">
                  <a:moveTo>
                    <a:pt x="3734" y="1"/>
                  </a:moveTo>
                  <a:cubicBezTo>
                    <a:pt x="2181" y="176"/>
                    <a:pt x="877" y="1003"/>
                    <a:pt x="0" y="2432"/>
                  </a:cubicBezTo>
                  <a:lnTo>
                    <a:pt x="251" y="2607"/>
                  </a:lnTo>
                  <a:cubicBezTo>
                    <a:pt x="1103" y="1254"/>
                    <a:pt x="2306" y="477"/>
                    <a:pt x="3760" y="326"/>
                  </a:cubicBez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6975411" y="2753315"/>
              <a:ext cx="30473" cy="40789"/>
            </a:xfrm>
            <a:custGeom>
              <a:avLst/>
              <a:gdLst/>
              <a:ahLst/>
              <a:cxnLst/>
              <a:rect l="l" t="t" r="r" b="b"/>
              <a:pathLst>
                <a:path w="1480" h="1981" extrusionOk="0">
                  <a:moveTo>
                    <a:pt x="76" y="1"/>
                  </a:moveTo>
                  <a:lnTo>
                    <a:pt x="1" y="302"/>
                  </a:lnTo>
                  <a:cubicBezTo>
                    <a:pt x="1028" y="628"/>
                    <a:pt x="1153" y="1956"/>
                    <a:pt x="1153" y="1981"/>
                  </a:cubicBezTo>
                  <a:lnTo>
                    <a:pt x="1479" y="1956"/>
                  </a:lnTo>
                  <a:cubicBezTo>
                    <a:pt x="1479" y="1881"/>
                    <a:pt x="1329" y="40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5"/>
            <p:cNvSpPr/>
            <p:nvPr/>
          </p:nvSpPr>
          <p:spPr>
            <a:xfrm>
              <a:off x="6483330" y="2644150"/>
              <a:ext cx="349556" cy="245247"/>
            </a:xfrm>
            <a:custGeom>
              <a:avLst/>
              <a:gdLst/>
              <a:ahLst/>
              <a:cxnLst/>
              <a:rect l="l" t="t" r="r" b="b"/>
              <a:pathLst>
                <a:path w="16977" h="11911" extrusionOk="0">
                  <a:moveTo>
                    <a:pt x="13141" y="0"/>
                  </a:moveTo>
                  <a:cubicBezTo>
                    <a:pt x="8243" y="0"/>
                    <a:pt x="1" y="9272"/>
                    <a:pt x="241" y="10366"/>
                  </a:cubicBezTo>
                  <a:cubicBezTo>
                    <a:pt x="379" y="10993"/>
                    <a:pt x="3762" y="11910"/>
                    <a:pt x="7387" y="11910"/>
                  </a:cubicBezTo>
                  <a:cubicBezTo>
                    <a:pt x="11000" y="11910"/>
                    <a:pt x="14855" y="11000"/>
                    <a:pt x="15981" y="7985"/>
                  </a:cubicBezTo>
                  <a:cubicBezTo>
                    <a:pt x="16977" y="5443"/>
                    <a:pt x="15137" y="5043"/>
                    <a:pt x="13880" y="5043"/>
                  </a:cubicBezTo>
                  <a:cubicBezTo>
                    <a:pt x="13302" y="5043"/>
                    <a:pt x="12848" y="5128"/>
                    <a:pt x="12848" y="5128"/>
                  </a:cubicBezTo>
                  <a:cubicBezTo>
                    <a:pt x="12848" y="5128"/>
                    <a:pt x="16833" y="2195"/>
                    <a:pt x="15028" y="641"/>
                  </a:cubicBezTo>
                  <a:cubicBezTo>
                    <a:pt x="14494" y="196"/>
                    <a:pt x="13853" y="0"/>
                    <a:pt x="13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5"/>
            <p:cNvSpPr/>
            <p:nvPr/>
          </p:nvSpPr>
          <p:spPr>
            <a:xfrm>
              <a:off x="6488292" y="2747982"/>
              <a:ext cx="344594" cy="141412"/>
            </a:xfrm>
            <a:custGeom>
              <a:avLst/>
              <a:gdLst/>
              <a:ahLst/>
              <a:cxnLst/>
              <a:rect l="l" t="t" r="r" b="b"/>
              <a:pathLst>
                <a:path w="16736" h="6868" extrusionOk="0">
                  <a:moveTo>
                    <a:pt x="13639" y="0"/>
                  </a:moveTo>
                  <a:cubicBezTo>
                    <a:pt x="13061" y="0"/>
                    <a:pt x="12607" y="85"/>
                    <a:pt x="12607" y="85"/>
                  </a:cubicBezTo>
                  <a:cubicBezTo>
                    <a:pt x="12607" y="85"/>
                    <a:pt x="9299" y="335"/>
                    <a:pt x="0" y="5323"/>
                  </a:cubicBezTo>
                  <a:cubicBezTo>
                    <a:pt x="138" y="5950"/>
                    <a:pt x="3521" y="6867"/>
                    <a:pt x="7146" y="6867"/>
                  </a:cubicBezTo>
                  <a:cubicBezTo>
                    <a:pt x="10759" y="6867"/>
                    <a:pt x="14614" y="5957"/>
                    <a:pt x="15740" y="2942"/>
                  </a:cubicBezTo>
                  <a:cubicBezTo>
                    <a:pt x="16736" y="400"/>
                    <a:pt x="14896" y="0"/>
                    <a:pt x="136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5"/>
            <p:cNvSpPr/>
            <p:nvPr/>
          </p:nvSpPr>
          <p:spPr>
            <a:xfrm>
              <a:off x="6574457" y="2733755"/>
              <a:ext cx="386536" cy="81516"/>
            </a:xfrm>
            <a:custGeom>
              <a:avLst/>
              <a:gdLst/>
              <a:ahLst/>
              <a:cxnLst/>
              <a:rect l="l" t="t" r="r" b="b"/>
              <a:pathLst>
                <a:path w="18773" h="3959" extrusionOk="0">
                  <a:moveTo>
                    <a:pt x="12332" y="1"/>
                  </a:moveTo>
                  <a:cubicBezTo>
                    <a:pt x="9178" y="1"/>
                    <a:pt x="5060" y="1229"/>
                    <a:pt x="1" y="3683"/>
                  </a:cubicBezTo>
                  <a:lnTo>
                    <a:pt x="151" y="3959"/>
                  </a:lnTo>
                  <a:cubicBezTo>
                    <a:pt x="5157" y="1532"/>
                    <a:pt x="9217" y="316"/>
                    <a:pt x="12309" y="316"/>
                  </a:cubicBezTo>
                  <a:cubicBezTo>
                    <a:pt x="15255" y="316"/>
                    <a:pt x="17323" y="1420"/>
                    <a:pt x="18497" y="3633"/>
                  </a:cubicBezTo>
                  <a:lnTo>
                    <a:pt x="18773" y="3482"/>
                  </a:lnTo>
                  <a:cubicBezTo>
                    <a:pt x="17550" y="1160"/>
                    <a:pt x="15396" y="1"/>
                    <a:pt x="1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5"/>
            <p:cNvSpPr/>
            <p:nvPr/>
          </p:nvSpPr>
          <p:spPr>
            <a:xfrm>
              <a:off x="6496033" y="2825048"/>
              <a:ext cx="50590" cy="30988"/>
            </a:xfrm>
            <a:custGeom>
              <a:avLst/>
              <a:gdLst/>
              <a:ahLst/>
              <a:cxnLst/>
              <a:rect l="l" t="t" r="r" b="b"/>
              <a:pathLst>
                <a:path w="2457" h="1505" extrusionOk="0">
                  <a:moveTo>
                    <a:pt x="2306" y="1"/>
                  </a:moveTo>
                  <a:cubicBezTo>
                    <a:pt x="1554" y="402"/>
                    <a:pt x="802" y="803"/>
                    <a:pt x="0" y="1229"/>
                  </a:cubicBezTo>
                  <a:lnTo>
                    <a:pt x="151" y="1504"/>
                  </a:lnTo>
                  <a:cubicBezTo>
                    <a:pt x="953" y="1078"/>
                    <a:pt x="1705" y="677"/>
                    <a:pt x="2456" y="276"/>
                  </a:cubicBezTo>
                  <a:lnTo>
                    <a:pt x="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5"/>
            <p:cNvSpPr/>
            <p:nvPr/>
          </p:nvSpPr>
          <p:spPr>
            <a:xfrm>
              <a:off x="6817513" y="2397265"/>
              <a:ext cx="261143" cy="241541"/>
            </a:xfrm>
            <a:custGeom>
              <a:avLst/>
              <a:gdLst/>
              <a:ahLst/>
              <a:cxnLst/>
              <a:rect l="l" t="t" r="r" b="b"/>
              <a:pathLst>
                <a:path w="12683" h="11731" extrusionOk="0">
                  <a:moveTo>
                    <a:pt x="2507" y="1"/>
                  </a:moveTo>
                  <a:cubicBezTo>
                    <a:pt x="2507" y="1"/>
                    <a:pt x="0" y="11329"/>
                    <a:pt x="3158" y="11705"/>
                  </a:cubicBezTo>
                  <a:cubicBezTo>
                    <a:pt x="3300" y="11722"/>
                    <a:pt x="3435" y="11730"/>
                    <a:pt x="3564" y="11730"/>
                  </a:cubicBezTo>
                  <a:cubicBezTo>
                    <a:pt x="6275" y="11730"/>
                    <a:pt x="6116" y="8121"/>
                    <a:pt x="6116" y="8121"/>
                  </a:cubicBezTo>
                  <a:lnTo>
                    <a:pt x="6116" y="8121"/>
                  </a:lnTo>
                  <a:cubicBezTo>
                    <a:pt x="6116" y="8121"/>
                    <a:pt x="7042" y="9344"/>
                    <a:pt x="8271" y="9344"/>
                  </a:cubicBezTo>
                  <a:cubicBezTo>
                    <a:pt x="8792" y="9344"/>
                    <a:pt x="9368" y="9124"/>
                    <a:pt x="9950" y="8497"/>
                  </a:cubicBezTo>
                  <a:cubicBezTo>
                    <a:pt x="12682" y="5941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5"/>
            <p:cNvSpPr/>
            <p:nvPr/>
          </p:nvSpPr>
          <p:spPr>
            <a:xfrm>
              <a:off x="6869109" y="2397265"/>
              <a:ext cx="209544" cy="192414"/>
            </a:xfrm>
            <a:custGeom>
              <a:avLst/>
              <a:gdLst/>
              <a:ahLst/>
              <a:cxnLst/>
              <a:rect l="l" t="t" r="r" b="b"/>
              <a:pathLst>
                <a:path w="10177" h="9345" extrusionOk="0">
                  <a:moveTo>
                    <a:pt x="1" y="1"/>
                  </a:moveTo>
                  <a:lnTo>
                    <a:pt x="3610" y="8121"/>
                  </a:lnTo>
                  <a:cubicBezTo>
                    <a:pt x="3610" y="8121"/>
                    <a:pt x="4536" y="9344"/>
                    <a:pt x="5765" y="9344"/>
                  </a:cubicBezTo>
                  <a:cubicBezTo>
                    <a:pt x="6286" y="9344"/>
                    <a:pt x="6862" y="9124"/>
                    <a:pt x="7444" y="8497"/>
                  </a:cubicBezTo>
                  <a:cubicBezTo>
                    <a:pt x="10176" y="594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7084802" y="2477769"/>
              <a:ext cx="273538" cy="211109"/>
            </a:xfrm>
            <a:custGeom>
              <a:avLst/>
              <a:gdLst/>
              <a:ahLst/>
              <a:cxnLst/>
              <a:rect l="l" t="t" r="r" b="b"/>
              <a:pathLst>
                <a:path w="13285" h="10253" extrusionOk="0">
                  <a:moveTo>
                    <a:pt x="13284" y="0"/>
                  </a:moveTo>
                  <a:cubicBezTo>
                    <a:pt x="7645" y="1880"/>
                    <a:pt x="2783" y="4061"/>
                    <a:pt x="1" y="7670"/>
                  </a:cubicBezTo>
                  <a:cubicBezTo>
                    <a:pt x="1" y="7670"/>
                    <a:pt x="2910" y="10253"/>
                    <a:pt x="5901" y="10253"/>
                  </a:cubicBezTo>
                  <a:cubicBezTo>
                    <a:pt x="6333" y="10253"/>
                    <a:pt x="6767" y="10199"/>
                    <a:pt x="7194" y="10076"/>
                  </a:cubicBezTo>
                  <a:cubicBezTo>
                    <a:pt x="10653" y="8848"/>
                    <a:pt x="13284" y="1"/>
                    <a:pt x="13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6661673" y="2397265"/>
              <a:ext cx="176497" cy="182819"/>
            </a:xfrm>
            <a:custGeom>
              <a:avLst/>
              <a:gdLst/>
              <a:ahLst/>
              <a:cxnLst/>
              <a:rect l="l" t="t" r="r" b="b"/>
              <a:pathLst>
                <a:path w="8572" h="887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702" y="6542"/>
                    <a:pt x="2908" y="8221"/>
                  </a:cubicBezTo>
                  <a:cubicBezTo>
                    <a:pt x="3643" y="8714"/>
                    <a:pt x="4517" y="8878"/>
                    <a:pt x="5356" y="8878"/>
                  </a:cubicBezTo>
                  <a:cubicBezTo>
                    <a:pt x="7035" y="8878"/>
                    <a:pt x="8572" y="8221"/>
                    <a:pt x="8572" y="8221"/>
                  </a:cubicBezTo>
                  <a:cubicBezTo>
                    <a:pt x="8572" y="8221"/>
                    <a:pt x="3635" y="265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7046629" y="2474680"/>
              <a:ext cx="312742" cy="206435"/>
            </a:xfrm>
            <a:custGeom>
              <a:avLst/>
              <a:gdLst/>
              <a:ahLst/>
              <a:cxnLst/>
              <a:rect l="l" t="t" r="r" b="b"/>
              <a:pathLst>
                <a:path w="15189" h="10026" extrusionOk="0">
                  <a:moveTo>
                    <a:pt x="15088" y="0"/>
                  </a:moveTo>
                  <a:cubicBezTo>
                    <a:pt x="9048" y="2181"/>
                    <a:pt x="3058" y="4887"/>
                    <a:pt x="0" y="9850"/>
                  </a:cubicBezTo>
                  <a:lnTo>
                    <a:pt x="276" y="10025"/>
                  </a:lnTo>
                  <a:cubicBezTo>
                    <a:pt x="3258" y="5113"/>
                    <a:pt x="9223" y="2456"/>
                    <a:pt x="15188" y="301"/>
                  </a:cubicBezTo>
                  <a:lnTo>
                    <a:pt x="15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7006892" y="2700174"/>
              <a:ext cx="33562" cy="93932"/>
            </a:xfrm>
            <a:custGeom>
              <a:avLst/>
              <a:gdLst/>
              <a:ahLst/>
              <a:cxnLst/>
              <a:rect l="l" t="t" r="r" b="b"/>
              <a:pathLst>
                <a:path w="1630" h="4562" extrusionOk="0">
                  <a:moveTo>
                    <a:pt x="1329" y="0"/>
                  </a:moveTo>
                  <a:cubicBezTo>
                    <a:pt x="652" y="1379"/>
                    <a:pt x="201" y="2908"/>
                    <a:pt x="0" y="4512"/>
                  </a:cubicBezTo>
                  <a:lnTo>
                    <a:pt x="301" y="4562"/>
                  </a:lnTo>
                  <a:cubicBezTo>
                    <a:pt x="502" y="2983"/>
                    <a:pt x="953" y="1504"/>
                    <a:pt x="1630" y="15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6873762" y="2413262"/>
              <a:ext cx="122325" cy="380853"/>
            </a:xfrm>
            <a:custGeom>
              <a:avLst/>
              <a:gdLst/>
              <a:ahLst/>
              <a:cxnLst/>
              <a:rect l="l" t="t" r="r" b="b"/>
              <a:pathLst>
                <a:path w="5941" h="18497" extrusionOk="0">
                  <a:moveTo>
                    <a:pt x="276" y="1"/>
                  </a:moveTo>
                  <a:lnTo>
                    <a:pt x="0" y="126"/>
                  </a:lnTo>
                  <a:cubicBezTo>
                    <a:pt x="2231" y="4412"/>
                    <a:pt x="5038" y="11053"/>
                    <a:pt x="5614" y="18497"/>
                  </a:cubicBezTo>
                  <a:lnTo>
                    <a:pt x="5940" y="18472"/>
                  </a:lnTo>
                  <a:cubicBezTo>
                    <a:pt x="5339" y="10978"/>
                    <a:pt x="2532" y="4286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6790170" y="2511823"/>
              <a:ext cx="186298" cy="283339"/>
            </a:xfrm>
            <a:custGeom>
              <a:avLst/>
              <a:gdLst/>
              <a:ahLst/>
              <a:cxnLst/>
              <a:rect l="l" t="t" r="r" b="b"/>
              <a:pathLst>
                <a:path w="9048" h="13761" extrusionOk="0">
                  <a:moveTo>
                    <a:pt x="226" y="1"/>
                  </a:moveTo>
                  <a:lnTo>
                    <a:pt x="0" y="226"/>
                  </a:lnTo>
                  <a:cubicBezTo>
                    <a:pt x="3785" y="4236"/>
                    <a:pt x="6717" y="8773"/>
                    <a:pt x="8772" y="13760"/>
                  </a:cubicBezTo>
                  <a:lnTo>
                    <a:pt x="9048" y="13635"/>
                  </a:lnTo>
                  <a:cubicBezTo>
                    <a:pt x="6993" y="8622"/>
                    <a:pt x="4035" y="4036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6659614" y="2394691"/>
              <a:ext cx="109930" cy="95991"/>
            </a:xfrm>
            <a:custGeom>
              <a:avLst/>
              <a:gdLst/>
              <a:ahLst/>
              <a:cxnLst/>
              <a:rect l="l" t="t" r="r" b="b"/>
              <a:pathLst>
                <a:path w="5339" h="4662" extrusionOk="0">
                  <a:moveTo>
                    <a:pt x="201" y="0"/>
                  </a:moveTo>
                  <a:lnTo>
                    <a:pt x="0" y="251"/>
                  </a:lnTo>
                  <a:cubicBezTo>
                    <a:pt x="1830" y="1629"/>
                    <a:pt x="3559" y="3108"/>
                    <a:pt x="5113" y="4662"/>
                  </a:cubicBezTo>
                  <a:lnTo>
                    <a:pt x="5339" y="4436"/>
                  </a:lnTo>
                  <a:cubicBezTo>
                    <a:pt x="3760" y="2883"/>
                    <a:pt x="2030" y="140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6750433" y="2786340"/>
              <a:ext cx="453618" cy="475300"/>
            </a:xfrm>
            <a:custGeom>
              <a:avLst/>
              <a:gdLst/>
              <a:ahLst/>
              <a:cxnLst/>
              <a:rect l="l" t="t" r="r" b="b"/>
              <a:pathLst>
                <a:path w="22031" h="23084" extrusionOk="0">
                  <a:moveTo>
                    <a:pt x="7920" y="1"/>
                  </a:moveTo>
                  <a:cubicBezTo>
                    <a:pt x="5038" y="3209"/>
                    <a:pt x="0" y="15339"/>
                    <a:pt x="1955" y="17520"/>
                  </a:cubicBezTo>
                  <a:cubicBezTo>
                    <a:pt x="3634" y="19400"/>
                    <a:pt x="7494" y="23084"/>
                    <a:pt x="7494" y="23084"/>
                  </a:cubicBezTo>
                  <a:lnTo>
                    <a:pt x="16492" y="23084"/>
                  </a:lnTo>
                  <a:cubicBezTo>
                    <a:pt x="16492" y="23084"/>
                    <a:pt x="20827" y="19700"/>
                    <a:pt x="22030" y="17520"/>
                  </a:cubicBezTo>
                  <a:cubicBezTo>
                    <a:pt x="21354" y="7946"/>
                    <a:pt x="16065" y="1"/>
                    <a:pt x="16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6695728" y="2978829"/>
              <a:ext cx="602752" cy="436590"/>
            </a:xfrm>
            <a:custGeom>
              <a:avLst/>
              <a:gdLst/>
              <a:ahLst/>
              <a:cxnLst/>
              <a:rect l="l" t="t" r="r" b="b"/>
              <a:pathLst>
                <a:path w="29274" h="21204" extrusionOk="0">
                  <a:moveTo>
                    <a:pt x="1" y="0"/>
                  </a:moveTo>
                  <a:lnTo>
                    <a:pt x="1" y="0"/>
                  </a:lnTo>
                  <a:cubicBezTo>
                    <a:pt x="26" y="4537"/>
                    <a:pt x="577" y="8396"/>
                    <a:pt x="1529" y="13910"/>
                  </a:cubicBezTo>
                  <a:cubicBezTo>
                    <a:pt x="1805" y="16642"/>
                    <a:pt x="1279" y="18622"/>
                    <a:pt x="1755" y="21204"/>
                  </a:cubicBezTo>
                  <a:lnTo>
                    <a:pt x="28046" y="21204"/>
                  </a:lnTo>
                  <a:cubicBezTo>
                    <a:pt x="28923" y="14988"/>
                    <a:pt x="29274" y="8396"/>
                    <a:pt x="29224" y="15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621421" y="2978829"/>
              <a:ext cx="720424" cy="192496"/>
            </a:xfrm>
            <a:custGeom>
              <a:avLst/>
              <a:gdLst/>
              <a:ahLst/>
              <a:cxnLst/>
              <a:rect l="l" t="t" r="r" b="b"/>
              <a:pathLst>
                <a:path w="34989" h="9349" extrusionOk="0">
                  <a:moveTo>
                    <a:pt x="3610" y="0"/>
                  </a:moveTo>
                  <a:lnTo>
                    <a:pt x="1" y="7344"/>
                  </a:lnTo>
                  <a:lnTo>
                    <a:pt x="13158" y="7218"/>
                  </a:lnTo>
                  <a:lnTo>
                    <a:pt x="34988" y="9349"/>
                  </a:lnTo>
                  <a:lnTo>
                    <a:pt x="32833" y="1504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700381" y="3123839"/>
              <a:ext cx="597069" cy="46451"/>
            </a:xfrm>
            <a:custGeom>
              <a:avLst/>
              <a:gdLst/>
              <a:ahLst/>
              <a:cxnLst/>
              <a:rect l="l" t="t" r="r" b="b"/>
              <a:pathLst>
                <a:path w="28998" h="2256" extrusionOk="0">
                  <a:moveTo>
                    <a:pt x="9298" y="0"/>
                  </a:moveTo>
                  <a:lnTo>
                    <a:pt x="0" y="100"/>
                  </a:lnTo>
                  <a:lnTo>
                    <a:pt x="0" y="426"/>
                  </a:lnTo>
                  <a:lnTo>
                    <a:pt x="9298" y="326"/>
                  </a:lnTo>
                  <a:lnTo>
                    <a:pt x="28973" y="2256"/>
                  </a:lnTo>
                  <a:lnTo>
                    <a:pt x="28998" y="1930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891304" y="3113503"/>
              <a:ext cx="58846" cy="17049"/>
            </a:xfrm>
            <a:custGeom>
              <a:avLst/>
              <a:gdLst/>
              <a:ahLst/>
              <a:cxnLst/>
              <a:rect l="l" t="t" r="r" b="b"/>
              <a:pathLst>
                <a:path w="2858" h="828" extrusionOk="0">
                  <a:moveTo>
                    <a:pt x="2782" y="1"/>
                  </a:moveTo>
                  <a:lnTo>
                    <a:pt x="0" y="502"/>
                  </a:lnTo>
                  <a:lnTo>
                    <a:pt x="76" y="828"/>
                  </a:lnTo>
                  <a:lnTo>
                    <a:pt x="2858" y="302"/>
                  </a:lnTo>
                  <a:lnTo>
                    <a:pt x="2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725150" y="3269858"/>
              <a:ext cx="41818" cy="59896"/>
            </a:xfrm>
            <a:custGeom>
              <a:avLst/>
              <a:gdLst/>
              <a:ahLst/>
              <a:cxnLst/>
              <a:rect l="l" t="t" r="r" b="b"/>
              <a:pathLst>
                <a:path w="2031" h="2909" extrusionOk="0">
                  <a:moveTo>
                    <a:pt x="276" y="1"/>
                  </a:moveTo>
                  <a:lnTo>
                    <a:pt x="0" y="176"/>
                  </a:lnTo>
                  <a:lnTo>
                    <a:pt x="1780" y="2908"/>
                  </a:lnTo>
                  <a:lnTo>
                    <a:pt x="2030" y="2733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6787576" y="2825192"/>
              <a:ext cx="267546" cy="260258"/>
            </a:xfrm>
            <a:custGeom>
              <a:avLst/>
              <a:gdLst/>
              <a:ahLst/>
              <a:cxnLst/>
              <a:rect l="l" t="t" r="r" b="b"/>
              <a:pathLst>
                <a:path w="12994" h="12640" extrusionOk="0">
                  <a:moveTo>
                    <a:pt x="4741" y="0"/>
                  </a:moveTo>
                  <a:cubicBezTo>
                    <a:pt x="4614" y="0"/>
                    <a:pt x="4472" y="22"/>
                    <a:pt x="4312" y="69"/>
                  </a:cubicBezTo>
                  <a:cubicBezTo>
                    <a:pt x="1" y="1447"/>
                    <a:pt x="2808" y="12249"/>
                    <a:pt x="3810" y="12625"/>
                  </a:cubicBezTo>
                  <a:cubicBezTo>
                    <a:pt x="3838" y="12635"/>
                    <a:pt x="3872" y="12640"/>
                    <a:pt x="3911" y="12640"/>
                  </a:cubicBezTo>
                  <a:cubicBezTo>
                    <a:pt x="5266" y="12640"/>
                    <a:pt x="12993" y="6817"/>
                    <a:pt x="9850" y="2675"/>
                  </a:cubicBezTo>
                  <a:cubicBezTo>
                    <a:pt x="9173" y="1743"/>
                    <a:pt x="8449" y="1440"/>
                    <a:pt x="7795" y="1440"/>
                  </a:cubicBezTo>
                  <a:cubicBezTo>
                    <a:pt x="6586" y="1440"/>
                    <a:pt x="5615" y="2475"/>
                    <a:pt x="5615" y="2475"/>
                  </a:cubicBezTo>
                  <a:cubicBezTo>
                    <a:pt x="5615" y="2475"/>
                    <a:pt x="6097" y="0"/>
                    <a:pt x="4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866021" y="2854840"/>
              <a:ext cx="189099" cy="230608"/>
            </a:xfrm>
            <a:custGeom>
              <a:avLst/>
              <a:gdLst/>
              <a:ahLst/>
              <a:cxnLst/>
              <a:rect l="l" t="t" r="r" b="b"/>
              <a:pathLst>
                <a:path w="9184" h="11200" extrusionOk="0">
                  <a:moveTo>
                    <a:pt x="3985" y="0"/>
                  </a:moveTo>
                  <a:cubicBezTo>
                    <a:pt x="2776" y="0"/>
                    <a:pt x="1805" y="1035"/>
                    <a:pt x="1805" y="1035"/>
                  </a:cubicBezTo>
                  <a:cubicBezTo>
                    <a:pt x="1805" y="1035"/>
                    <a:pt x="226" y="7326"/>
                    <a:pt x="0" y="11185"/>
                  </a:cubicBezTo>
                  <a:cubicBezTo>
                    <a:pt x="28" y="11195"/>
                    <a:pt x="62" y="11200"/>
                    <a:pt x="101" y="11200"/>
                  </a:cubicBezTo>
                  <a:cubicBezTo>
                    <a:pt x="1456" y="11200"/>
                    <a:pt x="9183" y="5377"/>
                    <a:pt x="6040" y="1235"/>
                  </a:cubicBezTo>
                  <a:cubicBezTo>
                    <a:pt x="5363" y="303"/>
                    <a:pt x="4639" y="0"/>
                    <a:pt x="39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865506" y="2751441"/>
              <a:ext cx="113554" cy="302755"/>
            </a:xfrm>
            <a:custGeom>
              <a:avLst/>
              <a:gdLst/>
              <a:ahLst/>
              <a:cxnLst/>
              <a:rect l="l" t="t" r="r" b="b"/>
              <a:pathLst>
                <a:path w="5515" h="14704" extrusionOk="0">
                  <a:moveTo>
                    <a:pt x="4779" y="0"/>
                  </a:moveTo>
                  <a:cubicBezTo>
                    <a:pt x="4655" y="0"/>
                    <a:pt x="4529" y="12"/>
                    <a:pt x="4411" y="42"/>
                  </a:cubicBezTo>
                  <a:cubicBezTo>
                    <a:pt x="3334" y="418"/>
                    <a:pt x="2256" y="2999"/>
                    <a:pt x="1203" y="7711"/>
                  </a:cubicBezTo>
                  <a:cubicBezTo>
                    <a:pt x="451" y="11195"/>
                    <a:pt x="0" y="14628"/>
                    <a:pt x="0" y="14653"/>
                  </a:cubicBezTo>
                  <a:lnTo>
                    <a:pt x="301" y="14704"/>
                  </a:lnTo>
                  <a:cubicBezTo>
                    <a:pt x="802" y="10944"/>
                    <a:pt x="2532" y="1019"/>
                    <a:pt x="4512" y="343"/>
                  </a:cubicBezTo>
                  <a:cubicBezTo>
                    <a:pt x="4582" y="323"/>
                    <a:pt x="4665" y="316"/>
                    <a:pt x="4750" y="316"/>
                  </a:cubicBezTo>
                  <a:cubicBezTo>
                    <a:pt x="4999" y="316"/>
                    <a:pt x="5277" y="381"/>
                    <a:pt x="5389" y="418"/>
                  </a:cubicBezTo>
                  <a:lnTo>
                    <a:pt x="5514" y="142"/>
                  </a:lnTo>
                  <a:cubicBezTo>
                    <a:pt x="5372" y="71"/>
                    <a:pt x="5080" y="0"/>
                    <a:pt x="4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7113112" y="2751853"/>
              <a:ext cx="314883" cy="339611"/>
            </a:xfrm>
            <a:custGeom>
              <a:avLst/>
              <a:gdLst/>
              <a:ahLst/>
              <a:cxnLst/>
              <a:rect l="l" t="t" r="r" b="b"/>
              <a:pathLst>
                <a:path w="15293" h="16494" extrusionOk="0">
                  <a:moveTo>
                    <a:pt x="8400" y="1"/>
                  </a:moveTo>
                  <a:cubicBezTo>
                    <a:pt x="5059" y="1"/>
                    <a:pt x="6997" y="3831"/>
                    <a:pt x="6997" y="3831"/>
                  </a:cubicBezTo>
                  <a:cubicBezTo>
                    <a:pt x="6997" y="3831"/>
                    <a:pt x="4887" y="2232"/>
                    <a:pt x="3373" y="2232"/>
                  </a:cubicBezTo>
                  <a:cubicBezTo>
                    <a:pt x="2820" y="2232"/>
                    <a:pt x="2346" y="2446"/>
                    <a:pt x="2085" y="3029"/>
                  </a:cubicBezTo>
                  <a:cubicBezTo>
                    <a:pt x="1" y="7876"/>
                    <a:pt x="10802" y="16494"/>
                    <a:pt x="12540" y="16494"/>
                  </a:cubicBezTo>
                  <a:cubicBezTo>
                    <a:pt x="12600" y="16494"/>
                    <a:pt x="12649" y="16484"/>
                    <a:pt x="12686" y="16463"/>
                  </a:cubicBezTo>
                  <a:cubicBezTo>
                    <a:pt x="13814" y="15836"/>
                    <a:pt x="15293" y="473"/>
                    <a:pt x="8852" y="22"/>
                  </a:cubicBezTo>
                  <a:cubicBezTo>
                    <a:pt x="8691" y="8"/>
                    <a:pt x="8541" y="1"/>
                    <a:pt x="8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7113112" y="2797787"/>
              <a:ext cx="261225" cy="293675"/>
            </a:xfrm>
            <a:custGeom>
              <a:avLst/>
              <a:gdLst/>
              <a:ahLst/>
              <a:cxnLst/>
              <a:rect l="l" t="t" r="r" b="b"/>
              <a:pathLst>
                <a:path w="12687" h="14263" extrusionOk="0">
                  <a:moveTo>
                    <a:pt x="3373" y="1"/>
                  </a:moveTo>
                  <a:cubicBezTo>
                    <a:pt x="2820" y="1"/>
                    <a:pt x="2346" y="215"/>
                    <a:pt x="2085" y="798"/>
                  </a:cubicBezTo>
                  <a:cubicBezTo>
                    <a:pt x="1" y="5645"/>
                    <a:pt x="10802" y="14263"/>
                    <a:pt x="12540" y="14263"/>
                  </a:cubicBezTo>
                  <a:cubicBezTo>
                    <a:pt x="12600" y="14263"/>
                    <a:pt x="12649" y="14253"/>
                    <a:pt x="12686" y="14232"/>
                  </a:cubicBezTo>
                  <a:cubicBezTo>
                    <a:pt x="12360" y="11300"/>
                    <a:pt x="9002" y="2803"/>
                    <a:pt x="6997" y="1600"/>
                  </a:cubicBezTo>
                  <a:cubicBezTo>
                    <a:pt x="6997" y="1600"/>
                    <a:pt x="4887" y="1"/>
                    <a:pt x="3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7352626" y="3022684"/>
              <a:ext cx="18593" cy="52669"/>
            </a:xfrm>
            <a:custGeom>
              <a:avLst/>
              <a:gdLst/>
              <a:ahLst/>
              <a:cxnLst/>
              <a:rect l="l" t="t" r="r" b="b"/>
              <a:pathLst>
                <a:path w="903" h="2558" extrusionOk="0">
                  <a:moveTo>
                    <a:pt x="301" y="1"/>
                  </a:moveTo>
                  <a:lnTo>
                    <a:pt x="0" y="76"/>
                  </a:lnTo>
                  <a:cubicBezTo>
                    <a:pt x="226" y="878"/>
                    <a:pt x="427" y="1705"/>
                    <a:pt x="602" y="2557"/>
                  </a:cubicBezTo>
                  <a:lnTo>
                    <a:pt x="903" y="2482"/>
                  </a:lnTo>
                  <a:cubicBezTo>
                    <a:pt x="727" y="1630"/>
                    <a:pt x="527" y="803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05967" y="2741476"/>
              <a:ext cx="239976" cy="240985"/>
            </a:xfrm>
            <a:custGeom>
              <a:avLst/>
              <a:gdLst/>
              <a:ahLst/>
              <a:cxnLst/>
              <a:rect l="l" t="t" r="r" b="b"/>
              <a:pathLst>
                <a:path w="11655" h="11704" extrusionOk="0">
                  <a:moveTo>
                    <a:pt x="495" y="1"/>
                  </a:moveTo>
                  <a:cubicBezTo>
                    <a:pt x="327" y="1"/>
                    <a:pt x="162" y="9"/>
                    <a:pt x="0" y="25"/>
                  </a:cubicBezTo>
                  <a:lnTo>
                    <a:pt x="26" y="350"/>
                  </a:lnTo>
                  <a:cubicBezTo>
                    <a:pt x="185" y="334"/>
                    <a:pt x="347" y="326"/>
                    <a:pt x="513" y="326"/>
                  </a:cubicBezTo>
                  <a:cubicBezTo>
                    <a:pt x="3919" y="326"/>
                    <a:pt x="8605" y="3793"/>
                    <a:pt x="11354" y="11704"/>
                  </a:cubicBezTo>
                  <a:lnTo>
                    <a:pt x="11655" y="11579"/>
                  </a:lnTo>
                  <a:cubicBezTo>
                    <a:pt x="8856" y="3540"/>
                    <a:pt x="4024" y="1"/>
                    <a:pt x="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03" name="Google Shape;703;p25"/>
          <p:cNvCxnSpPr/>
          <p:nvPr/>
        </p:nvCxnSpPr>
        <p:spPr>
          <a:xfrm>
            <a:off x="8314375" y="5069300"/>
            <a:ext cx="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04" name="Google Shape;704;p25"/>
          <p:cNvGrpSpPr/>
          <p:nvPr/>
        </p:nvGrpSpPr>
        <p:grpSpPr>
          <a:xfrm>
            <a:off x="-318086" y="226096"/>
            <a:ext cx="1038089" cy="308910"/>
            <a:chOff x="6918132" y="1224850"/>
            <a:chExt cx="860271" cy="255995"/>
          </a:xfrm>
        </p:grpSpPr>
        <p:sp>
          <p:nvSpPr>
            <p:cNvPr id="705" name="Google Shape;705;p25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690683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0" name="Google Shape;710;p26"/>
          <p:cNvSpPr txBox="1">
            <a:spLocks noGrp="1"/>
          </p:cNvSpPr>
          <p:nvPr>
            <p:ph type="subTitle" idx="1"/>
          </p:nvPr>
        </p:nvSpPr>
        <p:spPr>
          <a:xfrm>
            <a:off x="2223600" y="1459587"/>
            <a:ext cx="46968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1" name="Google Shape;711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8841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2" name="Google Shape;712;p26"/>
          <p:cNvSpPr txBox="1">
            <a:spLocks noGrp="1"/>
          </p:cNvSpPr>
          <p:nvPr>
            <p:ph type="subTitle" idx="3"/>
          </p:nvPr>
        </p:nvSpPr>
        <p:spPr>
          <a:xfrm>
            <a:off x="2223600" y="2757310"/>
            <a:ext cx="46968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8612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4" name="Google Shape;714;p26"/>
          <p:cNvSpPr txBox="1">
            <a:spLocks noGrp="1"/>
          </p:cNvSpPr>
          <p:nvPr>
            <p:ph type="subTitle" idx="5"/>
          </p:nvPr>
        </p:nvSpPr>
        <p:spPr>
          <a:xfrm>
            <a:off x="2223600" y="4055017"/>
            <a:ext cx="46968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cxnSp>
        <p:nvCxnSpPr>
          <p:cNvPr id="715" name="Google Shape;715;p26"/>
          <p:cNvCxnSpPr/>
          <p:nvPr/>
        </p:nvCxnSpPr>
        <p:spPr>
          <a:xfrm>
            <a:off x="115011" y="5069300"/>
            <a:ext cx="146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6" name="Google Shape;716;p26"/>
          <p:cNvGrpSpPr/>
          <p:nvPr/>
        </p:nvGrpSpPr>
        <p:grpSpPr>
          <a:xfrm>
            <a:off x="271626" y="4521400"/>
            <a:ext cx="1236129" cy="547902"/>
            <a:chOff x="6072884" y="2507191"/>
            <a:chExt cx="468071" cy="207460"/>
          </a:xfrm>
        </p:grpSpPr>
        <p:sp>
          <p:nvSpPr>
            <p:cNvPr id="717" name="Google Shape;717;p26"/>
            <p:cNvSpPr/>
            <p:nvPr/>
          </p:nvSpPr>
          <p:spPr>
            <a:xfrm>
              <a:off x="6115195" y="2542275"/>
              <a:ext cx="311197" cy="98070"/>
            </a:xfrm>
            <a:custGeom>
              <a:avLst/>
              <a:gdLst/>
              <a:ahLst/>
              <a:cxnLst/>
              <a:rect l="l" t="t" r="r" b="b"/>
              <a:pathLst>
                <a:path w="15114" h="4763" extrusionOk="0">
                  <a:moveTo>
                    <a:pt x="2457" y="0"/>
                  </a:moveTo>
                  <a:cubicBezTo>
                    <a:pt x="1179" y="0"/>
                    <a:pt x="1" y="1178"/>
                    <a:pt x="1" y="2456"/>
                  </a:cubicBezTo>
                  <a:cubicBezTo>
                    <a:pt x="1" y="3735"/>
                    <a:pt x="1204" y="4762"/>
                    <a:pt x="2482" y="4762"/>
                  </a:cubicBezTo>
                  <a:lnTo>
                    <a:pt x="15114" y="4762"/>
                  </a:lnTo>
                  <a:lnTo>
                    <a:pt x="15114" y="4111"/>
                  </a:lnTo>
                  <a:lnTo>
                    <a:pt x="14437" y="4111"/>
                  </a:lnTo>
                  <a:lnTo>
                    <a:pt x="14437" y="802"/>
                  </a:lnTo>
                  <a:lnTo>
                    <a:pt x="15114" y="802"/>
                  </a:lnTo>
                  <a:lnTo>
                    <a:pt x="15114" y="126"/>
                  </a:lnTo>
                  <a:lnTo>
                    <a:pt x="2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6222012" y="2542275"/>
              <a:ext cx="311197" cy="98070"/>
            </a:xfrm>
            <a:custGeom>
              <a:avLst/>
              <a:gdLst/>
              <a:ahLst/>
              <a:cxnLst/>
              <a:rect l="l" t="t" r="r" b="b"/>
              <a:pathLst>
                <a:path w="15114" h="4763" extrusionOk="0">
                  <a:moveTo>
                    <a:pt x="2457" y="0"/>
                  </a:moveTo>
                  <a:cubicBezTo>
                    <a:pt x="1179" y="0"/>
                    <a:pt x="1" y="1178"/>
                    <a:pt x="1" y="2456"/>
                  </a:cubicBezTo>
                  <a:cubicBezTo>
                    <a:pt x="1" y="3735"/>
                    <a:pt x="1204" y="4762"/>
                    <a:pt x="2482" y="4762"/>
                  </a:cubicBezTo>
                  <a:lnTo>
                    <a:pt x="15114" y="4762"/>
                  </a:lnTo>
                  <a:lnTo>
                    <a:pt x="15114" y="4111"/>
                  </a:lnTo>
                  <a:lnTo>
                    <a:pt x="14437" y="4111"/>
                  </a:lnTo>
                  <a:lnTo>
                    <a:pt x="14437" y="802"/>
                  </a:lnTo>
                  <a:lnTo>
                    <a:pt x="15114" y="802"/>
                  </a:lnTo>
                  <a:lnTo>
                    <a:pt x="15114" y="126"/>
                  </a:lnTo>
                  <a:lnTo>
                    <a:pt x="2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6107454" y="2640321"/>
              <a:ext cx="433502" cy="74330"/>
            </a:xfrm>
            <a:custGeom>
              <a:avLst/>
              <a:gdLst/>
              <a:ahLst/>
              <a:cxnLst/>
              <a:rect l="l" t="t" r="r" b="b"/>
              <a:pathLst>
                <a:path w="21054" h="3610" extrusionOk="0">
                  <a:moveTo>
                    <a:pt x="1" y="0"/>
                  </a:moveTo>
                  <a:lnTo>
                    <a:pt x="1" y="501"/>
                  </a:lnTo>
                  <a:lnTo>
                    <a:pt x="527" y="501"/>
                  </a:lnTo>
                  <a:lnTo>
                    <a:pt x="527" y="3008"/>
                  </a:lnTo>
                  <a:lnTo>
                    <a:pt x="1" y="3008"/>
                  </a:lnTo>
                  <a:lnTo>
                    <a:pt x="1" y="3609"/>
                  </a:lnTo>
                  <a:lnTo>
                    <a:pt x="19199" y="3609"/>
                  </a:lnTo>
                  <a:cubicBezTo>
                    <a:pt x="20177" y="3609"/>
                    <a:pt x="21054" y="2732"/>
                    <a:pt x="21054" y="1755"/>
                  </a:cubicBezTo>
                  <a:cubicBezTo>
                    <a:pt x="21054" y="802"/>
                    <a:pt x="20151" y="0"/>
                    <a:pt x="191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6072884" y="2640321"/>
              <a:ext cx="188378" cy="74330"/>
            </a:xfrm>
            <a:custGeom>
              <a:avLst/>
              <a:gdLst/>
              <a:ahLst/>
              <a:cxnLst/>
              <a:rect l="l" t="t" r="r" b="b"/>
              <a:pathLst>
                <a:path w="9149" h="3610" extrusionOk="0">
                  <a:moveTo>
                    <a:pt x="1" y="0"/>
                  </a:moveTo>
                  <a:lnTo>
                    <a:pt x="1" y="501"/>
                  </a:lnTo>
                  <a:lnTo>
                    <a:pt x="502" y="501"/>
                  </a:lnTo>
                  <a:lnTo>
                    <a:pt x="502" y="3008"/>
                  </a:lnTo>
                  <a:lnTo>
                    <a:pt x="1" y="3008"/>
                  </a:lnTo>
                  <a:lnTo>
                    <a:pt x="1" y="3609"/>
                  </a:lnTo>
                  <a:lnTo>
                    <a:pt x="7294" y="3609"/>
                  </a:lnTo>
                  <a:cubicBezTo>
                    <a:pt x="8271" y="3609"/>
                    <a:pt x="9149" y="2732"/>
                    <a:pt x="9149" y="1755"/>
                  </a:cubicBezTo>
                  <a:cubicBezTo>
                    <a:pt x="9149" y="802"/>
                    <a:pt x="8246" y="0"/>
                    <a:pt x="7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6083220" y="2650636"/>
              <a:ext cx="163073" cy="51619"/>
            </a:xfrm>
            <a:custGeom>
              <a:avLst/>
              <a:gdLst/>
              <a:ahLst/>
              <a:cxnLst/>
              <a:rect l="l" t="t" r="r" b="b"/>
              <a:pathLst>
                <a:path w="7920" h="2507" extrusionOk="0">
                  <a:moveTo>
                    <a:pt x="0" y="0"/>
                  </a:moveTo>
                  <a:lnTo>
                    <a:pt x="0" y="2507"/>
                  </a:lnTo>
                  <a:lnTo>
                    <a:pt x="6667" y="2507"/>
                  </a:lnTo>
                  <a:cubicBezTo>
                    <a:pt x="7368" y="2507"/>
                    <a:pt x="7920" y="1930"/>
                    <a:pt x="7920" y="1254"/>
                  </a:cubicBezTo>
                  <a:cubicBezTo>
                    <a:pt x="7920" y="577"/>
                    <a:pt x="7368" y="0"/>
                    <a:pt x="66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083220" y="2687779"/>
              <a:ext cx="147074" cy="8277"/>
            </a:xfrm>
            <a:custGeom>
              <a:avLst/>
              <a:gdLst/>
              <a:ahLst/>
              <a:cxnLst/>
              <a:rect l="l" t="t" r="r" b="b"/>
              <a:pathLst>
                <a:path w="7143" h="402" extrusionOk="0">
                  <a:moveTo>
                    <a:pt x="7143" y="1"/>
                  </a:moveTo>
                  <a:lnTo>
                    <a:pt x="0" y="201"/>
                  </a:lnTo>
                  <a:lnTo>
                    <a:pt x="0" y="402"/>
                  </a:lnTo>
                  <a:lnTo>
                    <a:pt x="7143" y="227"/>
                  </a:lnTo>
                  <a:lnTo>
                    <a:pt x="7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083220" y="2674375"/>
              <a:ext cx="125414" cy="5168"/>
            </a:xfrm>
            <a:custGeom>
              <a:avLst/>
              <a:gdLst/>
              <a:ahLst/>
              <a:cxnLst/>
              <a:rect l="l" t="t" r="r" b="b"/>
              <a:pathLst>
                <a:path w="6091" h="251" extrusionOk="0">
                  <a:moveTo>
                    <a:pt x="6065" y="0"/>
                  </a:moveTo>
                  <a:lnTo>
                    <a:pt x="0" y="25"/>
                  </a:lnTo>
                  <a:lnTo>
                    <a:pt x="0" y="251"/>
                  </a:lnTo>
                  <a:lnTo>
                    <a:pt x="6090" y="201"/>
                  </a:lnTo>
                  <a:lnTo>
                    <a:pt x="60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083220" y="2655289"/>
              <a:ext cx="137274" cy="4653"/>
            </a:xfrm>
            <a:custGeom>
              <a:avLst/>
              <a:gdLst/>
              <a:ahLst/>
              <a:cxnLst/>
              <a:rect l="l" t="t" r="r" b="b"/>
              <a:pathLst>
                <a:path w="6667" h="226" extrusionOk="0">
                  <a:moveTo>
                    <a:pt x="0" y="0"/>
                  </a:moveTo>
                  <a:lnTo>
                    <a:pt x="0" y="226"/>
                  </a:lnTo>
                  <a:lnTo>
                    <a:pt x="6667" y="226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096624" y="2507191"/>
              <a:ext cx="385507" cy="37165"/>
            </a:xfrm>
            <a:custGeom>
              <a:avLst/>
              <a:gdLst/>
              <a:ahLst/>
              <a:cxnLst/>
              <a:rect l="l" t="t" r="r" b="b"/>
              <a:pathLst>
                <a:path w="18723" h="1805" extrusionOk="0">
                  <a:moveTo>
                    <a:pt x="18723" y="0"/>
                  </a:moveTo>
                  <a:lnTo>
                    <a:pt x="1" y="476"/>
                  </a:lnTo>
                  <a:lnTo>
                    <a:pt x="1" y="1704"/>
                  </a:lnTo>
                  <a:lnTo>
                    <a:pt x="18622" y="1805"/>
                  </a:lnTo>
                  <a:lnTo>
                    <a:pt x="187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6242148" y="2558787"/>
              <a:ext cx="277141" cy="68132"/>
            </a:xfrm>
            <a:custGeom>
              <a:avLst/>
              <a:gdLst/>
              <a:ahLst/>
              <a:cxnLst/>
              <a:rect l="l" t="t" r="r" b="b"/>
              <a:pathLst>
                <a:path w="13460" h="3309" extrusionOk="0">
                  <a:moveTo>
                    <a:pt x="1655" y="0"/>
                  </a:moveTo>
                  <a:cubicBezTo>
                    <a:pt x="752" y="0"/>
                    <a:pt x="0" y="752"/>
                    <a:pt x="0" y="1654"/>
                  </a:cubicBezTo>
                  <a:cubicBezTo>
                    <a:pt x="0" y="2557"/>
                    <a:pt x="752" y="3309"/>
                    <a:pt x="1655" y="3309"/>
                  </a:cubicBezTo>
                  <a:lnTo>
                    <a:pt x="13459" y="3309"/>
                  </a:lnTo>
                  <a:lnTo>
                    <a:pt x="134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263293" y="2567558"/>
              <a:ext cx="255995" cy="9307"/>
            </a:xfrm>
            <a:custGeom>
              <a:avLst/>
              <a:gdLst/>
              <a:ahLst/>
              <a:cxnLst/>
              <a:rect l="l" t="t" r="r" b="b"/>
              <a:pathLst>
                <a:path w="12433" h="452" extrusionOk="0">
                  <a:moveTo>
                    <a:pt x="12432" y="0"/>
                  </a:moveTo>
                  <a:lnTo>
                    <a:pt x="1" y="251"/>
                  </a:lnTo>
                  <a:lnTo>
                    <a:pt x="1" y="451"/>
                  </a:lnTo>
                  <a:lnTo>
                    <a:pt x="12432" y="201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92715" y="2589754"/>
              <a:ext cx="226572" cy="5168"/>
            </a:xfrm>
            <a:custGeom>
              <a:avLst/>
              <a:gdLst/>
              <a:ahLst/>
              <a:cxnLst/>
              <a:rect l="l" t="t" r="r" b="b"/>
              <a:pathLst>
                <a:path w="11004" h="251" extrusionOk="0">
                  <a:moveTo>
                    <a:pt x="11003" y="0"/>
                  </a:moveTo>
                  <a:lnTo>
                    <a:pt x="1" y="50"/>
                  </a:lnTo>
                  <a:lnTo>
                    <a:pt x="1" y="251"/>
                  </a:lnTo>
                  <a:lnTo>
                    <a:pt x="11003" y="201"/>
                  </a:lnTo>
                  <a:lnTo>
                    <a:pt x="11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276203" y="2615552"/>
              <a:ext cx="243086" cy="4653"/>
            </a:xfrm>
            <a:custGeom>
              <a:avLst/>
              <a:gdLst/>
              <a:ahLst/>
              <a:cxnLst/>
              <a:rect l="l" t="t" r="r" b="b"/>
              <a:pathLst>
                <a:path w="11806" h="226" extrusionOk="0">
                  <a:moveTo>
                    <a:pt x="1" y="0"/>
                  </a:moveTo>
                  <a:lnTo>
                    <a:pt x="1" y="226"/>
                  </a:lnTo>
                  <a:lnTo>
                    <a:pt x="11805" y="226"/>
                  </a:lnTo>
                  <a:lnTo>
                    <a:pt x="118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26"/>
          <p:cNvGrpSpPr/>
          <p:nvPr/>
        </p:nvGrpSpPr>
        <p:grpSpPr>
          <a:xfrm>
            <a:off x="8428912" y="3486654"/>
            <a:ext cx="1236123" cy="367840"/>
            <a:chOff x="6918132" y="1224850"/>
            <a:chExt cx="860271" cy="255995"/>
          </a:xfrm>
        </p:grpSpPr>
        <p:sp>
          <p:nvSpPr>
            <p:cNvPr id="731" name="Google Shape;731;p26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34" name="Google Shape;734;p26"/>
          <p:cNvCxnSpPr/>
          <p:nvPr/>
        </p:nvCxnSpPr>
        <p:spPr>
          <a:xfrm>
            <a:off x="7942486" y="535000"/>
            <a:ext cx="111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5" name="Google Shape;735;p26"/>
          <p:cNvGrpSpPr/>
          <p:nvPr/>
        </p:nvGrpSpPr>
        <p:grpSpPr>
          <a:xfrm flipH="1">
            <a:off x="-830941" y="1356372"/>
            <a:ext cx="1546029" cy="439232"/>
            <a:chOff x="3983000" y="1275438"/>
            <a:chExt cx="1621936" cy="460845"/>
          </a:xfrm>
        </p:grpSpPr>
        <p:sp>
          <p:nvSpPr>
            <p:cNvPr id="736" name="Google Shape;736;p26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6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26"/>
          <p:cNvGrpSpPr/>
          <p:nvPr/>
        </p:nvGrpSpPr>
        <p:grpSpPr>
          <a:xfrm>
            <a:off x="8160872" y="401796"/>
            <a:ext cx="646707" cy="1110296"/>
            <a:chOff x="5392247" y="2565644"/>
            <a:chExt cx="696658" cy="1196052"/>
          </a:xfrm>
        </p:grpSpPr>
        <p:sp>
          <p:nvSpPr>
            <p:cNvPr id="742" name="Google Shape;742;p26"/>
            <p:cNvSpPr/>
            <p:nvPr/>
          </p:nvSpPr>
          <p:spPr>
            <a:xfrm>
              <a:off x="5558422" y="2578018"/>
              <a:ext cx="402020" cy="136635"/>
            </a:xfrm>
            <a:custGeom>
              <a:avLst/>
              <a:gdLst/>
              <a:ahLst/>
              <a:cxnLst/>
              <a:rect l="l" t="t" r="r" b="b"/>
              <a:pathLst>
                <a:path w="19525" h="6636" extrusionOk="0">
                  <a:moveTo>
                    <a:pt x="8398" y="1"/>
                  </a:moveTo>
                  <a:cubicBezTo>
                    <a:pt x="4474" y="1"/>
                    <a:pt x="844" y="131"/>
                    <a:pt x="577" y="445"/>
                  </a:cubicBezTo>
                  <a:cubicBezTo>
                    <a:pt x="0" y="1147"/>
                    <a:pt x="1930" y="5507"/>
                    <a:pt x="6441" y="6635"/>
                  </a:cubicBezTo>
                  <a:lnTo>
                    <a:pt x="12607" y="6635"/>
                  </a:lnTo>
                  <a:cubicBezTo>
                    <a:pt x="15639" y="5683"/>
                    <a:pt x="19524" y="971"/>
                    <a:pt x="18446" y="445"/>
                  </a:cubicBezTo>
                  <a:cubicBezTo>
                    <a:pt x="17882" y="176"/>
                    <a:pt x="12943" y="1"/>
                    <a:pt x="83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5999607" y="2887845"/>
              <a:ext cx="36671" cy="55140"/>
            </a:xfrm>
            <a:custGeom>
              <a:avLst/>
              <a:gdLst/>
              <a:ahLst/>
              <a:cxnLst/>
              <a:rect l="l" t="t" r="r" b="b"/>
              <a:pathLst>
                <a:path w="1781" h="2678" extrusionOk="0">
                  <a:moveTo>
                    <a:pt x="1493" y="1"/>
                  </a:moveTo>
                  <a:cubicBezTo>
                    <a:pt x="1428" y="1"/>
                    <a:pt x="1362" y="30"/>
                    <a:pt x="1304" y="58"/>
                  </a:cubicBezTo>
                  <a:cubicBezTo>
                    <a:pt x="1179" y="134"/>
                    <a:pt x="1079" y="184"/>
                    <a:pt x="978" y="259"/>
                  </a:cubicBezTo>
                  <a:cubicBezTo>
                    <a:pt x="577" y="510"/>
                    <a:pt x="277" y="835"/>
                    <a:pt x="126" y="1287"/>
                  </a:cubicBezTo>
                  <a:cubicBezTo>
                    <a:pt x="51" y="1487"/>
                    <a:pt x="1" y="1738"/>
                    <a:pt x="1" y="1963"/>
                  </a:cubicBezTo>
                  <a:cubicBezTo>
                    <a:pt x="1" y="2089"/>
                    <a:pt x="26" y="2214"/>
                    <a:pt x="51" y="2339"/>
                  </a:cubicBezTo>
                  <a:cubicBezTo>
                    <a:pt x="51" y="2414"/>
                    <a:pt x="76" y="2590"/>
                    <a:pt x="151" y="2640"/>
                  </a:cubicBezTo>
                  <a:cubicBezTo>
                    <a:pt x="184" y="2667"/>
                    <a:pt x="225" y="2677"/>
                    <a:pt x="268" y="2677"/>
                  </a:cubicBezTo>
                  <a:cubicBezTo>
                    <a:pt x="389" y="2677"/>
                    <a:pt x="535" y="2595"/>
                    <a:pt x="627" y="2540"/>
                  </a:cubicBezTo>
                  <a:cubicBezTo>
                    <a:pt x="753" y="2465"/>
                    <a:pt x="878" y="2364"/>
                    <a:pt x="978" y="2239"/>
                  </a:cubicBezTo>
                  <a:cubicBezTo>
                    <a:pt x="1179" y="2013"/>
                    <a:pt x="1329" y="1763"/>
                    <a:pt x="1480" y="1512"/>
                  </a:cubicBezTo>
                  <a:cubicBezTo>
                    <a:pt x="1630" y="1186"/>
                    <a:pt x="1780" y="785"/>
                    <a:pt x="1755" y="434"/>
                  </a:cubicBezTo>
                  <a:cubicBezTo>
                    <a:pt x="1730" y="309"/>
                    <a:pt x="1705" y="159"/>
                    <a:pt x="1630" y="58"/>
                  </a:cubicBezTo>
                  <a:cubicBezTo>
                    <a:pt x="1588" y="16"/>
                    <a:pt x="1541" y="1"/>
                    <a:pt x="14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032633" y="2883809"/>
              <a:ext cx="56272" cy="34674"/>
            </a:xfrm>
            <a:custGeom>
              <a:avLst/>
              <a:gdLst/>
              <a:ahLst/>
              <a:cxnLst/>
              <a:rect l="l" t="t" r="r" b="b"/>
              <a:pathLst>
                <a:path w="2733" h="1684" extrusionOk="0">
                  <a:moveTo>
                    <a:pt x="791" y="0"/>
                  </a:moveTo>
                  <a:cubicBezTo>
                    <a:pt x="745" y="0"/>
                    <a:pt x="699" y="1"/>
                    <a:pt x="653" y="4"/>
                  </a:cubicBezTo>
                  <a:cubicBezTo>
                    <a:pt x="527" y="29"/>
                    <a:pt x="402" y="29"/>
                    <a:pt x="277" y="54"/>
                  </a:cubicBezTo>
                  <a:cubicBezTo>
                    <a:pt x="151" y="54"/>
                    <a:pt x="26" y="104"/>
                    <a:pt x="1" y="229"/>
                  </a:cubicBezTo>
                  <a:cubicBezTo>
                    <a:pt x="1" y="355"/>
                    <a:pt x="51" y="505"/>
                    <a:pt x="126" y="605"/>
                  </a:cubicBezTo>
                  <a:cubicBezTo>
                    <a:pt x="302" y="906"/>
                    <a:pt x="653" y="1157"/>
                    <a:pt x="978" y="1332"/>
                  </a:cubicBezTo>
                  <a:cubicBezTo>
                    <a:pt x="1229" y="1457"/>
                    <a:pt x="1505" y="1583"/>
                    <a:pt x="1780" y="1633"/>
                  </a:cubicBezTo>
                  <a:cubicBezTo>
                    <a:pt x="1956" y="1658"/>
                    <a:pt x="2106" y="1683"/>
                    <a:pt x="2257" y="1683"/>
                  </a:cubicBezTo>
                  <a:cubicBezTo>
                    <a:pt x="2382" y="1658"/>
                    <a:pt x="2658" y="1633"/>
                    <a:pt x="2708" y="1483"/>
                  </a:cubicBezTo>
                  <a:cubicBezTo>
                    <a:pt x="2733" y="1382"/>
                    <a:pt x="2658" y="1257"/>
                    <a:pt x="2607" y="1157"/>
                  </a:cubicBezTo>
                  <a:cubicBezTo>
                    <a:pt x="2557" y="1056"/>
                    <a:pt x="2507" y="956"/>
                    <a:pt x="2432" y="856"/>
                  </a:cubicBezTo>
                  <a:cubicBezTo>
                    <a:pt x="2307" y="655"/>
                    <a:pt x="2131" y="480"/>
                    <a:pt x="1931" y="355"/>
                  </a:cubicBezTo>
                  <a:cubicBezTo>
                    <a:pt x="1592" y="106"/>
                    <a:pt x="1212" y="0"/>
                    <a:pt x="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5965553" y="2829042"/>
              <a:ext cx="33562" cy="58373"/>
            </a:xfrm>
            <a:custGeom>
              <a:avLst/>
              <a:gdLst/>
              <a:ahLst/>
              <a:cxnLst/>
              <a:rect l="l" t="t" r="r" b="b"/>
              <a:pathLst>
                <a:path w="1630" h="2835" extrusionOk="0">
                  <a:moveTo>
                    <a:pt x="1258" y="0"/>
                  </a:moveTo>
                  <a:cubicBezTo>
                    <a:pt x="1182" y="0"/>
                    <a:pt x="1106" y="47"/>
                    <a:pt x="1053" y="82"/>
                  </a:cubicBezTo>
                  <a:cubicBezTo>
                    <a:pt x="953" y="158"/>
                    <a:pt x="828" y="233"/>
                    <a:pt x="753" y="333"/>
                  </a:cubicBezTo>
                  <a:cubicBezTo>
                    <a:pt x="402" y="634"/>
                    <a:pt x="126" y="985"/>
                    <a:pt x="51" y="1461"/>
                  </a:cubicBezTo>
                  <a:cubicBezTo>
                    <a:pt x="1" y="1686"/>
                    <a:pt x="1" y="1937"/>
                    <a:pt x="26" y="2163"/>
                  </a:cubicBezTo>
                  <a:cubicBezTo>
                    <a:pt x="51" y="2288"/>
                    <a:pt x="76" y="2413"/>
                    <a:pt x="126" y="2513"/>
                  </a:cubicBezTo>
                  <a:cubicBezTo>
                    <a:pt x="151" y="2614"/>
                    <a:pt x="201" y="2764"/>
                    <a:pt x="276" y="2814"/>
                  </a:cubicBezTo>
                  <a:cubicBezTo>
                    <a:pt x="300" y="2828"/>
                    <a:pt x="327" y="2835"/>
                    <a:pt x="356" y="2835"/>
                  </a:cubicBezTo>
                  <a:cubicBezTo>
                    <a:pt x="482" y="2835"/>
                    <a:pt x="646" y="2720"/>
                    <a:pt x="728" y="2639"/>
                  </a:cubicBezTo>
                  <a:cubicBezTo>
                    <a:pt x="853" y="2539"/>
                    <a:pt x="953" y="2413"/>
                    <a:pt x="1053" y="2288"/>
                  </a:cubicBezTo>
                  <a:cubicBezTo>
                    <a:pt x="1204" y="2037"/>
                    <a:pt x="1329" y="1762"/>
                    <a:pt x="1429" y="1486"/>
                  </a:cubicBezTo>
                  <a:cubicBezTo>
                    <a:pt x="1530" y="1160"/>
                    <a:pt x="1630" y="734"/>
                    <a:pt x="1530" y="383"/>
                  </a:cubicBezTo>
                  <a:cubicBezTo>
                    <a:pt x="1504" y="258"/>
                    <a:pt x="1454" y="133"/>
                    <a:pt x="1354" y="32"/>
                  </a:cubicBezTo>
                  <a:cubicBezTo>
                    <a:pt x="1324" y="9"/>
                    <a:pt x="1291" y="0"/>
                    <a:pt x="12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5992916" y="2821836"/>
              <a:ext cx="59361" cy="30926"/>
            </a:xfrm>
            <a:custGeom>
              <a:avLst/>
              <a:gdLst/>
              <a:ahLst/>
              <a:cxnLst/>
              <a:rect l="l" t="t" r="r" b="b"/>
              <a:pathLst>
                <a:path w="2883" h="1502" extrusionOk="0">
                  <a:moveTo>
                    <a:pt x="1113" y="0"/>
                  </a:moveTo>
                  <a:cubicBezTo>
                    <a:pt x="952" y="0"/>
                    <a:pt x="789" y="20"/>
                    <a:pt x="627" y="56"/>
                  </a:cubicBezTo>
                  <a:cubicBezTo>
                    <a:pt x="501" y="82"/>
                    <a:pt x="376" y="107"/>
                    <a:pt x="251" y="132"/>
                  </a:cubicBezTo>
                  <a:cubicBezTo>
                    <a:pt x="150" y="182"/>
                    <a:pt x="0" y="232"/>
                    <a:pt x="25" y="357"/>
                  </a:cubicBezTo>
                  <a:cubicBezTo>
                    <a:pt x="25" y="483"/>
                    <a:pt x="100" y="608"/>
                    <a:pt x="175" y="708"/>
                  </a:cubicBezTo>
                  <a:cubicBezTo>
                    <a:pt x="401" y="984"/>
                    <a:pt x="802" y="1184"/>
                    <a:pt x="1128" y="1310"/>
                  </a:cubicBezTo>
                  <a:cubicBezTo>
                    <a:pt x="1404" y="1410"/>
                    <a:pt x="1679" y="1485"/>
                    <a:pt x="1980" y="1485"/>
                  </a:cubicBezTo>
                  <a:cubicBezTo>
                    <a:pt x="2042" y="1495"/>
                    <a:pt x="2109" y="1501"/>
                    <a:pt x="2176" y="1501"/>
                  </a:cubicBezTo>
                  <a:cubicBezTo>
                    <a:pt x="2271" y="1501"/>
                    <a:pt x="2368" y="1489"/>
                    <a:pt x="2456" y="1460"/>
                  </a:cubicBezTo>
                  <a:cubicBezTo>
                    <a:pt x="2582" y="1435"/>
                    <a:pt x="2857" y="1360"/>
                    <a:pt x="2882" y="1209"/>
                  </a:cubicBezTo>
                  <a:cubicBezTo>
                    <a:pt x="2882" y="1109"/>
                    <a:pt x="2782" y="984"/>
                    <a:pt x="2732" y="909"/>
                  </a:cubicBezTo>
                  <a:cubicBezTo>
                    <a:pt x="2657" y="808"/>
                    <a:pt x="2582" y="708"/>
                    <a:pt x="2506" y="633"/>
                  </a:cubicBezTo>
                  <a:cubicBezTo>
                    <a:pt x="2356" y="457"/>
                    <a:pt x="2155" y="307"/>
                    <a:pt x="1930" y="207"/>
                  </a:cubicBezTo>
                  <a:cubicBezTo>
                    <a:pt x="1674" y="63"/>
                    <a:pt x="1397" y="0"/>
                    <a:pt x="1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5927895" y="2760397"/>
              <a:ext cx="36135" cy="55119"/>
            </a:xfrm>
            <a:custGeom>
              <a:avLst/>
              <a:gdLst/>
              <a:ahLst/>
              <a:cxnLst/>
              <a:rect l="l" t="t" r="r" b="b"/>
              <a:pathLst>
                <a:path w="1755" h="2677" extrusionOk="0">
                  <a:moveTo>
                    <a:pt x="1467" y="0"/>
                  </a:moveTo>
                  <a:cubicBezTo>
                    <a:pt x="1402" y="0"/>
                    <a:pt x="1336" y="29"/>
                    <a:pt x="1278" y="58"/>
                  </a:cubicBezTo>
                  <a:cubicBezTo>
                    <a:pt x="1178" y="108"/>
                    <a:pt x="1053" y="183"/>
                    <a:pt x="953" y="258"/>
                  </a:cubicBezTo>
                  <a:cubicBezTo>
                    <a:pt x="552" y="509"/>
                    <a:pt x="251" y="835"/>
                    <a:pt x="100" y="1286"/>
                  </a:cubicBezTo>
                  <a:cubicBezTo>
                    <a:pt x="25" y="1512"/>
                    <a:pt x="0" y="1737"/>
                    <a:pt x="0" y="1963"/>
                  </a:cubicBezTo>
                  <a:cubicBezTo>
                    <a:pt x="0" y="2088"/>
                    <a:pt x="0" y="2213"/>
                    <a:pt x="25" y="2339"/>
                  </a:cubicBezTo>
                  <a:cubicBezTo>
                    <a:pt x="50" y="2414"/>
                    <a:pt x="75" y="2589"/>
                    <a:pt x="151" y="2639"/>
                  </a:cubicBezTo>
                  <a:cubicBezTo>
                    <a:pt x="177" y="2666"/>
                    <a:pt x="214" y="2677"/>
                    <a:pt x="256" y="2677"/>
                  </a:cubicBezTo>
                  <a:cubicBezTo>
                    <a:pt x="373" y="2677"/>
                    <a:pt x="528" y="2594"/>
                    <a:pt x="602" y="2539"/>
                  </a:cubicBezTo>
                  <a:cubicBezTo>
                    <a:pt x="752" y="2464"/>
                    <a:pt x="877" y="2364"/>
                    <a:pt x="978" y="2238"/>
                  </a:cubicBezTo>
                  <a:cubicBezTo>
                    <a:pt x="1178" y="2013"/>
                    <a:pt x="1328" y="1762"/>
                    <a:pt x="1454" y="1512"/>
                  </a:cubicBezTo>
                  <a:cubicBezTo>
                    <a:pt x="1604" y="1186"/>
                    <a:pt x="1755" y="785"/>
                    <a:pt x="1729" y="434"/>
                  </a:cubicBezTo>
                  <a:cubicBezTo>
                    <a:pt x="1704" y="309"/>
                    <a:pt x="1679" y="158"/>
                    <a:pt x="1604" y="58"/>
                  </a:cubicBezTo>
                  <a:cubicBezTo>
                    <a:pt x="1562" y="16"/>
                    <a:pt x="1515" y="0"/>
                    <a:pt x="1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5960406" y="2756321"/>
              <a:ext cx="56252" cy="34385"/>
            </a:xfrm>
            <a:custGeom>
              <a:avLst/>
              <a:gdLst/>
              <a:ahLst/>
              <a:cxnLst/>
              <a:rect l="l" t="t" r="r" b="b"/>
              <a:pathLst>
                <a:path w="2732" h="1670" extrusionOk="0">
                  <a:moveTo>
                    <a:pt x="818" y="1"/>
                  </a:moveTo>
                  <a:cubicBezTo>
                    <a:pt x="763" y="1"/>
                    <a:pt x="708" y="2"/>
                    <a:pt x="652" y="5"/>
                  </a:cubicBezTo>
                  <a:cubicBezTo>
                    <a:pt x="526" y="5"/>
                    <a:pt x="401" y="30"/>
                    <a:pt x="276" y="30"/>
                  </a:cubicBezTo>
                  <a:cubicBezTo>
                    <a:pt x="176" y="55"/>
                    <a:pt x="25" y="106"/>
                    <a:pt x="25" y="231"/>
                  </a:cubicBezTo>
                  <a:cubicBezTo>
                    <a:pt x="0" y="356"/>
                    <a:pt x="75" y="482"/>
                    <a:pt x="125" y="607"/>
                  </a:cubicBezTo>
                  <a:cubicBezTo>
                    <a:pt x="301" y="908"/>
                    <a:pt x="677" y="1158"/>
                    <a:pt x="978" y="1309"/>
                  </a:cubicBezTo>
                  <a:cubicBezTo>
                    <a:pt x="1228" y="1459"/>
                    <a:pt x="1504" y="1559"/>
                    <a:pt x="1805" y="1634"/>
                  </a:cubicBezTo>
                  <a:cubicBezTo>
                    <a:pt x="1911" y="1652"/>
                    <a:pt x="2030" y="1670"/>
                    <a:pt x="2143" y="1670"/>
                  </a:cubicBezTo>
                  <a:cubicBezTo>
                    <a:pt x="2191" y="1670"/>
                    <a:pt x="2237" y="1667"/>
                    <a:pt x="2281" y="1659"/>
                  </a:cubicBezTo>
                  <a:cubicBezTo>
                    <a:pt x="2406" y="1659"/>
                    <a:pt x="2682" y="1634"/>
                    <a:pt x="2732" y="1484"/>
                  </a:cubicBezTo>
                  <a:cubicBezTo>
                    <a:pt x="2732" y="1384"/>
                    <a:pt x="2657" y="1233"/>
                    <a:pt x="2632" y="1158"/>
                  </a:cubicBezTo>
                  <a:cubicBezTo>
                    <a:pt x="2582" y="1033"/>
                    <a:pt x="2506" y="933"/>
                    <a:pt x="2431" y="832"/>
                  </a:cubicBezTo>
                  <a:cubicBezTo>
                    <a:pt x="2306" y="657"/>
                    <a:pt x="2130" y="482"/>
                    <a:pt x="1955" y="331"/>
                  </a:cubicBezTo>
                  <a:cubicBezTo>
                    <a:pt x="1601" y="88"/>
                    <a:pt x="1228" y="1"/>
                    <a:pt x="8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5916530" y="2679729"/>
              <a:ext cx="41304" cy="50610"/>
            </a:xfrm>
            <a:custGeom>
              <a:avLst/>
              <a:gdLst/>
              <a:ahLst/>
              <a:cxnLst/>
              <a:rect l="l" t="t" r="r" b="b"/>
              <a:pathLst>
                <a:path w="2006" h="2458" extrusionOk="0">
                  <a:moveTo>
                    <a:pt x="1764" y="0"/>
                  </a:moveTo>
                  <a:cubicBezTo>
                    <a:pt x="1708" y="0"/>
                    <a:pt x="1651" y="18"/>
                    <a:pt x="1605" y="41"/>
                  </a:cubicBezTo>
                  <a:cubicBezTo>
                    <a:pt x="1505" y="66"/>
                    <a:pt x="1379" y="116"/>
                    <a:pt x="1254" y="166"/>
                  </a:cubicBezTo>
                  <a:cubicBezTo>
                    <a:pt x="828" y="367"/>
                    <a:pt x="477" y="618"/>
                    <a:pt x="251" y="1044"/>
                  </a:cubicBezTo>
                  <a:cubicBezTo>
                    <a:pt x="151" y="1244"/>
                    <a:pt x="76" y="1470"/>
                    <a:pt x="26" y="1720"/>
                  </a:cubicBezTo>
                  <a:cubicBezTo>
                    <a:pt x="1" y="1846"/>
                    <a:pt x="1" y="1946"/>
                    <a:pt x="1" y="2071"/>
                  </a:cubicBezTo>
                  <a:cubicBezTo>
                    <a:pt x="26" y="2171"/>
                    <a:pt x="1" y="2347"/>
                    <a:pt x="76" y="2397"/>
                  </a:cubicBezTo>
                  <a:cubicBezTo>
                    <a:pt x="111" y="2441"/>
                    <a:pt x="166" y="2458"/>
                    <a:pt x="227" y="2458"/>
                  </a:cubicBezTo>
                  <a:cubicBezTo>
                    <a:pt x="338" y="2458"/>
                    <a:pt x="471" y="2404"/>
                    <a:pt x="552" y="2372"/>
                  </a:cubicBezTo>
                  <a:cubicBezTo>
                    <a:pt x="703" y="2322"/>
                    <a:pt x="828" y="2222"/>
                    <a:pt x="953" y="2121"/>
                  </a:cubicBezTo>
                  <a:cubicBezTo>
                    <a:pt x="1179" y="1946"/>
                    <a:pt x="1379" y="1720"/>
                    <a:pt x="1555" y="1495"/>
                  </a:cubicBezTo>
                  <a:cubicBezTo>
                    <a:pt x="1755" y="1194"/>
                    <a:pt x="1981" y="818"/>
                    <a:pt x="1981" y="467"/>
                  </a:cubicBezTo>
                  <a:cubicBezTo>
                    <a:pt x="2006" y="342"/>
                    <a:pt x="1981" y="191"/>
                    <a:pt x="1931" y="91"/>
                  </a:cubicBezTo>
                  <a:cubicBezTo>
                    <a:pt x="1890" y="24"/>
                    <a:pt x="1828" y="0"/>
                    <a:pt x="17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5955753" y="2677979"/>
              <a:ext cx="52134" cy="39800"/>
            </a:xfrm>
            <a:custGeom>
              <a:avLst/>
              <a:gdLst/>
              <a:ahLst/>
              <a:cxnLst/>
              <a:rect l="l" t="t" r="r" b="b"/>
              <a:pathLst>
                <a:path w="2532" h="1933" extrusionOk="0">
                  <a:moveTo>
                    <a:pt x="301" y="1"/>
                  </a:moveTo>
                  <a:cubicBezTo>
                    <a:pt x="201" y="1"/>
                    <a:pt x="51" y="1"/>
                    <a:pt x="26" y="126"/>
                  </a:cubicBezTo>
                  <a:cubicBezTo>
                    <a:pt x="1" y="251"/>
                    <a:pt x="26" y="402"/>
                    <a:pt x="76" y="527"/>
                  </a:cubicBezTo>
                  <a:cubicBezTo>
                    <a:pt x="201" y="853"/>
                    <a:pt x="527" y="1154"/>
                    <a:pt x="803" y="1354"/>
                  </a:cubicBezTo>
                  <a:cubicBezTo>
                    <a:pt x="1028" y="1555"/>
                    <a:pt x="1279" y="1705"/>
                    <a:pt x="1554" y="1805"/>
                  </a:cubicBezTo>
                  <a:cubicBezTo>
                    <a:pt x="1705" y="1855"/>
                    <a:pt x="1855" y="1906"/>
                    <a:pt x="2031" y="1931"/>
                  </a:cubicBezTo>
                  <a:cubicBezTo>
                    <a:pt x="2062" y="1931"/>
                    <a:pt x="2103" y="1932"/>
                    <a:pt x="2147" y="1932"/>
                  </a:cubicBezTo>
                  <a:cubicBezTo>
                    <a:pt x="2280" y="1932"/>
                    <a:pt x="2444" y="1918"/>
                    <a:pt x="2482" y="1805"/>
                  </a:cubicBezTo>
                  <a:cubicBezTo>
                    <a:pt x="2532" y="1705"/>
                    <a:pt x="2457" y="1555"/>
                    <a:pt x="2432" y="1480"/>
                  </a:cubicBezTo>
                  <a:cubicBezTo>
                    <a:pt x="2407" y="1354"/>
                    <a:pt x="2356" y="1254"/>
                    <a:pt x="2306" y="1129"/>
                  </a:cubicBezTo>
                  <a:cubicBezTo>
                    <a:pt x="2206" y="928"/>
                    <a:pt x="2081" y="728"/>
                    <a:pt x="1905" y="552"/>
                  </a:cubicBezTo>
                  <a:cubicBezTo>
                    <a:pt x="1579" y="226"/>
                    <a:pt x="1153" y="76"/>
                    <a:pt x="702" y="26"/>
                  </a:cubicBezTo>
                  <a:cubicBezTo>
                    <a:pt x="552" y="1"/>
                    <a:pt x="427" y="1"/>
                    <a:pt x="3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5911383" y="2603404"/>
              <a:ext cx="34591" cy="57220"/>
            </a:xfrm>
            <a:custGeom>
              <a:avLst/>
              <a:gdLst/>
              <a:ahLst/>
              <a:cxnLst/>
              <a:rect l="l" t="t" r="r" b="b"/>
              <a:pathLst>
                <a:path w="1680" h="2779" extrusionOk="0">
                  <a:moveTo>
                    <a:pt x="1361" y="0"/>
                  </a:moveTo>
                  <a:cubicBezTo>
                    <a:pt x="1290" y="0"/>
                    <a:pt x="1216" y="32"/>
                    <a:pt x="1153" y="64"/>
                  </a:cubicBezTo>
                  <a:cubicBezTo>
                    <a:pt x="1053" y="139"/>
                    <a:pt x="953" y="214"/>
                    <a:pt x="827" y="289"/>
                  </a:cubicBezTo>
                  <a:cubicBezTo>
                    <a:pt x="476" y="590"/>
                    <a:pt x="201" y="916"/>
                    <a:pt x="75" y="1367"/>
                  </a:cubicBezTo>
                  <a:cubicBezTo>
                    <a:pt x="0" y="1618"/>
                    <a:pt x="0" y="1843"/>
                    <a:pt x="25" y="2094"/>
                  </a:cubicBezTo>
                  <a:cubicBezTo>
                    <a:pt x="25" y="2194"/>
                    <a:pt x="50" y="2320"/>
                    <a:pt x="75" y="2445"/>
                  </a:cubicBezTo>
                  <a:cubicBezTo>
                    <a:pt x="100" y="2520"/>
                    <a:pt x="125" y="2695"/>
                    <a:pt x="226" y="2746"/>
                  </a:cubicBezTo>
                  <a:cubicBezTo>
                    <a:pt x="255" y="2769"/>
                    <a:pt x="291" y="2779"/>
                    <a:pt x="328" y="2779"/>
                  </a:cubicBezTo>
                  <a:cubicBezTo>
                    <a:pt x="451" y="2779"/>
                    <a:pt x="600" y="2678"/>
                    <a:pt x="677" y="2620"/>
                  </a:cubicBezTo>
                  <a:cubicBezTo>
                    <a:pt x="802" y="2520"/>
                    <a:pt x="927" y="2395"/>
                    <a:pt x="1003" y="2269"/>
                  </a:cubicBezTo>
                  <a:cubicBezTo>
                    <a:pt x="1203" y="2044"/>
                    <a:pt x="1328" y="1768"/>
                    <a:pt x="1429" y="1492"/>
                  </a:cubicBezTo>
                  <a:cubicBezTo>
                    <a:pt x="1554" y="1167"/>
                    <a:pt x="1679" y="766"/>
                    <a:pt x="1629" y="415"/>
                  </a:cubicBezTo>
                  <a:cubicBezTo>
                    <a:pt x="1604" y="289"/>
                    <a:pt x="1554" y="139"/>
                    <a:pt x="1479" y="39"/>
                  </a:cubicBezTo>
                  <a:cubicBezTo>
                    <a:pt x="1442" y="11"/>
                    <a:pt x="1402" y="0"/>
                    <a:pt x="13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5941299" y="2597866"/>
              <a:ext cx="57817" cy="32141"/>
            </a:xfrm>
            <a:custGeom>
              <a:avLst/>
              <a:gdLst/>
              <a:ahLst/>
              <a:cxnLst/>
              <a:rect l="l" t="t" r="r" b="b"/>
              <a:pathLst>
                <a:path w="2808" h="1561" extrusionOk="0">
                  <a:moveTo>
                    <a:pt x="1012" y="0"/>
                  </a:moveTo>
                  <a:cubicBezTo>
                    <a:pt x="887" y="0"/>
                    <a:pt x="759" y="11"/>
                    <a:pt x="627" y="32"/>
                  </a:cubicBezTo>
                  <a:cubicBezTo>
                    <a:pt x="502" y="32"/>
                    <a:pt x="377" y="57"/>
                    <a:pt x="251" y="82"/>
                  </a:cubicBezTo>
                  <a:cubicBezTo>
                    <a:pt x="151" y="107"/>
                    <a:pt x="1" y="157"/>
                    <a:pt x="1" y="283"/>
                  </a:cubicBezTo>
                  <a:cubicBezTo>
                    <a:pt x="1" y="408"/>
                    <a:pt x="76" y="558"/>
                    <a:pt x="151" y="659"/>
                  </a:cubicBezTo>
                  <a:cubicBezTo>
                    <a:pt x="352" y="934"/>
                    <a:pt x="728" y="1160"/>
                    <a:pt x="1053" y="1310"/>
                  </a:cubicBezTo>
                  <a:cubicBezTo>
                    <a:pt x="1329" y="1411"/>
                    <a:pt x="1605" y="1511"/>
                    <a:pt x="1906" y="1536"/>
                  </a:cubicBezTo>
                  <a:cubicBezTo>
                    <a:pt x="2056" y="1561"/>
                    <a:pt x="2206" y="1561"/>
                    <a:pt x="2382" y="1561"/>
                  </a:cubicBezTo>
                  <a:cubicBezTo>
                    <a:pt x="2507" y="1536"/>
                    <a:pt x="2783" y="1486"/>
                    <a:pt x="2808" y="1335"/>
                  </a:cubicBezTo>
                  <a:cubicBezTo>
                    <a:pt x="2808" y="1235"/>
                    <a:pt x="2733" y="1085"/>
                    <a:pt x="2682" y="1010"/>
                  </a:cubicBezTo>
                  <a:cubicBezTo>
                    <a:pt x="2607" y="909"/>
                    <a:pt x="2557" y="809"/>
                    <a:pt x="2482" y="709"/>
                  </a:cubicBezTo>
                  <a:cubicBezTo>
                    <a:pt x="2332" y="533"/>
                    <a:pt x="2131" y="383"/>
                    <a:pt x="1931" y="258"/>
                  </a:cubicBezTo>
                  <a:cubicBezTo>
                    <a:pt x="1641" y="76"/>
                    <a:pt x="1338" y="0"/>
                    <a:pt x="10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5864934" y="2565644"/>
              <a:ext cx="187348" cy="379165"/>
            </a:xfrm>
            <a:custGeom>
              <a:avLst/>
              <a:gdLst/>
              <a:ahLst/>
              <a:cxnLst/>
              <a:rect l="l" t="t" r="r" b="b"/>
              <a:pathLst>
                <a:path w="9099" h="18415" extrusionOk="0">
                  <a:moveTo>
                    <a:pt x="1532" y="0"/>
                  </a:moveTo>
                  <a:cubicBezTo>
                    <a:pt x="1009" y="0"/>
                    <a:pt x="433" y="187"/>
                    <a:pt x="0" y="620"/>
                  </a:cubicBezTo>
                  <a:lnTo>
                    <a:pt x="226" y="845"/>
                  </a:lnTo>
                  <a:cubicBezTo>
                    <a:pt x="584" y="471"/>
                    <a:pt x="1089" y="308"/>
                    <a:pt x="1543" y="308"/>
                  </a:cubicBezTo>
                  <a:cubicBezTo>
                    <a:pt x="1790" y="308"/>
                    <a:pt x="2021" y="356"/>
                    <a:pt x="2206" y="444"/>
                  </a:cubicBezTo>
                  <a:cubicBezTo>
                    <a:pt x="2682" y="695"/>
                    <a:pt x="3133" y="1146"/>
                    <a:pt x="3459" y="1798"/>
                  </a:cubicBezTo>
                  <a:cubicBezTo>
                    <a:pt x="4236" y="3226"/>
                    <a:pt x="4261" y="4905"/>
                    <a:pt x="4311" y="6560"/>
                  </a:cubicBezTo>
                  <a:cubicBezTo>
                    <a:pt x="4336" y="8113"/>
                    <a:pt x="4386" y="9743"/>
                    <a:pt x="5013" y="11171"/>
                  </a:cubicBezTo>
                  <a:cubicBezTo>
                    <a:pt x="5414" y="12023"/>
                    <a:pt x="6016" y="12800"/>
                    <a:pt x="6567" y="13527"/>
                  </a:cubicBezTo>
                  <a:cubicBezTo>
                    <a:pt x="6843" y="13878"/>
                    <a:pt x="7118" y="14229"/>
                    <a:pt x="7369" y="14605"/>
                  </a:cubicBezTo>
                  <a:cubicBezTo>
                    <a:pt x="8046" y="15557"/>
                    <a:pt x="8772" y="16961"/>
                    <a:pt x="8397" y="18339"/>
                  </a:cubicBezTo>
                  <a:lnTo>
                    <a:pt x="8697" y="18414"/>
                  </a:lnTo>
                  <a:cubicBezTo>
                    <a:pt x="9098" y="16936"/>
                    <a:pt x="8346" y="15432"/>
                    <a:pt x="7645" y="14404"/>
                  </a:cubicBezTo>
                  <a:cubicBezTo>
                    <a:pt x="7369" y="14053"/>
                    <a:pt x="7093" y="13677"/>
                    <a:pt x="6818" y="13327"/>
                  </a:cubicBezTo>
                  <a:cubicBezTo>
                    <a:pt x="6266" y="12625"/>
                    <a:pt x="5690" y="11873"/>
                    <a:pt x="5314" y="11046"/>
                  </a:cubicBezTo>
                  <a:cubicBezTo>
                    <a:pt x="4687" y="9667"/>
                    <a:pt x="4662" y="8088"/>
                    <a:pt x="4612" y="6560"/>
                  </a:cubicBezTo>
                  <a:cubicBezTo>
                    <a:pt x="4587" y="4880"/>
                    <a:pt x="4537" y="3151"/>
                    <a:pt x="3735" y="1647"/>
                  </a:cubicBezTo>
                  <a:cubicBezTo>
                    <a:pt x="3359" y="920"/>
                    <a:pt x="2883" y="444"/>
                    <a:pt x="2331" y="169"/>
                  </a:cubicBezTo>
                  <a:cubicBezTo>
                    <a:pt x="2105" y="60"/>
                    <a:pt x="1827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5954723" y="3353121"/>
              <a:ext cx="43363" cy="49251"/>
            </a:xfrm>
            <a:custGeom>
              <a:avLst/>
              <a:gdLst/>
              <a:ahLst/>
              <a:cxnLst/>
              <a:rect l="l" t="t" r="r" b="b"/>
              <a:pathLst>
                <a:path w="2106" h="2392" extrusionOk="0">
                  <a:moveTo>
                    <a:pt x="1886" y="1"/>
                  </a:moveTo>
                  <a:cubicBezTo>
                    <a:pt x="1833" y="1"/>
                    <a:pt x="1776" y="19"/>
                    <a:pt x="1730" y="42"/>
                  </a:cubicBezTo>
                  <a:cubicBezTo>
                    <a:pt x="1604" y="67"/>
                    <a:pt x="1479" y="117"/>
                    <a:pt x="1354" y="142"/>
                  </a:cubicBezTo>
                  <a:cubicBezTo>
                    <a:pt x="928" y="318"/>
                    <a:pt x="552" y="568"/>
                    <a:pt x="326" y="969"/>
                  </a:cubicBezTo>
                  <a:cubicBezTo>
                    <a:pt x="201" y="1170"/>
                    <a:pt x="101" y="1395"/>
                    <a:pt x="51" y="1621"/>
                  </a:cubicBezTo>
                  <a:cubicBezTo>
                    <a:pt x="25" y="1746"/>
                    <a:pt x="25" y="1872"/>
                    <a:pt x="25" y="1997"/>
                  </a:cubicBezTo>
                  <a:cubicBezTo>
                    <a:pt x="25" y="2072"/>
                    <a:pt x="0" y="2248"/>
                    <a:pt x="51" y="2323"/>
                  </a:cubicBezTo>
                  <a:cubicBezTo>
                    <a:pt x="91" y="2373"/>
                    <a:pt x="160" y="2391"/>
                    <a:pt x="237" y="2391"/>
                  </a:cubicBezTo>
                  <a:cubicBezTo>
                    <a:pt x="349" y="2391"/>
                    <a:pt x="477" y="2353"/>
                    <a:pt x="552" y="2323"/>
                  </a:cubicBezTo>
                  <a:cubicBezTo>
                    <a:pt x="702" y="2273"/>
                    <a:pt x="827" y="2197"/>
                    <a:pt x="953" y="2097"/>
                  </a:cubicBezTo>
                  <a:cubicBezTo>
                    <a:pt x="1203" y="1922"/>
                    <a:pt x="1404" y="1696"/>
                    <a:pt x="1579" y="1471"/>
                  </a:cubicBezTo>
                  <a:cubicBezTo>
                    <a:pt x="1805" y="1195"/>
                    <a:pt x="2056" y="844"/>
                    <a:pt x="2081" y="468"/>
                  </a:cubicBezTo>
                  <a:cubicBezTo>
                    <a:pt x="2106" y="368"/>
                    <a:pt x="2106" y="192"/>
                    <a:pt x="2030" y="92"/>
                  </a:cubicBezTo>
                  <a:cubicBezTo>
                    <a:pt x="2004" y="25"/>
                    <a:pt x="1948" y="1"/>
                    <a:pt x="1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5960406" y="3304366"/>
              <a:ext cx="56252" cy="34879"/>
            </a:xfrm>
            <a:custGeom>
              <a:avLst/>
              <a:gdLst/>
              <a:ahLst/>
              <a:cxnLst/>
              <a:rect l="l" t="t" r="r" b="b"/>
              <a:pathLst>
                <a:path w="2732" h="1694" extrusionOk="0">
                  <a:moveTo>
                    <a:pt x="1923" y="0"/>
                  </a:moveTo>
                  <a:cubicBezTo>
                    <a:pt x="1516" y="0"/>
                    <a:pt x="1116" y="106"/>
                    <a:pt x="777" y="355"/>
                  </a:cubicBezTo>
                  <a:cubicBezTo>
                    <a:pt x="602" y="505"/>
                    <a:pt x="426" y="681"/>
                    <a:pt x="301" y="856"/>
                  </a:cubicBezTo>
                  <a:cubicBezTo>
                    <a:pt x="226" y="956"/>
                    <a:pt x="176" y="1082"/>
                    <a:pt x="125" y="1182"/>
                  </a:cubicBezTo>
                  <a:cubicBezTo>
                    <a:pt x="75" y="1257"/>
                    <a:pt x="0" y="1408"/>
                    <a:pt x="25" y="1508"/>
                  </a:cubicBezTo>
                  <a:cubicBezTo>
                    <a:pt x="75" y="1658"/>
                    <a:pt x="351" y="1683"/>
                    <a:pt x="476" y="1683"/>
                  </a:cubicBezTo>
                  <a:cubicBezTo>
                    <a:pt x="517" y="1690"/>
                    <a:pt x="559" y="1693"/>
                    <a:pt x="602" y="1693"/>
                  </a:cubicBezTo>
                  <a:cubicBezTo>
                    <a:pt x="719" y="1693"/>
                    <a:pt x="842" y="1670"/>
                    <a:pt x="952" y="1633"/>
                  </a:cubicBezTo>
                  <a:cubicBezTo>
                    <a:pt x="1228" y="1583"/>
                    <a:pt x="1504" y="1458"/>
                    <a:pt x="1754" y="1307"/>
                  </a:cubicBezTo>
                  <a:cubicBezTo>
                    <a:pt x="2080" y="1132"/>
                    <a:pt x="2431" y="906"/>
                    <a:pt x="2607" y="580"/>
                  </a:cubicBezTo>
                  <a:cubicBezTo>
                    <a:pt x="2657" y="480"/>
                    <a:pt x="2732" y="330"/>
                    <a:pt x="2707" y="205"/>
                  </a:cubicBezTo>
                  <a:cubicBezTo>
                    <a:pt x="2682" y="79"/>
                    <a:pt x="2556" y="54"/>
                    <a:pt x="2456" y="29"/>
                  </a:cubicBezTo>
                  <a:cubicBezTo>
                    <a:pt x="2331" y="29"/>
                    <a:pt x="2181" y="4"/>
                    <a:pt x="2055" y="4"/>
                  </a:cubicBezTo>
                  <a:cubicBezTo>
                    <a:pt x="2011" y="2"/>
                    <a:pt x="1967" y="0"/>
                    <a:pt x="19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013032" y="3306857"/>
              <a:ext cx="37165" cy="55058"/>
            </a:xfrm>
            <a:custGeom>
              <a:avLst/>
              <a:gdLst/>
              <a:ahLst/>
              <a:cxnLst/>
              <a:rect l="l" t="t" r="r" b="b"/>
              <a:pathLst>
                <a:path w="1805" h="2674" extrusionOk="0">
                  <a:moveTo>
                    <a:pt x="288" y="1"/>
                  </a:moveTo>
                  <a:cubicBezTo>
                    <a:pt x="240" y="1"/>
                    <a:pt x="193" y="16"/>
                    <a:pt x="151" y="58"/>
                  </a:cubicBezTo>
                  <a:cubicBezTo>
                    <a:pt x="76" y="159"/>
                    <a:pt x="51" y="309"/>
                    <a:pt x="51" y="434"/>
                  </a:cubicBezTo>
                  <a:cubicBezTo>
                    <a:pt x="0" y="785"/>
                    <a:pt x="176" y="1186"/>
                    <a:pt x="326" y="1512"/>
                  </a:cubicBezTo>
                  <a:cubicBezTo>
                    <a:pt x="452" y="1763"/>
                    <a:pt x="627" y="2013"/>
                    <a:pt x="828" y="2239"/>
                  </a:cubicBezTo>
                  <a:cubicBezTo>
                    <a:pt x="928" y="2339"/>
                    <a:pt x="1053" y="2464"/>
                    <a:pt x="1204" y="2540"/>
                  </a:cubicBezTo>
                  <a:cubicBezTo>
                    <a:pt x="1280" y="2578"/>
                    <a:pt x="1443" y="2674"/>
                    <a:pt x="1571" y="2674"/>
                  </a:cubicBezTo>
                  <a:cubicBezTo>
                    <a:pt x="1612" y="2674"/>
                    <a:pt x="1650" y="2664"/>
                    <a:pt x="1680" y="2640"/>
                  </a:cubicBezTo>
                  <a:cubicBezTo>
                    <a:pt x="1730" y="2565"/>
                    <a:pt x="1755" y="2389"/>
                    <a:pt x="1780" y="2314"/>
                  </a:cubicBezTo>
                  <a:cubicBezTo>
                    <a:pt x="1805" y="2189"/>
                    <a:pt x="1805" y="2063"/>
                    <a:pt x="1805" y="1938"/>
                  </a:cubicBezTo>
                  <a:cubicBezTo>
                    <a:pt x="1805" y="1713"/>
                    <a:pt x="1755" y="1487"/>
                    <a:pt x="1680" y="1261"/>
                  </a:cubicBezTo>
                  <a:cubicBezTo>
                    <a:pt x="1529" y="810"/>
                    <a:pt x="1204" y="485"/>
                    <a:pt x="828" y="259"/>
                  </a:cubicBezTo>
                  <a:cubicBezTo>
                    <a:pt x="702" y="184"/>
                    <a:pt x="602" y="109"/>
                    <a:pt x="477" y="58"/>
                  </a:cubicBezTo>
                  <a:cubicBezTo>
                    <a:pt x="419" y="30"/>
                    <a:pt x="353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5672466" y="3192895"/>
              <a:ext cx="56252" cy="34674"/>
            </a:xfrm>
            <a:custGeom>
              <a:avLst/>
              <a:gdLst/>
              <a:ahLst/>
              <a:cxnLst/>
              <a:rect l="l" t="t" r="r" b="b"/>
              <a:pathLst>
                <a:path w="2732" h="1684" extrusionOk="0">
                  <a:moveTo>
                    <a:pt x="1942" y="1"/>
                  </a:moveTo>
                  <a:cubicBezTo>
                    <a:pt x="1521" y="1"/>
                    <a:pt x="1141" y="107"/>
                    <a:pt x="802" y="355"/>
                  </a:cubicBezTo>
                  <a:cubicBezTo>
                    <a:pt x="602" y="481"/>
                    <a:pt x="426" y="656"/>
                    <a:pt x="301" y="857"/>
                  </a:cubicBezTo>
                  <a:cubicBezTo>
                    <a:pt x="226" y="957"/>
                    <a:pt x="175" y="1057"/>
                    <a:pt x="125" y="1182"/>
                  </a:cubicBezTo>
                  <a:cubicBezTo>
                    <a:pt x="100" y="1258"/>
                    <a:pt x="0" y="1408"/>
                    <a:pt x="25" y="1483"/>
                  </a:cubicBezTo>
                  <a:cubicBezTo>
                    <a:pt x="75" y="1634"/>
                    <a:pt x="351" y="1659"/>
                    <a:pt x="476" y="1684"/>
                  </a:cubicBezTo>
                  <a:cubicBezTo>
                    <a:pt x="627" y="1684"/>
                    <a:pt x="802" y="1659"/>
                    <a:pt x="952" y="1634"/>
                  </a:cubicBezTo>
                  <a:cubicBezTo>
                    <a:pt x="1253" y="1558"/>
                    <a:pt x="1529" y="1458"/>
                    <a:pt x="1780" y="1308"/>
                  </a:cubicBezTo>
                  <a:cubicBezTo>
                    <a:pt x="2080" y="1132"/>
                    <a:pt x="2431" y="882"/>
                    <a:pt x="2607" y="581"/>
                  </a:cubicBezTo>
                  <a:cubicBezTo>
                    <a:pt x="2682" y="481"/>
                    <a:pt x="2732" y="330"/>
                    <a:pt x="2732" y="205"/>
                  </a:cubicBezTo>
                  <a:cubicBezTo>
                    <a:pt x="2707" y="80"/>
                    <a:pt x="2582" y="30"/>
                    <a:pt x="2456" y="30"/>
                  </a:cubicBezTo>
                  <a:cubicBezTo>
                    <a:pt x="2331" y="4"/>
                    <a:pt x="2206" y="4"/>
                    <a:pt x="2080" y="4"/>
                  </a:cubicBezTo>
                  <a:cubicBezTo>
                    <a:pt x="2034" y="2"/>
                    <a:pt x="1987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5725607" y="3195407"/>
              <a:ext cx="36650" cy="55119"/>
            </a:xfrm>
            <a:custGeom>
              <a:avLst/>
              <a:gdLst/>
              <a:ahLst/>
              <a:cxnLst/>
              <a:rect l="l" t="t" r="r" b="b"/>
              <a:pathLst>
                <a:path w="1780" h="2677" extrusionOk="0">
                  <a:moveTo>
                    <a:pt x="288" y="0"/>
                  </a:moveTo>
                  <a:cubicBezTo>
                    <a:pt x="240" y="0"/>
                    <a:pt x="193" y="16"/>
                    <a:pt x="151" y="58"/>
                  </a:cubicBezTo>
                  <a:cubicBezTo>
                    <a:pt x="76" y="158"/>
                    <a:pt x="51" y="309"/>
                    <a:pt x="26" y="434"/>
                  </a:cubicBezTo>
                  <a:cubicBezTo>
                    <a:pt x="1" y="785"/>
                    <a:pt x="151" y="1186"/>
                    <a:pt x="326" y="1512"/>
                  </a:cubicBezTo>
                  <a:cubicBezTo>
                    <a:pt x="452" y="1762"/>
                    <a:pt x="602" y="2013"/>
                    <a:pt x="803" y="2238"/>
                  </a:cubicBezTo>
                  <a:cubicBezTo>
                    <a:pt x="928" y="2339"/>
                    <a:pt x="1028" y="2464"/>
                    <a:pt x="1178" y="2539"/>
                  </a:cubicBezTo>
                  <a:cubicBezTo>
                    <a:pt x="1252" y="2594"/>
                    <a:pt x="1407" y="2677"/>
                    <a:pt x="1534" y="2677"/>
                  </a:cubicBezTo>
                  <a:cubicBezTo>
                    <a:pt x="1579" y="2677"/>
                    <a:pt x="1621" y="2666"/>
                    <a:pt x="1655" y="2639"/>
                  </a:cubicBezTo>
                  <a:cubicBezTo>
                    <a:pt x="1730" y="2564"/>
                    <a:pt x="1730" y="2414"/>
                    <a:pt x="1755" y="2314"/>
                  </a:cubicBezTo>
                  <a:cubicBezTo>
                    <a:pt x="1780" y="2188"/>
                    <a:pt x="1780" y="2088"/>
                    <a:pt x="1780" y="1963"/>
                  </a:cubicBezTo>
                  <a:cubicBezTo>
                    <a:pt x="1780" y="1712"/>
                    <a:pt x="1755" y="1486"/>
                    <a:pt x="1655" y="1261"/>
                  </a:cubicBezTo>
                  <a:cubicBezTo>
                    <a:pt x="1504" y="810"/>
                    <a:pt x="1204" y="509"/>
                    <a:pt x="803" y="258"/>
                  </a:cubicBezTo>
                  <a:cubicBezTo>
                    <a:pt x="702" y="183"/>
                    <a:pt x="577" y="108"/>
                    <a:pt x="477" y="58"/>
                  </a:cubicBezTo>
                  <a:cubicBezTo>
                    <a:pt x="419" y="29"/>
                    <a:pt x="353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5706006" y="3097752"/>
              <a:ext cx="46451" cy="46122"/>
            </a:xfrm>
            <a:custGeom>
              <a:avLst/>
              <a:gdLst/>
              <a:ahLst/>
              <a:cxnLst/>
              <a:rect l="l" t="t" r="r" b="b"/>
              <a:pathLst>
                <a:path w="2256" h="2240" extrusionOk="0">
                  <a:moveTo>
                    <a:pt x="2008" y="1"/>
                  </a:moveTo>
                  <a:cubicBezTo>
                    <a:pt x="1972" y="1"/>
                    <a:pt x="1936" y="6"/>
                    <a:pt x="1905" y="14"/>
                  </a:cubicBezTo>
                  <a:cubicBezTo>
                    <a:pt x="1780" y="39"/>
                    <a:pt x="1654" y="64"/>
                    <a:pt x="1529" y="114"/>
                  </a:cubicBezTo>
                  <a:cubicBezTo>
                    <a:pt x="1078" y="239"/>
                    <a:pt x="702" y="440"/>
                    <a:pt x="426" y="841"/>
                  </a:cubicBezTo>
                  <a:cubicBezTo>
                    <a:pt x="276" y="1016"/>
                    <a:pt x="176" y="1242"/>
                    <a:pt x="100" y="1468"/>
                  </a:cubicBezTo>
                  <a:cubicBezTo>
                    <a:pt x="75" y="1593"/>
                    <a:pt x="50" y="1693"/>
                    <a:pt x="50" y="1818"/>
                  </a:cubicBezTo>
                  <a:cubicBezTo>
                    <a:pt x="25" y="1919"/>
                    <a:pt x="0" y="2069"/>
                    <a:pt x="50" y="2169"/>
                  </a:cubicBezTo>
                  <a:cubicBezTo>
                    <a:pt x="82" y="2223"/>
                    <a:pt x="151" y="2240"/>
                    <a:pt x="228" y="2240"/>
                  </a:cubicBezTo>
                  <a:cubicBezTo>
                    <a:pt x="333" y="2240"/>
                    <a:pt x="454" y="2209"/>
                    <a:pt x="526" y="2194"/>
                  </a:cubicBezTo>
                  <a:cubicBezTo>
                    <a:pt x="677" y="2169"/>
                    <a:pt x="827" y="2094"/>
                    <a:pt x="978" y="1994"/>
                  </a:cubicBezTo>
                  <a:cubicBezTo>
                    <a:pt x="1228" y="1869"/>
                    <a:pt x="1454" y="1668"/>
                    <a:pt x="1654" y="1442"/>
                  </a:cubicBezTo>
                  <a:cubicBezTo>
                    <a:pt x="1880" y="1192"/>
                    <a:pt x="2156" y="841"/>
                    <a:pt x="2231" y="490"/>
                  </a:cubicBezTo>
                  <a:cubicBezTo>
                    <a:pt x="2256" y="365"/>
                    <a:pt x="2256" y="214"/>
                    <a:pt x="2206" y="114"/>
                  </a:cubicBezTo>
                  <a:cubicBezTo>
                    <a:pt x="2171" y="28"/>
                    <a:pt x="2089" y="1"/>
                    <a:pt x="2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5750375" y="3096991"/>
              <a:ext cx="48016" cy="45051"/>
            </a:xfrm>
            <a:custGeom>
              <a:avLst/>
              <a:gdLst/>
              <a:ahLst/>
              <a:cxnLst/>
              <a:rect l="l" t="t" r="r" b="b"/>
              <a:pathLst>
                <a:path w="2332" h="2188" extrusionOk="0">
                  <a:moveTo>
                    <a:pt x="351" y="1"/>
                  </a:moveTo>
                  <a:cubicBezTo>
                    <a:pt x="251" y="1"/>
                    <a:pt x="101" y="1"/>
                    <a:pt x="51" y="101"/>
                  </a:cubicBezTo>
                  <a:cubicBezTo>
                    <a:pt x="1" y="226"/>
                    <a:pt x="26" y="377"/>
                    <a:pt x="51" y="502"/>
                  </a:cubicBezTo>
                  <a:cubicBezTo>
                    <a:pt x="126" y="853"/>
                    <a:pt x="402" y="1179"/>
                    <a:pt x="652" y="1429"/>
                  </a:cubicBezTo>
                  <a:cubicBezTo>
                    <a:pt x="853" y="1655"/>
                    <a:pt x="1103" y="1830"/>
                    <a:pt x="1354" y="1981"/>
                  </a:cubicBezTo>
                  <a:cubicBezTo>
                    <a:pt x="1479" y="2056"/>
                    <a:pt x="1630" y="2106"/>
                    <a:pt x="1805" y="2156"/>
                  </a:cubicBezTo>
                  <a:cubicBezTo>
                    <a:pt x="1868" y="2169"/>
                    <a:pt x="1962" y="2188"/>
                    <a:pt x="2053" y="2188"/>
                  </a:cubicBezTo>
                  <a:cubicBezTo>
                    <a:pt x="2143" y="2188"/>
                    <a:pt x="2231" y="2169"/>
                    <a:pt x="2281" y="2106"/>
                  </a:cubicBezTo>
                  <a:cubicBezTo>
                    <a:pt x="2331" y="2006"/>
                    <a:pt x="2281" y="1855"/>
                    <a:pt x="2281" y="1755"/>
                  </a:cubicBezTo>
                  <a:cubicBezTo>
                    <a:pt x="2256" y="1655"/>
                    <a:pt x="2231" y="1530"/>
                    <a:pt x="2206" y="1404"/>
                  </a:cubicBezTo>
                  <a:cubicBezTo>
                    <a:pt x="2131" y="1179"/>
                    <a:pt x="2006" y="978"/>
                    <a:pt x="1855" y="778"/>
                  </a:cubicBezTo>
                  <a:cubicBezTo>
                    <a:pt x="1579" y="402"/>
                    <a:pt x="1178" y="201"/>
                    <a:pt x="727" y="101"/>
                  </a:cubicBezTo>
                  <a:cubicBezTo>
                    <a:pt x="602" y="51"/>
                    <a:pt x="477" y="26"/>
                    <a:pt x="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5698779" y="2985109"/>
              <a:ext cx="42333" cy="49848"/>
            </a:xfrm>
            <a:custGeom>
              <a:avLst/>
              <a:gdLst/>
              <a:ahLst/>
              <a:cxnLst/>
              <a:rect l="l" t="t" r="r" b="b"/>
              <a:pathLst>
                <a:path w="2056" h="2421" extrusionOk="0">
                  <a:moveTo>
                    <a:pt x="1817" y="1"/>
                  </a:moveTo>
                  <a:cubicBezTo>
                    <a:pt x="1770" y="1"/>
                    <a:pt x="1720" y="11"/>
                    <a:pt x="1679" y="21"/>
                  </a:cubicBezTo>
                  <a:cubicBezTo>
                    <a:pt x="1554" y="71"/>
                    <a:pt x="1429" y="121"/>
                    <a:pt x="1304" y="172"/>
                  </a:cubicBezTo>
                  <a:cubicBezTo>
                    <a:pt x="877" y="347"/>
                    <a:pt x="527" y="598"/>
                    <a:pt x="276" y="999"/>
                  </a:cubicBezTo>
                  <a:cubicBezTo>
                    <a:pt x="176" y="1199"/>
                    <a:pt x="75" y="1425"/>
                    <a:pt x="50" y="1675"/>
                  </a:cubicBezTo>
                  <a:cubicBezTo>
                    <a:pt x="25" y="1776"/>
                    <a:pt x="0" y="1901"/>
                    <a:pt x="0" y="2026"/>
                  </a:cubicBezTo>
                  <a:cubicBezTo>
                    <a:pt x="0" y="2126"/>
                    <a:pt x="0" y="2277"/>
                    <a:pt x="50" y="2352"/>
                  </a:cubicBezTo>
                  <a:cubicBezTo>
                    <a:pt x="91" y="2403"/>
                    <a:pt x="160" y="2421"/>
                    <a:pt x="235" y="2421"/>
                  </a:cubicBezTo>
                  <a:cubicBezTo>
                    <a:pt x="345" y="2421"/>
                    <a:pt x="467" y="2382"/>
                    <a:pt x="527" y="2352"/>
                  </a:cubicBezTo>
                  <a:cubicBezTo>
                    <a:pt x="677" y="2302"/>
                    <a:pt x="827" y="2202"/>
                    <a:pt x="953" y="2101"/>
                  </a:cubicBezTo>
                  <a:cubicBezTo>
                    <a:pt x="1178" y="1926"/>
                    <a:pt x="1404" y="1725"/>
                    <a:pt x="1579" y="1475"/>
                  </a:cubicBezTo>
                  <a:cubicBezTo>
                    <a:pt x="1780" y="1199"/>
                    <a:pt x="2005" y="823"/>
                    <a:pt x="2030" y="472"/>
                  </a:cubicBezTo>
                  <a:cubicBezTo>
                    <a:pt x="2055" y="347"/>
                    <a:pt x="2055" y="197"/>
                    <a:pt x="1980" y="96"/>
                  </a:cubicBezTo>
                  <a:cubicBezTo>
                    <a:pt x="1951" y="22"/>
                    <a:pt x="1886" y="1"/>
                    <a:pt x="1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5739031" y="2983461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326" y="1"/>
                  </a:moveTo>
                  <a:cubicBezTo>
                    <a:pt x="201" y="1"/>
                    <a:pt x="75" y="26"/>
                    <a:pt x="25" y="151"/>
                  </a:cubicBezTo>
                  <a:cubicBezTo>
                    <a:pt x="0" y="252"/>
                    <a:pt x="25" y="402"/>
                    <a:pt x="75" y="527"/>
                  </a:cubicBezTo>
                  <a:cubicBezTo>
                    <a:pt x="176" y="878"/>
                    <a:pt x="501" y="1179"/>
                    <a:pt x="777" y="1404"/>
                  </a:cubicBezTo>
                  <a:cubicBezTo>
                    <a:pt x="1003" y="1580"/>
                    <a:pt x="1253" y="1755"/>
                    <a:pt x="1504" y="1856"/>
                  </a:cubicBezTo>
                  <a:cubicBezTo>
                    <a:pt x="1654" y="1931"/>
                    <a:pt x="1805" y="1981"/>
                    <a:pt x="1980" y="1981"/>
                  </a:cubicBezTo>
                  <a:cubicBezTo>
                    <a:pt x="2027" y="1990"/>
                    <a:pt x="2096" y="2000"/>
                    <a:pt x="2168" y="2000"/>
                  </a:cubicBezTo>
                  <a:cubicBezTo>
                    <a:pt x="2285" y="2000"/>
                    <a:pt x="2410" y="1974"/>
                    <a:pt x="2456" y="1881"/>
                  </a:cubicBezTo>
                  <a:cubicBezTo>
                    <a:pt x="2481" y="1805"/>
                    <a:pt x="2431" y="1655"/>
                    <a:pt x="2406" y="1555"/>
                  </a:cubicBezTo>
                  <a:cubicBezTo>
                    <a:pt x="2381" y="1430"/>
                    <a:pt x="2331" y="1329"/>
                    <a:pt x="2306" y="1204"/>
                  </a:cubicBezTo>
                  <a:cubicBezTo>
                    <a:pt x="2206" y="1003"/>
                    <a:pt x="2055" y="803"/>
                    <a:pt x="1905" y="628"/>
                  </a:cubicBezTo>
                  <a:cubicBezTo>
                    <a:pt x="1579" y="277"/>
                    <a:pt x="1178" y="126"/>
                    <a:pt x="702" y="51"/>
                  </a:cubicBezTo>
                  <a:cubicBezTo>
                    <a:pt x="577" y="26"/>
                    <a:pt x="451" y="26"/>
                    <a:pt x="3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5409810" y="3024228"/>
              <a:ext cx="54708" cy="36156"/>
            </a:xfrm>
            <a:custGeom>
              <a:avLst/>
              <a:gdLst/>
              <a:ahLst/>
              <a:cxnLst/>
              <a:rect l="l" t="t" r="r" b="b"/>
              <a:pathLst>
                <a:path w="2657" h="1756" extrusionOk="0">
                  <a:moveTo>
                    <a:pt x="1980" y="1"/>
                  </a:moveTo>
                  <a:cubicBezTo>
                    <a:pt x="1504" y="1"/>
                    <a:pt x="1078" y="126"/>
                    <a:pt x="727" y="427"/>
                  </a:cubicBezTo>
                  <a:cubicBezTo>
                    <a:pt x="526" y="552"/>
                    <a:pt x="376" y="753"/>
                    <a:pt x="251" y="953"/>
                  </a:cubicBezTo>
                  <a:cubicBezTo>
                    <a:pt x="201" y="1054"/>
                    <a:pt x="150" y="1154"/>
                    <a:pt x="100" y="1279"/>
                  </a:cubicBezTo>
                  <a:cubicBezTo>
                    <a:pt x="75" y="1354"/>
                    <a:pt x="0" y="1505"/>
                    <a:pt x="25" y="1605"/>
                  </a:cubicBezTo>
                  <a:cubicBezTo>
                    <a:pt x="75" y="1755"/>
                    <a:pt x="351" y="1755"/>
                    <a:pt x="476" y="1755"/>
                  </a:cubicBezTo>
                  <a:cubicBezTo>
                    <a:pt x="627" y="1755"/>
                    <a:pt x="802" y="1730"/>
                    <a:pt x="952" y="1680"/>
                  </a:cubicBezTo>
                  <a:cubicBezTo>
                    <a:pt x="1228" y="1605"/>
                    <a:pt x="1504" y="1480"/>
                    <a:pt x="1754" y="1329"/>
                  </a:cubicBezTo>
                  <a:cubicBezTo>
                    <a:pt x="2055" y="1129"/>
                    <a:pt x="2381" y="878"/>
                    <a:pt x="2556" y="552"/>
                  </a:cubicBezTo>
                  <a:cubicBezTo>
                    <a:pt x="2607" y="452"/>
                    <a:pt x="2657" y="302"/>
                    <a:pt x="2632" y="176"/>
                  </a:cubicBezTo>
                  <a:cubicBezTo>
                    <a:pt x="2607" y="51"/>
                    <a:pt x="2481" y="1"/>
                    <a:pt x="2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5461921" y="3025917"/>
              <a:ext cx="38215" cy="53390"/>
            </a:xfrm>
            <a:custGeom>
              <a:avLst/>
              <a:gdLst/>
              <a:ahLst/>
              <a:cxnLst/>
              <a:rect l="l" t="t" r="r" b="b"/>
              <a:pathLst>
                <a:path w="1856" h="2593" extrusionOk="0">
                  <a:moveTo>
                    <a:pt x="267" y="0"/>
                  </a:moveTo>
                  <a:cubicBezTo>
                    <a:pt x="213" y="0"/>
                    <a:pt x="163" y="19"/>
                    <a:pt x="126" y="69"/>
                  </a:cubicBezTo>
                  <a:cubicBezTo>
                    <a:pt x="51" y="170"/>
                    <a:pt x="25" y="320"/>
                    <a:pt x="25" y="445"/>
                  </a:cubicBezTo>
                  <a:cubicBezTo>
                    <a:pt x="0" y="796"/>
                    <a:pt x="176" y="1197"/>
                    <a:pt x="351" y="1498"/>
                  </a:cubicBezTo>
                  <a:cubicBezTo>
                    <a:pt x="502" y="1749"/>
                    <a:pt x="677" y="1999"/>
                    <a:pt x="878" y="2200"/>
                  </a:cubicBezTo>
                  <a:cubicBezTo>
                    <a:pt x="1003" y="2300"/>
                    <a:pt x="1128" y="2400"/>
                    <a:pt x="1279" y="2475"/>
                  </a:cubicBezTo>
                  <a:cubicBezTo>
                    <a:pt x="1349" y="2528"/>
                    <a:pt x="1492" y="2593"/>
                    <a:pt x="1615" y="2593"/>
                  </a:cubicBezTo>
                  <a:cubicBezTo>
                    <a:pt x="1668" y="2593"/>
                    <a:pt x="1717" y="2581"/>
                    <a:pt x="1755" y="2551"/>
                  </a:cubicBezTo>
                  <a:cubicBezTo>
                    <a:pt x="1805" y="2475"/>
                    <a:pt x="1830" y="2325"/>
                    <a:pt x="1830" y="2225"/>
                  </a:cubicBezTo>
                  <a:cubicBezTo>
                    <a:pt x="1855" y="2099"/>
                    <a:pt x="1855" y="1999"/>
                    <a:pt x="1855" y="1874"/>
                  </a:cubicBezTo>
                  <a:cubicBezTo>
                    <a:pt x="1830" y="1623"/>
                    <a:pt x="1780" y="1398"/>
                    <a:pt x="1680" y="1172"/>
                  </a:cubicBezTo>
                  <a:cubicBezTo>
                    <a:pt x="1504" y="746"/>
                    <a:pt x="1178" y="445"/>
                    <a:pt x="777" y="220"/>
                  </a:cubicBezTo>
                  <a:cubicBezTo>
                    <a:pt x="652" y="144"/>
                    <a:pt x="552" y="94"/>
                    <a:pt x="426" y="44"/>
                  </a:cubicBezTo>
                  <a:cubicBezTo>
                    <a:pt x="376" y="19"/>
                    <a:pt x="320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5429411" y="2934974"/>
              <a:ext cx="51619" cy="40809"/>
            </a:xfrm>
            <a:custGeom>
              <a:avLst/>
              <a:gdLst/>
              <a:ahLst/>
              <a:cxnLst/>
              <a:rect l="l" t="t" r="r" b="b"/>
              <a:pathLst>
                <a:path w="2507" h="1982" extrusionOk="0">
                  <a:moveTo>
                    <a:pt x="2181" y="0"/>
                  </a:moveTo>
                  <a:cubicBezTo>
                    <a:pt x="2056" y="25"/>
                    <a:pt x="1930" y="25"/>
                    <a:pt x="1805" y="50"/>
                  </a:cubicBezTo>
                  <a:cubicBezTo>
                    <a:pt x="1354" y="100"/>
                    <a:pt x="928" y="276"/>
                    <a:pt x="602" y="602"/>
                  </a:cubicBezTo>
                  <a:cubicBezTo>
                    <a:pt x="427" y="777"/>
                    <a:pt x="301" y="978"/>
                    <a:pt x="201" y="1178"/>
                  </a:cubicBezTo>
                  <a:cubicBezTo>
                    <a:pt x="151" y="1303"/>
                    <a:pt x="126" y="1404"/>
                    <a:pt x="76" y="1529"/>
                  </a:cubicBezTo>
                  <a:cubicBezTo>
                    <a:pt x="76" y="1629"/>
                    <a:pt x="0" y="1780"/>
                    <a:pt x="51" y="1855"/>
                  </a:cubicBezTo>
                  <a:cubicBezTo>
                    <a:pt x="107" y="1967"/>
                    <a:pt x="276" y="1982"/>
                    <a:pt x="410" y="1982"/>
                  </a:cubicBezTo>
                  <a:cubicBezTo>
                    <a:pt x="455" y="1982"/>
                    <a:pt x="495" y="1980"/>
                    <a:pt x="527" y="1980"/>
                  </a:cubicBezTo>
                  <a:cubicBezTo>
                    <a:pt x="677" y="1955"/>
                    <a:pt x="828" y="1905"/>
                    <a:pt x="978" y="1855"/>
                  </a:cubicBezTo>
                  <a:cubicBezTo>
                    <a:pt x="1254" y="1729"/>
                    <a:pt x="1504" y="1579"/>
                    <a:pt x="1730" y="1379"/>
                  </a:cubicBezTo>
                  <a:cubicBezTo>
                    <a:pt x="2005" y="1153"/>
                    <a:pt x="2306" y="852"/>
                    <a:pt x="2432" y="526"/>
                  </a:cubicBezTo>
                  <a:cubicBezTo>
                    <a:pt x="2482" y="401"/>
                    <a:pt x="2507" y="251"/>
                    <a:pt x="2482" y="150"/>
                  </a:cubicBezTo>
                  <a:cubicBezTo>
                    <a:pt x="2432" y="0"/>
                    <a:pt x="2306" y="0"/>
                    <a:pt x="2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5478948" y="2935530"/>
              <a:ext cx="42333" cy="49890"/>
            </a:xfrm>
            <a:custGeom>
              <a:avLst/>
              <a:gdLst/>
              <a:ahLst/>
              <a:cxnLst/>
              <a:rect l="l" t="t" r="r" b="b"/>
              <a:pathLst>
                <a:path w="2056" h="2423" extrusionOk="0">
                  <a:moveTo>
                    <a:pt x="238" y="1"/>
                  </a:moveTo>
                  <a:cubicBezTo>
                    <a:pt x="174" y="1"/>
                    <a:pt x="117" y="18"/>
                    <a:pt x="76" y="73"/>
                  </a:cubicBezTo>
                  <a:cubicBezTo>
                    <a:pt x="26" y="199"/>
                    <a:pt x="1" y="349"/>
                    <a:pt x="26" y="474"/>
                  </a:cubicBezTo>
                  <a:cubicBezTo>
                    <a:pt x="51" y="825"/>
                    <a:pt x="276" y="1201"/>
                    <a:pt x="477" y="1477"/>
                  </a:cubicBezTo>
                  <a:cubicBezTo>
                    <a:pt x="652" y="1702"/>
                    <a:pt x="853" y="1928"/>
                    <a:pt x="1103" y="2103"/>
                  </a:cubicBezTo>
                  <a:cubicBezTo>
                    <a:pt x="1229" y="2204"/>
                    <a:pt x="1354" y="2304"/>
                    <a:pt x="1504" y="2354"/>
                  </a:cubicBezTo>
                  <a:cubicBezTo>
                    <a:pt x="1579" y="2384"/>
                    <a:pt x="1698" y="2423"/>
                    <a:pt x="1803" y="2423"/>
                  </a:cubicBezTo>
                  <a:cubicBezTo>
                    <a:pt x="1875" y="2423"/>
                    <a:pt x="1940" y="2405"/>
                    <a:pt x="1980" y="2354"/>
                  </a:cubicBezTo>
                  <a:cubicBezTo>
                    <a:pt x="2056" y="2279"/>
                    <a:pt x="2031" y="2128"/>
                    <a:pt x="2031" y="2028"/>
                  </a:cubicBezTo>
                  <a:cubicBezTo>
                    <a:pt x="2031" y="1903"/>
                    <a:pt x="2031" y="1803"/>
                    <a:pt x="2006" y="1677"/>
                  </a:cubicBezTo>
                  <a:cubicBezTo>
                    <a:pt x="1980" y="1427"/>
                    <a:pt x="1880" y="1201"/>
                    <a:pt x="1780" y="1001"/>
                  </a:cubicBezTo>
                  <a:cubicBezTo>
                    <a:pt x="1554" y="600"/>
                    <a:pt x="1178" y="349"/>
                    <a:pt x="752" y="149"/>
                  </a:cubicBezTo>
                  <a:cubicBezTo>
                    <a:pt x="627" y="98"/>
                    <a:pt x="502" y="73"/>
                    <a:pt x="402" y="23"/>
                  </a:cubicBezTo>
                  <a:cubicBezTo>
                    <a:pt x="345" y="12"/>
                    <a:pt x="289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5439211" y="2807856"/>
              <a:ext cx="42333" cy="49601"/>
            </a:xfrm>
            <a:custGeom>
              <a:avLst/>
              <a:gdLst/>
              <a:ahLst/>
              <a:cxnLst/>
              <a:rect l="l" t="t" r="r" b="b"/>
              <a:pathLst>
                <a:path w="2056" h="2409" extrusionOk="0">
                  <a:moveTo>
                    <a:pt x="1820" y="1"/>
                  </a:moveTo>
                  <a:cubicBezTo>
                    <a:pt x="1772" y="1"/>
                    <a:pt x="1721" y="13"/>
                    <a:pt x="1680" y="34"/>
                  </a:cubicBezTo>
                  <a:cubicBezTo>
                    <a:pt x="1555" y="59"/>
                    <a:pt x="1429" y="109"/>
                    <a:pt x="1304" y="159"/>
                  </a:cubicBezTo>
                  <a:cubicBezTo>
                    <a:pt x="878" y="334"/>
                    <a:pt x="527" y="585"/>
                    <a:pt x="276" y="986"/>
                  </a:cubicBezTo>
                  <a:cubicBezTo>
                    <a:pt x="176" y="1187"/>
                    <a:pt x="76" y="1412"/>
                    <a:pt x="51" y="1663"/>
                  </a:cubicBezTo>
                  <a:cubicBezTo>
                    <a:pt x="26" y="1763"/>
                    <a:pt x="1" y="1888"/>
                    <a:pt x="1" y="2014"/>
                  </a:cubicBezTo>
                  <a:cubicBezTo>
                    <a:pt x="1" y="2114"/>
                    <a:pt x="1" y="2264"/>
                    <a:pt x="51" y="2339"/>
                  </a:cubicBezTo>
                  <a:cubicBezTo>
                    <a:pt x="91" y="2390"/>
                    <a:pt x="157" y="2408"/>
                    <a:pt x="228" y="2408"/>
                  </a:cubicBezTo>
                  <a:cubicBezTo>
                    <a:pt x="333" y="2408"/>
                    <a:pt x="452" y="2369"/>
                    <a:pt x="527" y="2339"/>
                  </a:cubicBezTo>
                  <a:cubicBezTo>
                    <a:pt x="677" y="2289"/>
                    <a:pt x="828" y="2189"/>
                    <a:pt x="953" y="2114"/>
                  </a:cubicBezTo>
                  <a:cubicBezTo>
                    <a:pt x="1179" y="1938"/>
                    <a:pt x="1379" y="1713"/>
                    <a:pt x="1555" y="1487"/>
                  </a:cubicBezTo>
                  <a:cubicBezTo>
                    <a:pt x="1780" y="1187"/>
                    <a:pt x="2006" y="836"/>
                    <a:pt x="2056" y="485"/>
                  </a:cubicBezTo>
                  <a:cubicBezTo>
                    <a:pt x="2056" y="360"/>
                    <a:pt x="2056" y="209"/>
                    <a:pt x="1981" y="84"/>
                  </a:cubicBezTo>
                  <a:cubicBezTo>
                    <a:pt x="1951" y="25"/>
                    <a:pt x="1888" y="1"/>
                    <a:pt x="1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5479463" y="2806476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326" y="0"/>
                  </a:moveTo>
                  <a:cubicBezTo>
                    <a:pt x="226" y="0"/>
                    <a:pt x="76" y="0"/>
                    <a:pt x="51" y="126"/>
                  </a:cubicBezTo>
                  <a:cubicBezTo>
                    <a:pt x="1" y="251"/>
                    <a:pt x="26" y="401"/>
                    <a:pt x="76" y="502"/>
                  </a:cubicBezTo>
                  <a:cubicBezTo>
                    <a:pt x="201" y="853"/>
                    <a:pt x="502" y="1153"/>
                    <a:pt x="778" y="1379"/>
                  </a:cubicBezTo>
                  <a:cubicBezTo>
                    <a:pt x="1003" y="1579"/>
                    <a:pt x="1229" y="1730"/>
                    <a:pt x="1504" y="1855"/>
                  </a:cubicBezTo>
                  <a:cubicBezTo>
                    <a:pt x="1655" y="1905"/>
                    <a:pt x="1805" y="1955"/>
                    <a:pt x="1981" y="1980"/>
                  </a:cubicBezTo>
                  <a:cubicBezTo>
                    <a:pt x="2028" y="1990"/>
                    <a:pt x="2097" y="1999"/>
                    <a:pt x="2167" y="1999"/>
                  </a:cubicBezTo>
                  <a:cubicBezTo>
                    <a:pt x="2282" y="1999"/>
                    <a:pt x="2400" y="1974"/>
                    <a:pt x="2432" y="1880"/>
                  </a:cubicBezTo>
                  <a:cubicBezTo>
                    <a:pt x="2482" y="1805"/>
                    <a:pt x="2432" y="1630"/>
                    <a:pt x="2407" y="1554"/>
                  </a:cubicBezTo>
                  <a:cubicBezTo>
                    <a:pt x="2382" y="1429"/>
                    <a:pt x="2331" y="1329"/>
                    <a:pt x="2306" y="1203"/>
                  </a:cubicBezTo>
                  <a:cubicBezTo>
                    <a:pt x="2206" y="978"/>
                    <a:pt x="2056" y="777"/>
                    <a:pt x="1905" y="627"/>
                  </a:cubicBezTo>
                  <a:cubicBezTo>
                    <a:pt x="1580" y="276"/>
                    <a:pt x="1179" y="101"/>
                    <a:pt x="702" y="51"/>
                  </a:cubicBezTo>
                  <a:cubicBezTo>
                    <a:pt x="577" y="25"/>
                    <a:pt x="452" y="0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5438182" y="2684691"/>
              <a:ext cx="53163" cy="38215"/>
            </a:xfrm>
            <a:custGeom>
              <a:avLst/>
              <a:gdLst/>
              <a:ahLst/>
              <a:cxnLst/>
              <a:rect l="l" t="t" r="r" b="b"/>
              <a:pathLst>
                <a:path w="2582" h="1856" extrusionOk="0">
                  <a:moveTo>
                    <a:pt x="2281" y="1"/>
                  </a:moveTo>
                  <a:cubicBezTo>
                    <a:pt x="2156" y="1"/>
                    <a:pt x="2031" y="1"/>
                    <a:pt x="1905" y="26"/>
                  </a:cubicBezTo>
                  <a:cubicBezTo>
                    <a:pt x="1429" y="51"/>
                    <a:pt x="1003" y="176"/>
                    <a:pt x="652" y="502"/>
                  </a:cubicBezTo>
                  <a:cubicBezTo>
                    <a:pt x="477" y="652"/>
                    <a:pt x="326" y="853"/>
                    <a:pt x="226" y="1053"/>
                  </a:cubicBezTo>
                  <a:cubicBezTo>
                    <a:pt x="176" y="1154"/>
                    <a:pt x="126" y="1279"/>
                    <a:pt x="76" y="1379"/>
                  </a:cubicBezTo>
                  <a:cubicBezTo>
                    <a:pt x="51" y="1479"/>
                    <a:pt x="1" y="1630"/>
                    <a:pt x="26" y="1705"/>
                  </a:cubicBezTo>
                  <a:cubicBezTo>
                    <a:pt x="76" y="1855"/>
                    <a:pt x="351" y="1855"/>
                    <a:pt x="477" y="1855"/>
                  </a:cubicBezTo>
                  <a:cubicBezTo>
                    <a:pt x="652" y="1855"/>
                    <a:pt x="803" y="1805"/>
                    <a:pt x="953" y="1755"/>
                  </a:cubicBezTo>
                  <a:cubicBezTo>
                    <a:pt x="1229" y="1680"/>
                    <a:pt x="1504" y="1529"/>
                    <a:pt x="1730" y="1354"/>
                  </a:cubicBezTo>
                  <a:cubicBezTo>
                    <a:pt x="2031" y="1154"/>
                    <a:pt x="2356" y="878"/>
                    <a:pt x="2482" y="552"/>
                  </a:cubicBezTo>
                  <a:cubicBezTo>
                    <a:pt x="2532" y="427"/>
                    <a:pt x="2582" y="276"/>
                    <a:pt x="2557" y="151"/>
                  </a:cubicBezTo>
                  <a:cubicBezTo>
                    <a:pt x="2532" y="26"/>
                    <a:pt x="2407" y="1"/>
                    <a:pt x="2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5489263" y="2685864"/>
              <a:ext cx="39759" cy="52196"/>
            </a:xfrm>
            <a:custGeom>
              <a:avLst/>
              <a:gdLst/>
              <a:ahLst/>
              <a:cxnLst/>
              <a:rect l="l" t="t" r="r" b="b"/>
              <a:pathLst>
                <a:path w="1931" h="2535" extrusionOk="0">
                  <a:moveTo>
                    <a:pt x="242" y="0"/>
                  </a:moveTo>
                  <a:cubicBezTo>
                    <a:pt x="189" y="0"/>
                    <a:pt x="139" y="19"/>
                    <a:pt x="101" y="69"/>
                  </a:cubicBezTo>
                  <a:cubicBezTo>
                    <a:pt x="26" y="169"/>
                    <a:pt x="1" y="345"/>
                    <a:pt x="1" y="445"/>
                  </a:cubicBezTo>
                  <a:cubicBezTo>
                    <a:pt x="1" y="821"/>
                    <a:pt x="201" y="1197"/>
                    <a:pt x="402" y="1498"/>
                  </a:cubicBezTo>
                  <a:cubicBezTo>
                    <a:pt x="552" y="1748"/>
                    <a:pt x="753" y="1974"/>
                    <a:pt x="978" y="2174"/>
                  </a:cubicBezTo>
                  <a:cubicBezTo>
                    <a:pt x="1078" y="2274"/>
                    <a:pt x="1229" y="2375"/>
                    <a:pt x="1354" y="2425"/>
                  </a:cubicBezTo>
                  <a:cubicBezTo>
                    <a:pt x="1436" y="2474"/>
                    <a:pt x="1573" y="2534"/>
                    <a:pt x="1692" y="2534"/>
                  </a:cubicBezTo>
                  <a:cubicBezTo>
                    <a:pt x="1755" y="2534"/>
                    <a:pt x="1812" y="2518"/>
                    <a:pt x="1855" y="2475"/>
                  </a:cubicBezTo>
                  <a:cubicBezTo>
                    <a:pt x="1906" y="2400"/>
                    <a:pt x="1906" y="2249"/>
                    <a:pt x="1906" y="2149"/>
                  </a:cubicBezTo>
                  <a:cubicBezTo>
                    <a:pt x="1931" y="2024"/>
                    <a:pt x="1931" y="1924"/>
                    <a:pt x="1906" y="1798"/>
                  </a:cubicBezTo>
                  <a:cubicBezTo>
                    <a:pt x="1880" y="1548"/>
                    <a:pt x="1830" y="1322"/>
                    <a:pt x="1730" y="1122"/>
                  </a:cubicBezTo>
                  <a:cubicBezTo>
                    <a:pt x="1505" y="695"/>
                    <a:pt x="1179" y="395"/>
                    <a:pt x="753" y="194"/>
                  </a:cubicBezTo>
                  <a:cubicBezTo>
                    <a:pt x="652" y="144"/>
                    <a:pt x="527" y="94"/>
                    <a:pt x="402" y="44"/>
                  </a:cubicBezTo>
                  <a:cubicBezTo>
                    <a:pt x="352" y="19"/>
                    <a:pt x="295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5496490" y="2576062"/>
              <a:ext cx="59876" cy="29711"/>
            </a:xfrm>
            <a:custGeom>
              <a:avLst/>
              <a:gdLst/>
              <a:ahLst/>
              <a:cxnLst/>
              <a:rect l="l" t="t" r="r" b="b"/>
              <a:pathLst>
                <a:path w="2908" h="1443" extrusionOk="0">
                  <a:moveTo>
                    <a:pt x="1700" y="0"/>
                  </a:moveTo>
                  <a:cubicBezTo>
                    <a:pt x="1465" y="0"/>
                    <a:pt x="1234" y="44"/>
                    <a:pt x="1003" y="139"/>
                  </a:cubicBezTo>
                  <a:cubicBezTo>
                    <a:pt x="778" y="239"/>
                    <a:pt x="577" y="364"/>
                    <a:pt x="402" y="515"/>
                  </a:cubicBezTo>
                  <a:cubicBezTo>
                    <a:pt x="301" y="615"/>
                    <a:pt x="226" y="690"/>
                    <a:pt x="151" y="790"/>
                  </a:cubicBezTo>
                  <a:cubicBezTo>
                    <a:pt x="101" y="866"/>
                    <a:pt x="1" y="991"/>
                    <a:pt x="1" y="1091"/>
                  </a:cubicBezTo>
                  <a:cubicBezTo>
                    <a:pt x="1" y="1242"/>
                    <a:pt x="251" y="1342"/>
                    <a:pt x="377" y="1367"/>
                  </a:cubicBezTo>
                  <a:cubicBezTo>
                    <a:pt x="527" y="1417"/>
                    <a:pt x="702" y="1417"/>
                    <a:pt x="853" y="1442"/>
                  </a:cubicBezTo>
                  <a:cubicBezTo>
                    <a:pt x="1154" y="1442"/>
                    <a:pt x="1454" y="1392"/>
                    <a:pt x="1730" y="1292"/>
                  </a:cubicBezTo>
                  <a:cubicBezTo>
                    <a:pt x="2056" y="1191"/>
                    <a:pt x="2482" y="1041"/>
                    <a:pt x="2707" y="765"/>
                  </a:cubicBezTo>
                  <a:cubicBezTo>
                    <a:pt x="2783" y="690"/>
                    <a:pt x="2883" y="565"/>
                    <a:pt x="2908" y="439"/>
                  </a:cubicBezTo>
                  <a:cubicBezTo>
                    <a:pt x="2908" y="314"/>
                    <a:pt x="2783" y="239"/>
                    <a:pt x="2682" y="214"/>
                  </a:cubicBezTo>
                  <a:cubicBezTo>
                    <a:pt x="2557" y="164"/>
                    <a:pt x="2432" y="114"/>
                    <a:pt x="2306" y="89"/>
                  </a:cubicBezTo>
                  <a:cubicBezTo>
                    <a:pt x="2100" y="31"/>
                    <a:pt x="1898" y="0"/>
                    <a:pt x="1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5550166" y="2583947"/>
              <a:ext cx="32017" cy="59340"/>
            </a:xfrm>
            <a:custGeom>
              <a:avLst/>
              <a:gdLst/>
              <a:ahLst/>
              <a:cxnLst/>
              <a:rect l="l" t="t" r="r" b="b"/>
              <a:pathLst>
                <a:path w="1555" h="2882" extrusionOk="0">
                  <a:moveTo>
                    <a:pt x="405" y="0"/>
                  </a:moveTo>
                  <a:cubicBezTo>
                    <a:pt x="372" y="0"/>
                    <a:pt x="338" y="9"/>
                    <a:pt x="301" y="31"/>
                  </a:cubicBezTo>
                  <a:cubicBezTo>
                    <a:pt x="201" y="107"/>
                    <a:pt x="151" y="257"/>
                    <a:pt x="100" y="357"/>
                  </a:cubicBezTo>
                  <a:cubicBezTo>
                    <a:pt x="0" y="708"/>
                    <a:pt x="50" y="1134"/>
                    <a:pt x="151" y="1485"/>
                  </a:cubicBezTo>
                  <a:cubicBezTo>
                    <a:pt x="226" y="1761"/>
                    <a:pt x="301" y="2036"/>
                    <a:pt x="451" y="2287"/>
                  </a:cubicBezTo>
                  <a:cubicBezTo>
                    <a:pt x="552" y="2437"/>
                    <a:pt x="627" y="2563"/>
                    <a:pt x="752" y="2688"/>
                  </a:cubicBezTo>
                  <a:cubicBezTo>
                    <a:pt x="835" y="2750"/>
                    <a:pt x="987" y="2882"/>
                    <a:pt x="1108" y="2882"/>
                  </a:cubicBezTo>
                  <a:cubicBezTo>
                    <a:pt x="1133" y="2882"/>
                    <a:pt x="1157" y="2876"/>
                    <a:pt x="1178" y="2864"/>
                  </a:cubicBezTo>
                  <a:cubicBezTo>
                    <a:pt x="1278" y="2838"/>
                    <a:pt x="1328" y="2663"/>
                    <a:pt x="1354" y="2588"/>
                  </a:cubicBezTo>
                  <a:cubicBezTo>
                    <a:pt x="1404" y="2488"/>
                    <a:pt x="1454" y="2362"/>
                    <a:pt x="1479" y="2237"/>
                  </a:cubicBezTo>
                  <a:cubicBezTo>
                    <a:pt x="1529" y="2011"/>
                    <a:pt x="1554" y="1761"/>
                    <a:pt x="1504" y="1535"/>
                  </a:cubicBezTo>
                  <a:cubicBezTo>
                    <a:pt x="1454" y="1059"/>
                    <a:pt x="1228" y="683"/>
                    <a:pt x="902" y="357"/>
                  </a:cubicBezTo>
                  <a:cubicBezTo>
                    <a:pt x="802" y="257"/>
                    <a:pt x="702" y="182"/>
                    <a:pt x="627" y="107"/>
                  </a:cubicBezTo>
                  <a:cubicBezTo>
                    <a:pt x="556" y="53"/>
                    <a:pt x="485" y="0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5667298" y="2886301"/>
              <a:ext cx="35106" cy="56602"/>
            </a:xfrm>
            <a:custGeom>
              <a:avLst/>
              <a:gdLst/>
              <a:ahLst/>
              <a:cxnLst/>
              <a:rect l="l" t="t" r="r" b="b"/>
              <a:pathLst>
                <a:path w="1705" h="2749" extrusionOk="0">
                  <a:moveTo>
                    <a:pt x="1367" y="0"/>
                  </a:moveTo>
                  <a:cubicBezTo>
                    <a:pt x="1302" y="0"/>
                    <a:pt x="1236" y="29"/>
                    <a:pt x="1178" y="58"/>
                  </a:cubicBezTo>
                  <a:cubicBezTo>
                    <a:pt x="1078" y="133"/>
                    <a:pt x="978" y="209"/>
                    <a:pt x="878" y="284"/>
                  </a:cubicBezTo>
                  <a:cubicBezTo>
                    <a:pt x="502" y="560"/>
                    <a:pt x="201" y="885"/>
                    <a:pt x="76" y="1362"/>
                  </a:cubicBezTo>
                  <a:cubicBezTo>
                    <a:pt x="25" y="1587"/>
                    <a:pt x="0" y="1813"/>
                    <a:pt x="0" y="2063"/>
                  </a:cubicBezTo>
                  <a:cubicBezTo>
                    <a:pt x="25" y="2164"/>
                    <a:pt x="51" y="2289"/>
                    <a:pt x="76" y="2414"/>
                  </a:cubicBezTo>
                  <a:cubicBezTo>
                    <a:pt x="101" y="2489"/>
                    <a:pt x="126" y="2665"/>
                    <a:pt x="201" y="2715"/>
                  </a:cubicBezTo>
                  <a:cubicBezTo>
                    <a:pt x="231" y="2739"/>
                    <a:pt x="266" y="2748"/>
                    <a:pt x="304" y="2748"/>
                  </a:cubicBezTo>
                  <a:cubicBezTo>
                    <a:pt x="426" y="2748"/>
                    <a:pt x="575" y="2647"/>
                    <a:pt x="652" y="2590"/>
                  </a:cubicBezTo>
                  <a:cubicBezTo>
                    <a:pt x="777" y="2514"/>
                    <a:pt x="903" y="2389"/>
                    <a:pt x="1003" y="2264"/>
                  </a:cubicBezTo>
                  <a:cubicBezTo>
                    <a:pt x="1203" y="2038"/>
                    <a:pt x="1329" y="1763"/>
                    <a:pt x="1454" y="1512"/>
                  </a:cubicBezTo>
                  <a:cubicBezTo>
                    <a:pt x="1579" y="1186"/>
                    <a:pt x="1705" y="760"/>
                    <a:pt x="1655" y="409"/>
                  </a:cubicBezTo>
                  <a:cubicBezTo>
                    <a:pt x="1630" y="284"/>
                    <a:pt x="1604" y="133"/>
                    <a:pt x="1504" y="58"/>
                  </a:cubicBezTo>
                  <a:cubicBezTo>
                    <a:pt x="1462" y="16"/>
                    <a:pt x="1415" y="0"/>
                    <a:pt x="13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5698264" y="2880989"/>
              <a:ext cx="57302" cy="33047"/>
            </a:xfrm>
            <a:custGeom>
              <a:avLst/>
              <a:gdLst/>
              <a:ahLst/>
              <a:cxnLst/>
              <a:rect l="l" t="t" r="r" b="b"/>
              <a:pathLst>
                <a:path w="2783" h="1605" extrusionOk="0">
                  <a:moveTo>
                    <a:pt x="887" y="1"/>
                  </a:moveTo>
                  <a:cubicBezTo>
                    <a:pt x="801" y="1"/>
                    <a:pt x="714" y="6"/>
                    <a:pt x="627" y="16"/>
                  </a:cubicBezTo>
                  <a:cubicBezTo>
                    <a:pt x="501" y="41"/>
                    <a:pt x="376" y="66"/>
                    <a:pt x="251" y="91"/>
                  </a:cubicBezTo>
                  <a:cubicBezTo>
                    <a:pt x="126" y="91"/>
                    <a:pt x="0" y="141"/>
                    <a:pt x="0" y="291"/>
                  </a:cubicBezTo>
                  <a:cubicBezTo>
                    <a:pt x="0" y="391"/>
                    <a:pt x="75" y="542"/>
                    <a:pt x="126" y="642"/>
                  </a:cubicBezTo>
                  <a:cubicBezTo>
                    <a:pt x="326" y="943"/>
                    <a:pt x="702" y="1168"/>
                    <a:pt x="1028" y="1319"/>
                  </a:cubicBezTo>
                  <a:cubicBezTo>
                    <a:pt x="1278" y="1444"/>
                    <a:pt x="1554" y="1544"/>
                    <a:pt x="1855" y="1569"/>
                  </a:cubicBezTo>
                  <a:cubicBezTo>
                    <a:pt x="1961" y="1587"/>
                    <a:pt x="2080" y="1605"/>
                    <a:pt x="2194" y="1605"/>
                  </a:cubicBezTo>
                  <a:cubicBezTo>
                    <a:pt x="2241" y="1605"/>
                    <a:pt x="2287" y="1602"/>
                    <a:pt x="2331" y="1594"/>
                  </a:cubicBezTo>
                  <a:cubicBezTo>
                    <a:pt x="2456" y="1569"/>
                    <a:pt x="2732" y="1519"/>
                    <a:pt x="2757" y="1369"/>
                  </a:cubicBezTo>
                  <a:cubicBezTo>
                    <a:pt x="2782" y="1269"/>
                    <a:pt x="2682" y="1143"/>
                    <a:pt x="2657" y="1068"/>
                  </a:cubicBezTo>
                  <a:cubicBezTo>
                    <a:pt x="2582" y="943"/>
                    <a:pt x="2532" y="843"/>
                    <a:pt x="2456" y="767"/>
                  </a:cubicBezTo>
                  <a:cubicBezTo>
                    <a:pt x="2306" y="567"/>
                    <a:pt x="2131" y="417"/>
                    <a:pt x="1930" y="291"/>
                  </a:cubicBezTo>
                  <a:cubicBezTo>
                    <a:pt x="1606" y="89"/>
                    <a:pt x="1250" y="1"/>
                    <a:pt x="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5629105" y="2789840"/>
              <a:ext cx="36156" cy="56808"/>
            </a:xfrm>
            <a:custGeom>
              <a:avLst/>
              <a:gdLst/>
              <a:ahLst/>
              <a:cxnLst/>
              <a:rect l="l" t="t" r="r" b="b"/>
              <a:pathLst>
                <a:path w="1756" h="2759" extrusionOk="0">
                  <a:moveTo>
                    <a:pt x="1426" y="0"/>
                  </a:moveTo>
                  <a:cubicBezTo>
                    <a:pt x="1358" y="0"/>
                    <a:pt x="1289" y="37"/>
                    <a:pt x="1229" y="82"/>
                  </a:cubicBezTo>
                  <a:cubicBezTo>
                    <a:pt x="1129" y="132"/>
                    <a:pt x="1003" y="207"/>
                    <a:pt x="903" y="282"/>
                  </a:cubicBezTo>
                  <a:cubicBezTo>
                    <a:pt x="502" y="558"/>
                    <a:pt x="226" y="909"/>
                    <a:pt x="76" y="1360"/>
                  </a:cubicBezTo>
                  <a:cubicBezTo>
                    <a:pt x="26" y="1585"/>
                    <a:pt x="1" y="1811"/>
                    <a:pt x="1" y="2062"/>
                  </a:cubicBezTo>
                  <a:cubicBezTo>
                    <a:pt x="26" y="2187"/>
                    <a:pt x="51" y="2312"/>
                    <a:pt x="76" y="2412"/>
                  </a:cubicBezTo>
                  <a:cubicBezTo>
                    <a:pt x="101" y="2513"/>
                    <a:pt x="126" y="2663"/>
                    <a:pt x="201" y="2738"/>
                  </a:cubicBezTo>
                  <a:cubicBezTo>
                    <a:pt x="225" y="2753"/>
                    <a:pt x="254" y="2759"/>
                    <a:pt x="285" y="2759"/>
                  </a:cubicBezTo>
                  <a:cubicBezTo>
                    <a:pt x="417" y="2759"/>
                    <a:pt x="596" y="2649"/>
                    <a:pt x="677" y="2588"/>
                  </a:cubicBezTo>
                  <a:cubicBezTo>
                    <a:pt x="803" y="2513"/>
                    <a:pt x="928" y="2387"/>
                    <a:pt x="1028" y="2262"/>
                  </a:cubicBezTo>
                  <a:cubicBezTo>
                    <a:pt x="1229" y="2037"/>
                    <a:pt x="1379" y="1786"/>
                    <a:pt x="1479" y="1510"/>
                  </a:cubicBezTo>
                  <a:cubicBezTo>
                    <a:pt x="1630" y="1184"/>
                    <a:pt x="1755" y="758"/>
                    <a:pt x="1705" y="407"/>
                  </a:cubicBezTo>
                  <a:cubicBezTo>
                    <a:pt x="1680" y="282"/>
                    <a:pt x="1655" y="157"/>
                    <a:pt x="1555" y="57"/>
                  </a:cubicBezTo>
                  <a:cubicBezTo>
                    <a:pt x="1515" y="16"/>
                    <a:pt x="1470" y="0"/>
                    <a:pt x="14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5661101" y="2784960"/>
              <a:ext cx="59361" cy="32759"/>
            </a:xfrm>
            <a:custGeom>
              <a:avLst/>
              <a:gdLst/>
              <a:ahLst/>
              <a:cxnLst/>
              <a:rect l="l" t="t" r="r" b="b"/>
              <a:pathLst>
                <a:path w="2883" h="1591" extrusionOk="0">
                  <a:moveTo>
                    <a:pt x="969" y="0"/>
                  </a:moveTo>
                  <a:cubicBezTo>
                    <a:pt x="865" y="0"/>
                    <a:pt x="759" y="7"/>
                    <a:pt x="652" y="18"/>
                  </a:cubicBezTo>
                  <a:cubicBezTo>
                    <a:pt x="502" y="18"/>
                    <a:pt x="377" y="43"/>
                    <a:pt x="251" y="68"/>
                  </a:cubicBezTo>
                  <a:cubicBezTo>
                    <a:pt x="126" y="93"/>
                    <a:pt x="1" y="143"/>
                    <a:pt x="1" y="268"/>
                  </a:cubicBezTo>
                  <a:cubicBezTo>
                    <a:pt x="1" y="394"/>
                    <a:pt x="76" y="519"/>
                    <a:pt x="126" y="619"/>
                  </a:cubicBezTo>
                  <a:cubicBezTo>
                    <a:pt x="326" y="920"/>
                    <a:pt x="727" y="1146"/>
                    <a:pt x="1053" y="1296"/>
                  </a:cubicBezTo>
                  <a:cubicBezTo>
                    <a:pt x="1329" y="1421"/>
                    <a:pt x="1605" y="1522"/>
                    <a:pt x="1905" y="1572"/>
                  </a:cubicBezTo>
                  <a:cubicBezTo>
                    <a:pt x="1993" y="1584"/>
                    <a:pt x="2081" y="1591"/>
                    <a:pt x="2165" y="1591"/>
                  </a:cubicBezTo>
                  <a:cubicBezTo>
                    <a:pt x="2250" y="1591"/>
                    <a:pt x="2332" y="1584"/>
                    <a:pt x="2407" y="1572"/>
                  </a:cubicBezTo>
                  <a:cubicBezTo>
                    <a:pt x="2532" y="1572"/>
                    <a:pt x="2833" y="1522"/>
                    <a:pt x="2858" y="1346"/>
                  </a:cubicBezTo>
                  <a:cubicBezTo>
                    <a:pt x="2883" y="1271"/>
                    <a:pt x="2783" y="1121"/>
                    <a:pt x="2733" y="1045"/>
                  </a:cubicBezTo>
                  <a:cubicBezTo>
                    <a:pt x="2682" y="945"/>
                    <a:pt x="2607" y="845"/>
                    <a:pt x="2532" y="745"/>
                  </a:cubicBezTo>
                  <a:cubicBezTo>
                    <a:pt x="2382" y="544"/>
                    <a:pt x="2206" y="394"/>
                    <a:pt x="1981" y="268"/>
                  </a:cubicBezTo>
                  <a:cubicBezTo>
                    <a:pt x="1670" y="74"/>
                    <a:pt x="1329" y="0"/>
                    <a:pt x="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5607960" y="2690188"/>
              <a:ext cx="51104" cy="42415"/>
            </a:xfrm>
            <a:custGeom>
              <a:avLst/>
              <a:gdLst/>
              <a:ahLst/>
              <a:cxnLst/>
              <a:rect l="l" t="t" r="r" b="b"/>
              <a:pathLst>
                <a:path w="2482" h="2060" extrusionOk="0">
                  <a:moveTo>
                    <a:pt x="2204" y="1"/>
                  </a:moveTo>
                  <a:cubicBezTo>
                    <a:pt x="2178" y="1"/>
                    <a:pt x="2153" y="4"/>
                    <a:pt x="2131" y="9"/>
                  </a:cubicBezTo>
                  <a:cubicBezTo>
                    <a:pt x="2005" y="9"/>
                    <a:pt x="1855" y="34"/>
                    <a:pt x="1730" y="59"/>
                  </a:cubicBezTo>
                  <a:cubicBezTo>
                    <a:pt x="1278" y="135"/>
                    <a:pt x="852" y="310"/>
                    <a:pt x="552" y="661"/>
                  </a:cubicBezTo>
                  <a:cubicBezTo>
                    <a:pt x="376" y="836"/>
                    <a:pt x="251" y="1037"/>
                    <a:pt x="176" y="1262"/>
                  </a:cubicBezTo>
                  <a:cubicBezTo>
                    <a:pt x="126" y="1388"/>
                    <a:pt x="100" y="1488"/>
                    <a:pt x="75" y="1613"/>
                  </a:cubicBezTo>
                  <a:cubicBezTo>
                    <a:pt x="50" y="1714"/>
                    <a:pt x="0" y="1864"/>
                    <a:pt x="50" y="1964"/>
                  </a:cubicBezTo>
                  <a:cubicBezTo>
                    <a:pt x="95" y="2038"/>
                    <a:pt x="218" y="2060"/>
                    <a:pt x="338" y="2060"/>
                  </a:cubicBezTo>
                  <a:cubicBezTo>
                    <a:pt x="420" y="2060"/>
                    <a:pt x="500" y="2050"/>
                    <a:pt x="552" y="2039"/>
                  </a:cubicBezTo>
                  <a:cubicBezTo>
                    <a:pt x="702" y="2014"/>
                    <a:pt x="852" y="1964"/>
                    <a:pt x="1003" y="1889"/>
                  </a:cubicBezTo>
                  <a:cubicBezTo>
                    <a:pt x="1278" y="1789"/>
                    <a:pt x="1529" y="1613"/>
                    <a:pt x="1755" y="1413"/>
                  </a:cubicBezTo>
                  <a:cubicBezTo>
                    <a:pt x="2005" y="1187"/>
                    <a:pt x="2306" y="861"/>
                    <a:pt x="2406" y="511"/>
                  </a:cubicBezTo>
                  <a:cubicBezTo>
                    <a:pt x="2456" y="410"/>
                    <a:pt x="2481" y="235"/>
                    <a:pt x="2431" y="135"/>
                  </a:cubicBezTo>
                  <a:cubicBezTo>
                    <a:pt x="2392" y="37"/>
                    <a:pt x="2293" y="1"/>
                    <a:pt x="2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5656983" y="2690456"/>
              <a:ext cx="45936" cy="48819"/>
            </a:xfrm>
            <a:custGeom>
              <a:avLst/>
              <a:gdLst/>
              <a:ahLst/>
              <a:cxnLst/>
              <a:rect l="l" t="t" r="r" b="b"/>
              <a:pathLst>
                <a:path w="2231" h="2371" extrusionOk="0">
                  <a:moveTo>
                    <a:pt x="226" y="1"/>
                  </a:moveTo>
                  <a:cubicBezTo>
                    <a:pt x="157" y="1"/>
                    <a:pt x="95" y="22"/>
                    <a:pt x="50" y="97"/>
                  </a:cubicBezTo>
                  <a:cubicBezTo>
                    <a:pt x="0" y="197"/>
                    <a:pt x="0" y="347"/>
                    <a:pt x="25" y="472"/>
                  </a:cubicBezTo>
                  <a:cubicBezTo>
                    <a:pt x="75" y="823"/>
                    <a:pt x="326" y="1199"/>
                    <a:pt x="577" y="1475"/>
                  </a:cubicBezTo>
                  <a:cubicBezTo>
                    <a:pt x="752" y="1701"/>
                    <a:pt x="978" y="1926"/>
                    <a:pt x="1228" y="2077"/>
                  </a:cubicBezTo>
                  <a:cubicBezTo>
                    <a:pt x="1379" y="2177"/>
                    <a:pt x="1504" y="2252"/>
                    <a:pt x="1679" y="2302"/>
                  </a:cubicBezTo>
                  <a:cubicBezTo>
                    <a:pt x="1754" y="2332"/>
                    <a:pt x="1882" y="2371"/>
                    <a:pt x="1989" y="2371"/>
                  </a:cubicBezTo>
                  <a:cubicBezTo>
                    <a:pt x="2062" y="2371"/>
                    <a:pt x="2125" y="2353"/>
                    <a:pt x="2156" y="2302"/>
                  </a:cubicBezTo>
                  <a:cubicBezTo>
                    <a:pt x="2231" y="2227"/>
                    <a:pt x="2206" y="2051"/>
                    <a:pt x="2181" y="1976"/>
                  </a:cubicBezTo>
                  <a:cubicBezTo>
                    <a:pt x="2181" y="1851"/>
                    <a:pt x="2181" y="1726"/>
                    <a:pt x="2131" y="1600"/>
                  </a:cubicBezTo>
                  <a:cubicBezTo>
                    <a:pt x="2080" y="1375"/>
                    <a:pt x="1980" y="1149"/>
                    <a:pt x="1855" y="949"/>
                  </a:cubicBezTo>
                  <a:cubicBezTo>
                    <a:pt x="1579" y="548"/>
                    <a:pt x="1203" y="297"/>
                    <a:pt x="752" y="147"/>
                  </a:cubicBezTo>
                  <a:cubicBezTo>
                    <a:pt x="627" y="97"/>
                    <a:pt x="501" y="46"/>
                    <a:pt x="376" y="21"/>
                  </a:cubicBezTo>
                  <a:cubicBezTo>
                    <a:pt x="325" y="11"/>
                    <a:pt x="274" y="1"/>
                    <a:pt x="2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5638391" y="2592245"/>
              <a:ext cx="56787" cy="34879"/>
            </a:xfrm>
            <a:custGeom>
              <a:avLst/>
              <a:gdLst/>
              <a:ahLst/>
              <a:cxnLst/>
              <a:rect l="l" t="t" r="r" b="b"/>
              <a:pathLst>
                <a:path w="2758" h="1694" extrusionOk="0">
                  <a:moveTo>
                    <a:pt x="1942" y="1"/>
                  </a:moveTo>
                  <a:cubicBezTo>
                    <a:pt x="1517" y="1"/>
                    <a:pt x="1117" y="107"/>
                    <a:pt x="778" y="355"/>
                  </a:cubicBezTo>
                  <a:cubicBezTo>
                    <a:pt x="577" y="481"/>
                    <a:pt x="427" y="656"/>
                    <a:pt x="277" y="857"/>
                  </a:cubicBezTo>
                  <a:cubicBezTo>
                    <a:pt x="226" y="957"/>
                    <a:pt x="151" y="1057"/>
                    <a:pt x="126" y="1182"/>
                  </a:cubicBezTo>
                  <a:cubicBezTo>
                    <a:pt x="76" y="1258"/>
                    <a:pt x="1" y="1408"/>
                    <a:pt x="26" y="1508"/>
                  </a:cubicBezTo>
                  <a:cubicBezTo>
                    <a:pt x="76" y="1659"/>
                    <a:pt x="352" y="1684"/>
                    <a:pt x="477" y="1684"/>
                  </a:cubicBezTo>
                  <a:cubicBezTo>
                    <a:pt x="528" y="1691"/>
                    <a:pt x="578" y="1694"/>
                    <a:pt x="626" y="1694"/>
                  </a:cubicBezTo>
                  <a:cubicBezTo>
                    <a:pt x="743" y="1694"/>
                    <a:pt x="854" y="1676"/>
                    <a:pt x="978" y="1659"/>
                  </a:cubicBezTo>
                  <a:cubicBezTo>
                    <a:pt x="1254" y="1583"/>
                    <a:pt x="1530" y="1483"/>
                    <a:pt x="1805" y="1333"/>
                  </a:cubicBezTo>
                  <a:cubicBezTo>
                    <a:pt x="2106" y="1157"/>
                    <a:pt x="2457" y="907"/>
                    <a:pt x="2632" y="606"/>
                  </a:cubicBezTo>
                  <a:cubicBezTo>
                    <a:pt x="2708" y="506"/>
                    <a:pt x="2758" y="355"/>
                    <a:pt x="2733" y="230"/>
                  </a:cubicBezTo>
                  <a:cubicBezTo>
                    <a:pt x="2733" y="105"/>
                    <a:pt x="2582" y="55"/>
                    <a:pt x="2482" y="29"/>
                  </a:cubicBezTo>
                  <a:cubicBezTo>
                    <a:pt x="2332" y="29"/>
                    <a:pt x="2206" y="4"/>
                    <a:pt x="2081" y="4"/>
                  </a:cubicBezTo>
                  <a:cubicBezTo>
                    <a:pt x="2034" y="2"/>
                    <a:pt x="1988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5692067" y="2595251"/>
              <a:ext cx="38215" cy="55881"/>
            </a:xfrm>
            <a:custGeom>
              <a:avLst/>
              <a:gdLst/>
              <a:ahLst/>
              <a:cxnLst/>
              <a:rect l="l" t="t" r="r" b="b"/>
              <a:pathLst>
                <a:path w="1856" h="2714" extrusionOk="0">
                  <a:moveTo>
                    <a:pt x="277" y="1"/>
                  </a:moveTo>
                  <a:cubicBezTo>
                    <a:pt x="228" y="1"/>
                    <a:pt x="183" y="17"/>
                    <a:pt x="151" y="59"/>
                  </a:cubicBezTo>
                  <a:cubicBezTo>
                    <a:pt x="76" y="159"/>
                    <a:pt x="51" y="310"/>
                    <a:pt x="25" y="435"/>
                  </a:cubicBezTo>
                  <a:cubicBezTo>
                    <a:pt x="0" y="786"/>
                    <a:pt x="176" y="1187"/>
                    <a:pt x="351" y="1513"/>
                  </a:cubicBezTo>
                  <a:cubicBezTo>
                    <a:pt x="477" y="1788"/>
                    <a:pt x="652" y="2039"/>
                    <a:pt x="853" y="2264"/>
                  </a:cubicBezTo>
                  <a:cubicBezTo>
                    <a:pt x="978" y="2390"/>
                    <a:pt x="1103" y="2490"/>
                    <a:pt x="1254" y="2565"/>
                  </a:cubicBezTo>
                  <a:cubicBezTo>
                    <a:pt x="1326" y="2620"/>
                    <a:pt x="1478" y="2714"/>
                    <a:pt x="1603" y="2714"/>
                  </a:cubicBezTo>
                  <a:cubicBezTo>
                    <a:pt x="1651" y="2714"/>
                    <a:pt x="1695" y="2700"/>
                    <a:pt x="1730" y="2665"/>
                  </a:cubicBezTo>
                  <a:cubicBezTo>
                    <a:pt x="1805" y="2615"/>
                    <a:pt x="1805" y="2440"/>
                    <a:pt x="1830" y="2365"/>
                  </a:cubicBezTo>
                  <a:cubicBezTo>
                    <a:pt x="1855" y="2239"/>
                    <a:pt x="1855" y="2114"/>
                    <a:pt x="1855" y="1989"/>
                  </a:cubicBezTo>
                  <a:cubicBezTo>
                    <a:pt x="1855" y="1763"/>
                    <a:pt x="1805" y="1513"/>
                    <a:pt x="1705" y="1287"/>
                  </a:cubicBezTo>
                  <a:cubicBezTo>
                    <a:pt x="1554" y="836"/>
                    <a:pt x="1229" y="510"/>
                    <a:pt x="828" y="259"/>
                  </a:cubicBezTo>
                  <a:cubicBezTo>
                    <a:pt x="702" y="184"/>
                    <a:pt x="577" y="109"/>
                    <a:pt x="477" y="59"/>
                  </a:cubicBezTo>
                  <a:cubicBezTo>
                    <a:pt x="419" y="30"/>
                    <a:pt x="344" y="1"/>
                    <a:pt x="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5977948" y="3217232"/>
              <a:ext cx="50075" cy="42498"/>
            </a:xfrm>
            <a:custGeom>
              <a:avLst/>
              <a:gdLst/>
              <a:ahLst/>
              <a:cxnLst/>
              <a:rect l="l" t="t" r="r" b="b"/>
              <a:pathLst>
                <a:path w="2432" h="2064" extrusionOk="0">
                  <a:moveTo>
                    <a:pt x="2105" y="0"/>
                  </a:moveTo>
                  <a:cubicBezTo>
                    <a:pt x="1980" y="25"/>
                    <a:pt x="1855" y="25"/>
                    <a:pt x="1730" y="51"/>
                  </a:cubicBezTo>
                  <a:cubicBezTo>
                    <a:pt x="1253" y="151"/>
                    <a:pt x="852" y="326"/>
                    <a:pt x="552" y="677"/>
                  </a:cubicBezTo>
                  <a:cubicBezTo>
                    <a:pt x="401" y="853"/>
                    <a:pt x="276" y="1053"/>
                    <a:pt x="176" y="1279"/>
                  </a:cubicBezTo>
                  <a:cubicBezTo>
                    <a:pt x="126" y="1379"/>
                    <a:pt x="100" y="1504"/>
                    <a:pt x="75" y="1629"/>
                  </a:cubicBezTo>
                  <a:cubicBezTo>
                    <a:pt x="50" y="1705"/>
                    <a:pt x="0" y="1880"/>
                    <a:pt x="50" y="1955"/>
                  </a:cubicBezTo>
                  <a:cubicBezTo>
                    <a:pt x="95" y="2046"/>
                    <a:pt x="213" y="2064"/>
                    <a:pt x="326" y="2064"/>
                  </a:cubicBezTo>
                  <a:cubicBezTo>
                    <a:pt x="402" y="2064"/>
                    <a:pt x="476" y="2056"/>
                    <a:pt x="527" y="2056"/>
                  </a:cubicBezTo>
                  <a:cubicBezTo>
                    <a:pt x="677" y="2005"/>
                    <a:pt x="827" y="1955"/>
                    <a:pt x="978" y="1905"/>
                  </a:cubicBezTo>
                  <a:cubicBezTo>
                    <a:pt x="1253" y="1780"/>
                    <a:pt x="1504" y="1604"/>
                    <a:pt x="1704" y="1404"/>
                  </a:cubicBezTo>
                  <a:cubicBezTo>
                    <a:pt x="1980" y="1178"/>
                    <a:pt x="2281" y="853"/>
                    <a:pt x="2381" y="502"/>
                  </a:cubicBezTo>
                  <a:cubicBezTo>
                    <a:pt x="2406" y="401"/>
                    <a:pt x="2431" y="226"/>
                    <a:pt x="2406" y="126"/>
                  </a:cubicBezTo>
                  <a:cubicBezTo>
                    <a:pt x="2356" y="0"/>
                    <a:pt x="2206" y="0"/>
                    <a:pt x="2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6026456" y="3217335"/>
              <a:ext cx="43877" cy="48284"/>
            </a:xfrm>
            <a:custGeom>
              <a:avLst/>
              <a:gdLst/>
              <a:ahLst/>
              <a:cxnLst/>
              <a:rect l="l" t="t" r="r" b="b"/>
              <a:pathLst>
                <a:path w="2131" h="2345" extrusionOk="0">
                  <a:moveTo>
                    <a:pt x="213" y="0"/>
                  </a:moveTo>
                  <a:cubicBezTo>
                    <a:pt x="145" y="0"/>
                    <a:pt x="80" y="22"/>
                    <a:pt x="50" y="96"/>
                  </a:cubicBezTo>
                  <a:cubicBezTo>
                    <a:pt x="0" y="196"/>
                    <a:pt x="0" y="346"/>
                    <a:pt x="0" y="472"/>
                  </a:cubicBezTo>
                  <a:cubicBezTo>
                    <a:pt x="50" y="822"/>
                    <a:pt x="301" y="1198"/>
                    <a:pt x="526" y="1449"/>
                  </a:cubicBezTo>
                  <a:cubicBezTo>
                    <a:pt x="702" y="1700"/>
                    <a:pt x="927" y="1900"/>
                    <a:pt x="1153" y="2051"/>
                  </a:cubicBezTo>
                  <a:cubicBezTo>
                    <a:pt x="1303" y="2151"/>
                    <a:pt x="1429" y="2226"/>
                    <a:pt x="1579" y="2276"/>
                  </a:cubicBezTo>
                  <a:cubicBezTo>
                    <a:pt x="1654" y="2306"/>
                    <a:pt x="1782" y="2345"/>
                    <a:pt x="1889" y="2345"/>
                  </a:cubicBezTo>
                  <a:cubicBezTo>
                    <a:pt x="1962" y="2345"/>
                    <a:pt x="2025" y="2327"/>
                    <a:pt x="2055" y="2276"/>
                  </a:cubicBezTo>
                  <a:cubicBezTo>
                    <a:pt x="2130" y="2201"/>
                    <a:pt x="2105" y="2026"/>
                    <a:pt x="2105" y="1950"/>
                  </a:cubicBezTo>
                  <a:cubicBezTo>
                    <a:pt x="2105" y="1825"/>
                    <a:pt x="2080" y="1700"/>
                    <a:pt x="2055" y="1574"/>
                  </a:cubicBezTo>
                  <a:cubicBezTo>
                    <a:pt x="2005" y="1349"/>
                    <a:pt x="1905" y="1123"/>
                    <a:pt x="1780" y="923"/>
                  </a:cubicBezTo>
                  <a:cubicBezTo>
                    <a:pt x="1529" y="522"/>
                    <a:pt x="1153" y="296"/>
                    <a:pt x="727" y="121"/>
                  </a:cubicBezTo>
                  <a:cubicBezTo>
                    <a:pt x="602" y="96"/>
                    <a:pt x="476" y="46"/>
                    <a:pt x="351" y="20"/>
                  </a:cubicBezTo>
                  <a:cubicBezTo>
                    <a:pt x="310" y="10"/>
                    <a:pt x="261" y="0"/>
                    <a:pt x="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5966582" y="3126969"/>
              <a:ext cx="33562" cy="58187"/>
            </a:xfrm>
            <a:custGeom>
              <a:avLst/>
              <a:gdLst/>
              <a:ahLst/>
              <a:cxnLst/>
              <a:rect l="l" t="t" r="r" b="b"/>
              <a:pathLst>
                <a:path w="1630" h="2826" extrusionOk="0">
                  <a:moveTo>
                    <a:pt x="1287" y="0"/>
                  </a:moveTo>
                  <a:cubicBezTo>
                    <a:pt x="1221" y="0"/>
                    <a:pt x="1144" y="49"/>
                    <a:pt x="1079" y="99"/>
                  </a:cubicBezTo>
                  <a:cubicBezTo>
                    <a:pt x="978" y="149"/>
                    <a:pt x="878" y="249"/>
                    <a:pt x="778" y="324"/>
                  </a:cubicBezTo>
                  <a:cubicBezTo>
                    <a:pt x="402" y="625"/>
                    <a:pt x="151" y="976"/>
                    <a:pt x="51" y="1427"/>
                  </a:cubicBezTo>
                  <a:cubicBezTo>
                    <a:pt x="1" y="1678"/>
                    <a:pt x="1" y="1903"/>
                    <a:pt x="26" y="2154"/>
                  </a:cubicBezTo>
                  <a:cubicBezTo>
                    <a:pt x="51" y="2254"/>
                    <a:pt x="76" y="2379"/>
                    <a:pt x="101" y="2505"/>
                  </a:cubicBezTo>
                  <a:cubicBezTo>
                    <a:pt x="126" y="2580"/>
                    <a:pt x="176" y="2755"/>
                    <a:pt x="251" y="2805"/>
                  </a:cubicBezTo>
                  <a:cubicBezTo>
                    <a:pt x="275" y="2820"/>
                    <a:pt x="302" y="2826"/>
                    <a:pt x="331" y="2826"/>
                  </a:cubicBezTo>
                  <a:cubicBezTo>
                    <a:pt x="457" y="2826"/>
                    <a:pt x="621" y="2711"/>
                    <a:pt x="703" y="2630"/>
                  </a:cubicBezTo>
                  <a:cubicBezTo>
                    <a:pt x="828" y="2530"/>
                    <a:pt x="928" y="2404"/>
                    <a:pt x="1028" y="2279"/>
                  </a:cubicBezTo>
                  <a:cubicBezTo>
                    <a:pt x="1204" y="2054"/>
                    <a:pt x="1329" y="1778"/>
                    <a:pt x="1429" y="1502"/>
                  </a:cubicBezTo>
                  <a:cubicBezTo>
                    <a:pt x="1530" y="1176"/>
                    <a:pt x="1630" y="750"/>
                    <a:pt x="1555" y="399"/>
                  </a:cubicBezTo>
                  <a:cubicBezTo>
                    <a:pt x="1530" y="274"/>
                    <a:pt x="1480" y="124"/>
                    <a:pt x="1379" y="49"/>
                  </a:cubicBezTo>
                  <a:cubicBezTo>
                    <a:pt x="1353" y="14"/>
                    <a:pt x="1321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5994975" y="3120462"/>
              <a:ext cx="58846" cy="31256"/>
            </a:xfrm>
            <a:custGeom>
              <a:avLst/>
              <a:gdLst/>
              <a:ahLst/>
              <a:cxnLst/>
              <a:rect l="l" t="t" r="r" b="b"/>
              <a:pathLst>
                <a:path w="2858" h="1518" extrusionOk="0">
                  <a:moveTo>
                    <a:pt x="1057" y="1"/>
                  </a:moveTo>
                  <a:cubicBezTo>
                    <a:pt x="916" y="1"/>
                    <a:pt x="773" y="14"/>
                    <a:pt x="627" y="39"/>
                  </a:cubicBezTo>
                  <a:cubicBezTo>
                    <a:pt x="476" y="64"/>
                    <a:pt x="351" y="89"/>
                    <a:pt x="251" y="114"/>
                  </a:cubicBezTo>
                  <a:cubicBezTo>
                    <a:pt x="126" y="139"/>
                    <a:pt x="0" y="189"/>
                    <a:pt x="0" y="339"/>
                  </a:cubicBezTo>
                  <a:cubicBezTo>
                    <a:pt x="0" y="465"/>
                    <a:pt x="75" y="590"/>
                    <a:pt x="151" y="690"/>
                  </a:cubicBezTo>
                  <a:cubicBezTo>
                    <a:pt x="376" y="966"/>
                    <a:pt x="752" y="1167"/>
                    <a:pt x="1103" y="1292"/>
                  </a:cubicBezTo>
                  <a:cubicBezTo>
                    <a:pt x="1354" y="1417"/>
                    <a:pt x="1654" y="1492"/>
                    <a:pt x="1930" y="1517"/>
                  </a:cubicBezTo>
                  <a:cubicBezTo>
                    <a:pt x="2106" y="1517"/>
                    <a:pt x="2256" y="1517"/>
                    <a:pt x="2431" y="1492"/>
                  </a:cubicBezTo>
                  <a:cubicBezTo>
                    <a:pt x="2557" y="1467"/>
                    <a:pt x="2807" y="1392"/>
                    <a:pt x="2832" y="1242"/>
                  </a:cubicBezTo>
                  <a:cubicBezTo>
                    <a:pt x="2857" y="1142"/>
                    <a:pt x="2757" y="1016"/>
                    <a:pt x="2707" y="941"/>
                  </a:cubicBezTo>
                  <a:cubicBezTo>
                    <a:pt x="2632" y="841"/>
                    <a:pt x="2557" y="740"/>
                    <a:pt x="2482" y="640"/>
                  </a:cubicBezTo>
                  <a:cubicBezTo>
                    <a:pt x="2331" y="465"/>
                    <a:pt x="2131" y="314"/>
                    <a:pt x="1930" y="214"/>
                  </a:cubicBezTo>
                  <a:cubicBezTo>
                    <a:pt x="1642" y="61"/>
                    <a:pt x="1353" y="1"/>
                    <a:pt x="10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5910868" y="3051859"/>
              <a:ext cx="34076" cy="57961"/>
            </a:xfrm>
            <a:custGeom>
              <a:avLst/>
              <a:gdLst/>
              <a:ahLst/>
              <a:cxnLst/>
              <a:rect l="l" t="t" r="r" b="b"/>
              <a:pathLst>
                <a:path w="1655" h="2815" extrusionOk="0">
                  <a:moveTo>
                    <a:pt x="1292" y="0"/>
                  </a:moveTo>
                  <a:cubicBezTo>
                    <a:pt x="1219" y="0"/>
                    <a:pt x="1143" y="39"/>
                    <a:pt x="1078" y="88"/>
                  </a:cubicBezTo>
                  <a:cubicBezTo>
                    <a:pt x="978" y="163"/>
                    <a:pt x="877" y="238"/>
                    <a:pt x="777" y="313"/>
                  </a:cubicBezTo>
                  <a:cubicBezTo>
                    <a:pt x="426" y="614"/>
                    <a:pt x="150" y="965"/>
                    <a:pt x="50" y="1416"/>
                  </a:cubicBezTo>
                  <a:cubicBezTo>
                    <a:pt x="0" y="1666"/>
                    <a:pt x="0" y="1892"/>
                    <a:pt x="25" y="2143"/>
                  </a:cubicBezTo>
                  <a:cubicBezTo>
                    <a:pt x="50" y="2268"/>
                    <a:pt x="75" y="2368"/>
                    <a:pt x="125" y="2494"/>
                  </a:cubicBezTo>
                  <a:cubicBezTo>
                    <a:pt x="150" y="2569"/>
                    <a:pt x="175" y="2744"/>
                    <a:pt x="251" y="2794"/>
                  </a:cubicBezTo>
                  <a:cubicBezTo>
                    <a:pt x="279" y="2809"/>
                    <a:pt x="311" y="2815"/>
                    <a:pt x="344" y="2815"/>
                  </a:cubicBezTo>
                  <a:cubicBezTo>
                    <a:pt x="482" y="2815"/>
                    <a:pt x="641" y="2705"/>
                    <a:pt x="702" y="2644"/>
                  </a:cubicBezTo>
                  <a:cubicBezTo>
                    <a:pt x="827" y="2544"/>
                    <a:pt x="952" y="2418"/>
                    <a:pt x="1028" y="2268"/>
                  </a:cubicBezTo>
                  <a:cubicBezTo>
                    <a:pt x="1203" y="2042"/>
                    <a:pt x="1328" y="1767"/>
                    <a:pt x="1429" y="1491"/>
                  </a:cubicBezTo>
                  <a:cubicBezTo>
                    <a:pt x="1554" y="1165"/>
                    <a:pt x="1654" y="739"/>
                    <a:pt x="1579" y="388"/>
                  </a:cubicBezTo>
                  <a:cubicBezTo>
                    <a:pt x="1529" y="263"/>
                    <a:pt x="1479" y="113"/>
                    <a:pt x="1404" y="37"/>
                  </a:cubicBezTo>
                  <a:cubicBezTo>
                    <a:pt x="1369" y="11"/>
                    <a:pt x="1331" y="0"/>
                    <a:pt x="1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5939240" y="3045126"/>
              <a:ext cx="58846" cy="31256"/>
            </a:xfrm>
            <a:custGeom>
              <a:avLst/>
              <a:gdLst/>
              <a:ahLst/>
              <a:cxnLst/>
              <a:rect l="l" t="t" r="r" b="b"/>
              <a:pathLst>
                <a:path w="2858" h="1518" extrusionOk="0">
                  <a:moveTo>
                    <a:pt x="1062" y="0"/>
                  </a:moveTo>
                  <a:cubicBezTo>
                    <a:pt x="918" y="0"/>
                    <a:pt x="773" y="14"/>
                    <a:pt x="627" y="39"/>
                  </a:cubicBezTo>
                  <a:cubicBezTo>
                    <a:pt x="502" y="64"/>
                    <a:pt x="376" y="89"/>
                    <a:pt x="251" y="114"/>
                  </a:cubicBezTo>
                  <a:cubicBezTo>
                    <a:pt x="126" y="139"/>
                    <a:pt x="1" y="214"/>
                    <a:pt x="1" y="339"/>
                  </a:cubicBezTo>
                  <a:cubicBezTo>
                    <a:pt x="26" y="465"/>
                    <a:pt x="101" y="590"/>
                    <a:pt x="176" y="690"/>
                  </a:cubicBezTo>
                  <a:cubicBezTo>
                    <a:pt x="376" y="991"/>
                    <a:pt x="777" y="1166"/>
                    <a:pt x="1103" y="1292"/>
                  </a:cubicBezTo>
                  <a:cubicBezTo>
                    <a:pt x="1379" y="1417"/>
                    <a:pt x="1655" y="1492"/>
                    <a:pt x="1955" y="1517"/>
                  </a:cubicBezTo>
                  <a:cubicBezTo>
                    <a:pt x="2106" y="1517"/>
                    <a:pt x="2281" y="1517"/>
                    <a:pt x="2432" y="1492"/>
                  </a:cubicBezTo>
                  <a:cubicBezTo>
                    <a:pt x="2557" y="1467"/>
                    <a:pt x="2833" y="1417"/>
                    <a:pt x="2833" y="1242"/>
                  </a:cubicBezTo>
                  <a:cubicBezTo>
                    <a:pt x="2858" y="1166"/>
                    <a:pt x="2757" y="1016"/>
                    <a:pt x="2707" y="941"/>
                  </a:cubicBezTo>
                  <a:cubicBezTo>
                    <a:pt x="2657" y="841"/>
                    <a:pt x="2582" y="740"/>
                    <a:pt x="2482" y="665"/>
                  </a:cubicBezTo>
                  <a:cubicBezTo>
                    <a:pt x="2331" y="490"/>
                    <a:pt x="2156" y="339"/>
                    <a:pt x="1930" y="214"/>
                  </a:cubicBezTo>
                  <a:cubicBezTo>
                    <a:pt x="1659" y="61"/>
                    <a:pt x="1364" y="0"/>
                    <a:pt x="10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5860795" y="2962666"/>
              <a:ext cx="37700" cy="53699"/>
            </a:xfrm>
            <a:custGeom>
              <a:avLst/>
              <a:gdLst/>
              <a:ahLst/>
              <a:cxnLst/>
              <a:rect l="l" t="t" r="r" b="b"/>
              <a:pathLst>
                <a:path w="1831" h="2608" extrusionOk="0">
                  <a:moveTo>
                    <a:pt x="1594" y="1"/>
                  </a:moveTo>
                  <a:cubicBezTo>
                    <a:pt x="1529" y="1"/>
                    <a:pt x="1462" y="30"/>
                    <a:pt x="1404" y="59"/>
                  </a:cubicBezTo>
                  <a:cubicBezTo>
                    <a:pt x="1304" y="109"/>
                    <a:pt x="1179" y="159"/>
                    <a:pt x="1054" y="234"/>
                  </a:cubicBezTo>
                  <a:cubicBezTo>
                    <a:pt x="653" y="460"/>
                    <a:pt x="327" y="760"/>
                    <a:pt x="151" y="1186"/>
                  </a:cubicBezTo>
                  <a:cubicBezTo>
                    <a:pt x="76" y="1412"/>
                    <a:pt x="26" y="1638"/>
                    <a:pt x="1" y="1888"/>
                  </a:cubicBezTo>
                  <a:cubicBezTo>
                    <a:pt x="1" y="2013"/>
                    <a:pt x="1" y="2139"/>
                    <a:pt x="26" y="2239"/>
                  </a:cubicBezTo>
                  <a:cubicBezTo>
                    <a:pt x="26" y="2339"/>
                    <a:pt x="51" y="2515"/>
                    <a:pt x="101" y="2565"/>
                  </a:cubicBezTo>
                  <a:cubicBezTo>
                    <a:pt x="139" y="2595"/>
                    <a:pt x="188" y="2607"/>
                    <a:pt x="241" y="2607"/>
                  </a:cubicBezTo>
                  <a:cubicBezTo>
                    <a:pt x="364" y="2607"/>
                    <a:pt x="507" y="2542"/>
                    <a:pt x="577" y="2490"/>
                  </a:cubicBezTo>
                  <a:cubicBezTo>
                    <a:pt x="728" y="2414"/>
                    <a:pt x="853" y="2314"/>
                    <a:pt x="978" y="2214"/>
                  </a:cubicBezTo>
                  <a:cubicBezTo>
                    <a:pt x="1179" y="2013"/>
                    <a:pt x="1354" y="1763"/>
                    <a:pt x="1505" y="1512"/>
                  </a:cubicBezTo>
                  <a:cubicBezTo>
                    <a:pt x="1655" y="1186"/>
                    <a:pt x="1831" y="810"/>
                    <a:pt x="1831" y="435"/>
                  </a:cubicBezTo>
                  <a:cubicBezTo>
                    <a:pt x="1831" y="309"/>
                    <a:pt x="1805" y="159"/>
                    <a:pt x="1730" y="59"/>
                  </a:cubicBezTo>
                  <a:cubicBezTo>
                    <a:pt x="1688" y="16"/>
                    <a:pt x="1641" y="1"/>
                    <a:pt x="15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5895900" y="2959743"/>
              <a:ext cx="54708" cy="36135"/>
            </a:xfrm>
            <a:custGeom>
              <a:avLst/>
              <a:gdLst/>
              <a:ahLst/>
              <a:cxnLst/>
              <a:rect l="l" t="t" r="r" b="b"/>
              <a:pathLst>
                <a:path w="2657" h="1755" extrusionOk="0">
                  <a:moveTo>
                    <a:pt x="276" y="0"/>
                  </a:moveTo>
                  <a:cubicBezTo>
                    <a:pt x="176" y="25"/>
                    <a:pt x="25" y="50"/>
                    <a:pt x="25" y="176"/>
                  </a:cubicBezTo>
                  <a:cubicBezTo>
                    <a:pt x="0" y="301"/>
                    <a:pt x="50" y="451"/>
                    <a:pt x="100" y="551"/>
                  </a:cubicBezTo>
                  <a:cubicBezTo>
                    <a:pt x="276" y="877"/>
                    <a:pt x="602" y="1128"/>
                    <a:pt x="902" y="1328"/>
                  </a:cubicBezTo>
                  <a:cubicBezTo>
                    <a:pt x="1153" y="1479"/>
                    <a:pt x="1429" y="1604"/>
                    <a:pt x="1705" y="1679"/>
                  </a:cubicBezTo>
                  <a:cubicBezTo>
                    <a:pt x="1855" y="1729"/>
                    <a:pt x="2030" y="1754"/>
                    <a:pt x="2181" y="1754"/>
                  </a:cubicBezTo>
                  <a:cubicBezTo>
                    <a:pt x="2306" y="1754"/>
                    <a:pt x="2582" y="1729"/>
                    <a:pt x="2632" y="1579"/>
                  </a:cubicBezTo>
                  <a:cubicBezTo>
                    <a:pt x="2657" y="1504"/>
                    <a:pt x="2582" y="1353"/>
                    <a:pt x="2557" y="1253"/>
                  </a:cubicBezTo>
                  <a:cubicBezTo>
                    <a:pt x="2507" y="1153"/>
                    <a:pt x="2456" y="1028"/>
                    <a:pt x="2406" y="927"/>
                  </a:cubicBezTo>
                  <a:cubicBezTo>
                    <a:pt x="2281" y="727"/>
                    <a:pt x="2106" y="551"/>
                    <a:pt x="1930" y="401"/>
                  </a:cubicBezTo>
                  <a:cubicBezTo>
                    <a:pt x="1554" y="100"/>
                    <a:pt x="1128" y="0"/>
                    <a:pt x="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5847906" y="2852740"/>
              <a:ext cx="50075" cy="42415"/>
            </a:xfrm>
            <a:custGeom>
              <a:avLst/>
              <a:gdLst/>
              <a:ahLst/>
              <a:cxnLst/>
              <a:rect l="l" t="t" r="r" b="b"/>
              <a:pathLst>
                <a:path w="2432" h="2060" extrusionOk="0">
                  <a:moveTo>
                    <a:pt x="2164" y="0"/>
                  </a:moveTo>
                  <a:cubicBezTo>
                    <a:pt x="2137" y="0"/>
                    <a:pt x="2109" y="3"/>
                    <a:pt x="2081" y="9"/>
                  </a:cubicBezTo>
                  <a:cubicBezTo>
                    <a:pt x="1955" y="9"/>
                    <a:pt x="1830" y="34"/>
                    <a:pt x="1705" y="59"/>
                  </a:cubicBezTo>
                  <a:cubicBezTo>
                    <a:pt x="1254" y="134"/>
                    <a:pt x="853" y="335"/>
                    <a:pt x="527" y="686"/>
                  </a:cubicBezTo>
                  <a:cubicBezTo>
                    <a:pt x="376" y="861"/>
                    <a:pt x="251" y="1062"/>
                    <a:pt x="176" y="1287"/>
                  </a:cubicBezTo>
                  <a:cubicBezTo>
                    <a:pt x="126" y="1388"/>
                    <a:pt x="76" y="1513"/>
                    <a:pt x="76" y="1638"/>
                  </a:cubicBezTo>
                  <a:cubicBezTo>
                    <a:pt x="51" y="1713"/>
                    <a:pt x="0" y="1864"/>
                    <a:pt x="51" y="1964"/>
                  </a:cubicBezTo>
                  <a:cubicBezTo>
                    <a:pt x="95" y="2038"/>
                    <a:pt x="210" y="2060"/>
                    <a:pt x="317" y="2060"/>
                  </a:cubicBezTo>
                  <a:cubicBezTo>
                    <a:pt x="391" y="2060"/>
                    <a:pt x="461" y="2049"/>
                    <a:pt x="502" y="2039"/>
                  </a:cubicBezTo>
                  <a:cubicBezTo>
                    <a:pt x="677" y="2014"/>
                    <a:pt x="827" y="1964"/>
                    <a:pt x="978" y="1889"/>
                  </a:cubicBezTo>
                  <a:cubicBezTo>
                    <a:pt x="1228" y="1763"/>
                    <a:pt x="1479" y="1588"/>
                    <a:pt x="1705" y="1413"/>
                  </a:cubicBezTo>
                  <a:cubicBezTo>
                    <a:pt x="1955" y="1162"/>
                    <a:pt x="2256" y="861"/>
                    <a:pt x="2356" y="510"/>
                  </a:cubicBezTo>
                  <a:cubicBezTo>
                    <a:pt x="2406" y="385"/>
                    <a:pt x="2431" y="235"/>
                    <a:pt x="2381" y="134"/>
                  </a:cubicBezTo>
                  <a:cubicBezTo>
                    <a:pt x="2343" y="37"/>
                    <a:pt x="2258" y="0"/>
                    <a:pt x="2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5895900" y="2852761"/>
              <a:ext cx="43877" cy="48551"/>
            </a:xfrm>
            <a:custGeom>
              <a:avLst/>
              <a:gdLst/>
              <a:ahLst/>
              <a:cxnLst/>
              <a:rect l="l" t="t" r="r" b="b"/>
              <a:pathLst>
                <a:path w="2131" h="2358" extrusionOk="0">
                  <a:moveTo>
                    <a:pt x="224" y="0"/>
                  </a:moveTo>
                  <a:cubicBezTo>
                    <a:pt x="156" y="0"/>
                    <a:pt x="94" y="25"/>
                    <a:pt x="50" y="83"/>
                  </a:cubicBezTo>
                  <a:cubicBezTo>
                    <a:pt x="0" y="209"/>
                    <a:pt x="0" y="359"/>
                    <a:pt x="25" y="484"/>
                  </a:cubicBezTo>
                  <a:cubicBezTo>
                    <a:pt x="75" y="835"/>
                    <a:pt x="301" y="1186"/>
                    <a:pt x="527" y="1462"/>
                  </a:cubicBezTo>
                  <a:cubicBezTo>
                    <a:pt x="727" y="1687"/>
                    <a:pt x="928" y="1913"/>
                    <a:pt x="1178" y="2063"/>
                  </a:cubicBezTo>
                  <a:cubicBezTo>
                    <a:pt x="1304" y="2163"/>
                    <a:pt x="1454" y="2239"/>
                    <a:pt x="1604" y="2289"/>
                  </a:cubicBezTo>
                  <a:cubicBezTo>
                    <a:pt x="1664" y="2319"/>
                    <a:pt x="1786" y="2357"/>
                    <a:pt x="1896" y="2357"/>
                  </a:cubicBezTo>
                  <a:cubicBezTo>
                    <a:pt x="1971" y="2357"/>
                    <a:pt x="2040" y="2339"/>
                    <a:pt x="2080" y="2289"/>
                  </a:cubicBezTo>
                  <a:cubicBezTo>
                    <a:pt x="2131" y="2214"/>
                    <a:pt x="2106" y="2038"/>
                    <a:pt x="2106" y="1963"/>
                  </a:cubicBezTo>
                  <a:cubicBezTo>
                    <a:pt x="2106" y="1838"/>
                    <a:pt x="2080" y="1712"/>
                    <a:pt x="2055" y="1587"/>
                  </a:cubicBezTo>
                  <a:cubicBezTo>
                    <a:pt x="2005" y="1361"/>
                    <a:pt x="1930" y="1136"/>
                    <a:pt x="1805" y="935"/>
                  </a:cubicBezTo>
                  <a:cubicBezTo>
                    <a:pt x="1554" y="534"/>
                    <a:pt x="1178" y="284"/>
                    <a:pt x="727" y="133"/>
                  </a:cubicBezTo>
                  <a:cubicBezTo>
                    <a:pt x="627" y="83"/>
                    <a:pt x="501" y="58"/>
                    <a:pt x="376" y="33"/>
                  </a:cubicBezTo>
                  <a:cubicBezTo>
                    <a:pt x="324" y="12"/>
                    <a:pt x="272" y="0"/>
                    <a:pt x="2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5862360" y="2744379"/>
              <a:ext cx="50075" cy="42415"/>
            </a:xfrm>
            <a:custGeom>
              <a:avLst/>
              <a:gdLst/>
              <a:ahLst/>
              <a:cxnLst/>
              <a:rect l="l" t="t" r="r" b="b"/>
              <a:pathLst>
                <a:path w="2432" h="2060" extrusionOk="0">
                  <a:moveTo>
                    <a:pt x="2179" y="0"/>
                  </a:moveTo>
                  <a:cubicBezTo>
                    <a:pt x="2153" y="0"/>
                    <a:pt x="2128" y="3"/>
                    <a:pt x="2105" y="9"/>
                  </a:cubicBezTo>
                  <a:cubicBezTo>
                    <a:pt x="1980" y="9"/>
                    <a:pt x="1855" y="34"/>
                    <a:pt x="1729" y="59"/>
                  </a:cubicBezTo>
                  <a:cubicBezTo>
                    <a:pt x="1253" y="134"/>
                    <a:pt x="852" y="335"/>
                    <a:pt x="552" y="686"/>
                  </a:cubicBezTo>
                  <a:cubicBezTo>
                    <a:pt x="401" y="861"/>
                    <a:pt x="276" y="1062"/>
                    <a:pt x="176" y="1287"/>
                  </a:cubicBezTo>
                  <a:cubicBezTo>
                    <a:pt x="125" y="1387"/>
                    <a:pt x="100" y="1513"/>
                    <a:pt x="75" y="1638"/>
                  </a:cubicBezTo>
                  <a:cubicBezTo>
                    <a:pt x="50" y="1713"/>
                    <a:pt x="0" y="1889"/>
                    <a:pt x="50" y="1964"/>
                  </a:cubicBezTo>
                  <a:cubicBezTo>
                    <a:pt x="95" y="2038"/>
                    <a:pt x="209" y="2059"/>
                    <a:pt x="322" y="2059"/>
                  </a:cubicBezTo>
                  <a:cubicBezTo>
                    <a:pt x="399" y="2059"/>
                    <a:pt x="475" y="2049"/>
                    <a:pt x="526" y="2039"/>
                  </a:cubicBezTo>
                  <a:cubicBezTo>
                    <a:pt x="677" y="2014"/>
                    <a:pt x="827" y="1964"/>
                    <a:pt x="978" y="1889"/>
                  </a:cubicBezTo>
                  <a:cubicBezTo>
                    <a:pt x="1253" y="1788"/>
                    <a:pt x="1504" y="1613"/>
                    <a:pt x="1704" y="1412"/>
                  </a:cubicBezTo>
                  <a:cubicBezTo>
                    <a:pt x="1980" y="1162"/>
                    <a:pt x="2281" y="861"/>
                    <a:pt x="2381" y="510"/>
                  </a:cubicBezTo>
                  <a:cubicBezTo>
                    <a:pt x="2406" y="385"/>
                    <a:pt x="2431" y="234"/>
                    <a:pt x="2406" y="134"/>
                  </a:cubicBezTo>
                  <a:cubicBezTo>
                    <a:pt x="2367" y="37"/>
                    <a:pt x="2268" y="0"/>
                    <a:pt x="2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5910868" y="2744400"/>
              <a:ext cx="43877" cy="48551"/>
            </a:xfrm>
            <a:custGeom>
              <a:avLst/>
              <a:gdLst/>
              <a:ahLst/>
              <a:cxnLst/>
              <a:rect l="l" t="t" r="r" b="b"/>
              <a:pathLst>
                <a:path w="2131" h="2358" extrusionOk="0">
                  <a:moveTo>
                    <a:pt x="211" y="0"/>
                  </a:moveTo>
                  <a:cubicBezTo>
                    <a:pt x="143" y="0"/>
                    <a:pt x="80" y="24"/>
                    <a:pt x="50" y="83"/>
                  </a:cubicBezTo>
                  <a:cubicBezTo>
                    <a:pt x="0" y="208"/>
                    <a:pt x="0" y="359"/>
                    <a:pt x="0" y="484"/>
                  </a:cubicBezTo>
                  <a:cubicBezTo>
                    <a:pt x="50" y="835"/>
                    <a:pt x="301" y="1186"/>
                    <a:pt x="526" y="1462"/>
                  </a:cubicBezTo>
                  <a:cubicBezTo>
                    <a:pt x="702" y="1687"/>
                    <a:pt x="927" y="1913"/>
                    <a:pt x="1153" y="2063"/>
                  </a:cubicBezTo>
                  <a:cubicBezTo>
                    <a:pt x="1303" y="2163"/>
                    <a:pt x="1429" y="2238"/>
                    <a:pt x="1579" y="2289"/>
                  </a:cubicBezTo>
                  <a:cubicBezTo>
                    <a:pt x="1654" y="2318"/>
                    <a:pt x="1782" y="2357"/>
                    <a:pt x="1889" y="2357"/>
                  </a:cubicBezTo>
                  <a:cubicBezTo>
                    <a:pt x="1962" y="2357"/>
                    <a:pt x="2025" y="2339"/>
                    <a:pt x="2055" y="2289"/>
                  </a:cubicBezTo>
                  <a:cubicBezTo>
                    <a:pt x="2130" y="2213"/>
                    <a:pt x="2105" y="2038"/>
                    <a:pt x="2105" y="1963"/>
                  </a:cubicBezTo>
                  <a:cubicBezTo>
                    <a:pt x="2105" y="1837"/>
                    <a:pt x="2080" y="1712"/>
                    <a:pt x="2055" y="1587"/>
                  </a:cubicBezTo>
                  <a:cubicBezTo>
                    <a:pt x="2005" y="1361"/>
                    <a:pt x="1905" y="1136"/>
                    <a:pt x="1780" y="935"/>
                  </a:cubicBezTo>
                  <a:cubicBezTo>
                    <a:pt x="1529" y="534"/>
                    <a:pt x="1153" y="309"/>
                    <a:pt x="727" y="133"/>
                  </a:cubicBezTo>
                  <a:cubicBezTo>
                    <a:pt x="602" y="108"/>
                    <a:pt x="476" y="58"/>
                    <a:pt x="351" y="33"/>
                  </a:cubicBezTo>
                  <a:cubicBezTo>
                    <a:pt x="309" y="12"/>
                    <a:pt x="259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5862875" y="2647671"/>
              <a:ext cx="38194" cy="53637"/>
            </a:xfrm>
            <a:custGeom>
              <a:avLst/>
              <a:gdLst/>
              <a:ahLst/>
              <a:cxnLst/>
              <a:rect l="l" t="t" r="r" b="b"/>
              <a:pathLst>
                <a:path w="1855" h="2605" extrusionOk="0">
                  <a:moveTo>
                    <a:pt x="1601" y="0"/>
                  </a:moveTo>
                  <a:cubicBezTo>
                    <a:pt x="1542" y="0"/>
                    <a:pt x="1479" y="19"/>
                    <a:pt x="1429" y="44"/>
                  </a:cubicBezTo>
                  <a:cubicBezTo>
                    <a:pt x="1329" y="94"/>
                    <a:pt x="1203" y="170"/>
                    <a:pt x="1078" y="220"/>
                  </a:cubicBezTo>
                  <a:cubicBezTo>
                    <a:pt x="677" y="445"/>
                    <a:pt x="351" y="746"/>
                    <a:pt x="176" y="1172"/>
                  </a:cubicBezTo>
                  <a:cubicBezTo>
                    <a:pt x="75" y="1398"/>
                    <a:pt x="25" y="1623"/>
                    <a:pt x="25" y="1874"/>
                  </a:cubicBezTo>
                  <a:cubicBezTo>
                    <a:pt x="0" y="1999"/>
                    <a:pt x="25" y="2124"/>
                    <a:pt x="25" y="2225"/>
                  </a:cubicBezTo>
                  <a:cubicBezTo>
                    <a:pt x="50" y="2325"/>
                    <a:pt x="50" y="2500"/>
                    <a:pt x="126" y="2550"/>
                  </a:cubicBezTo>
                  <a:cubicBezTo>
                    <a:pt x="157" y="2590"/>
                    <a:pt x="203" y="2604"/>
                    <a:pt x="256" y="2604"/>
                  </a:cubicBezTo>
                  <a:cubicBezTo>
                    <a:pt x="371" y="2604"/>
                    <a:pt x="516" y="2535"/>
                    <a:pt x="602" y="2500"/>
                  </a:cubicBezTo>
                  <a:cubicBezTo>
                    <a:pt x="727" y="2425"/>
                    <a:pt x="852" y="2300"/>
                    <a:pt x="978" y="2200"/>
                  </a:cubicBezTo>
                  <a:cubicBezTo>
                    <a:pt x="1178" y="1999"/>
                    <a:pt x="1354" y="1748"/>
                    <a:pt x="1504" y="1498"/>
                  </a:cubicBezTo>
                  <a:cubicBezTo>
                    <a:pt x="1679" y="1197"/>
                    <a:pt x="1855" y="796"/>
                    <a:pt x="1855" y="445"/>
                  </a:cubicBezTo>
                  <a:cubicBezTo>
                    <a:pt x="1855" y="320"/>
                    <a:pt x="1830" y="170"/>
                    <a:pt x="1755" y="69"/>
                  </a:cubicBezTo>
                  <a:cubicBezTo>
                    <a:pt x="1717" y="19"/>
                    <a:pt x="1661" y="0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5898473" y="2644953"/>
              <a:ext cx="54728" cy="36156"/>
            </a:xfrm>
            <a:custGeom>
              <a:avLst/>
              <a:gdLst/>
              <a:ahLst/>
              <a:cxnLst/>
              <a:rect l="l" t="t" r="r" b="b"/>
              <a:pathLst>
                <a:path w="2658" h="1756" extrusionOk="0">
                  <a:moveTo>
                    <a:pt x="276" y="1"/>
                  </a:moveTo>
                  <a:cubicBezTo>
                    <a:pt x="176" y="1"/>
                    <a:pt x="26" y="51"/>
                    <a:pt x="26" y="176"/>
                  </a:cubicBezTo>
                  <a:cubicBezTo>
                    <a:pt x="1" y="302"/>
                    <a:pt x="51" y="452"/>
                    <a:pt x="101" y="552"/>
                  </a:cubicBezTo>
                  <a:cubicBezTo>
                    <a:pt x="251" y="878"/>
                    <a:pt x="602" y="1129"/>
                    <a:pt x="903" y="1329"/>
                  </a:cubicBezTo>
                  <a:cubicBezTo>
                    <a:pt x="1153" y="1479"/>
                    <a:pt x="1429" y="1605"/>
                    <a:pt x="1705" y="1705"/>
                  </a:cubicBezTo>
                  <a:cubicBezTo>
                    <a:pt x="1855" y="1730"/>
                    <a:pt x="2006" y="1755"/>
                    <a:pt x="2181" y="1755"/>
                  </a:cubicBezTo>
                  <a:cubicBezTo>
                    <a:pt x="2306" y="1755"/>
                    <a:pt x="2582" y="1755"/>
                    <a:pt x="2632" y="1605"/>
                  </a:cubicBezTo>
                  <a:cubicBezTo>
                    <a:pt x="2657" y="1505"/>
                    <a:pt x="2582" y="1354"/>
                    <a:pt x="2557" y="1279"/>
                  </a:cubicBezTo>
                  <a:cubicBezTo>
                    <a:pt x="2507" y="1154"/>
                    <a:pt x="2457" y="1053"/>
                    <a:pt x="2407" y="953"/>
                  </a:cubicBezTo>
                  <a:cubicBezTo>
                    <a:pt x="2281" y="753"/>
                    <a:pt x="2106" y="577"/>
                    <a:pt x="1930" y="427"/>
                  </a:cubicBezTo>
                  <a:cubicBezTo>
                    <a:pt x="1554" y="126"/>
                    <a:pt x="1128" y="1"/>
                    <a:pt x="6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5826741" y="2588436"/>
              <a:ext cx="28414" cy="61749"/>
            </a:xfrm>
            <a:custGeom>
              <a:avLst/>
              <a:gdLst/>
              <a:ahLst/>
              <a:cxnLst/>
              <a:rect l="l" t="t" r="r" b="b"/>
              <a:pathLst>
                <a:path w="1380" h="2999" extrusionOk="0">
                  <a:moveTo>
                    <a:pt x="787" y="1"/>
                  </a:moveTo>
                  <a:cubicBezTo>
                    <a:pt x="692" y="1"/>
                    <a:pt x="614" y="82"/>
                    <a:pt x="552" y="164"/>
                  </a:cubicBezTo>
                  <a:cubicBezTo>
                    <a:pt x="502" y="265"/>
                    <a:pt x="427" y="365"/>
                    <a:pt x="352" y="490"/>
                  </a:cubicBezTo>
                  <a:cubicBezTo>
                    <a:pt x="126" y="891"/>
                    <a:pt x="1" y="1292"/>
                    <a:pt x="51" y="1768"/>
                  </a:cubicBezTo>
                  <a:cubicBezTo>
                    <a:pt x="76" y="1994"/>
                    <a:pt x="151" y="2245"/>
                    <a:pt x="277" y="2445"/>
                  </a:cubicBezTo>
                  <a:cubicBezTo>
                    <a:pt x="327" y="2545"/>
                    <a:pt x="402" y="2646"/>
                    <a:pt x="477" y="2746"/>
                  </a:cubicBezTo>
                  <a:cubicBezTo>
                    <a:pt x="527" y="2821"/>
                    <a:pt x="602" y="2971"/>
                    <a:pt x="703" y="2996"/>
                  </a:cubicBezTo>
                  <a:cubicBezTo>
                    <a:pt x="710" y="2998"/>
                    <a:pt x="718" y="2998"/>
                    <a:pt x="726" y="2998"/>
                  </a:cubicBezTo>
                  <a:cubicBezTo>
                    <a:pt x="868" y="2998"/>
                    <a:pt x="1007" y="2791"/>
                    <a:pt x="1079" y="2696"/>
                  </a:cubicBezTo>
                  <a:cubicBezTo>
                    <a:pt x="1154" y="2545"/>
                    <a:pt x="1229" y="2395"/>
                    <a:pt x="1254" y="2245"/>
                  </a:cubicBezTo>
                  <a:cubicBezTo>
                    <a:pt x="1354" y="1969"/>
                    <a:pt x="1379" y="1668"/>
                    <a:pt x="1354" y="1367"/>
                  </a:cubicBezTo>
                  <a:cubicBezTo>
                    <a:pt x="1354" y="1016"/>
                    <a:pt x="1329" y="590"/>
                    <a:pt x="1129" y="290"/>
                  </a:cubicBezTo>
                  <a:cubicBezTo>
                    <a:pt x="1053" y="189"/>
                    <a:pt x="953" y="64"/>
                    <a:pt x="853" y="14"/>
                  </a:cubicBezTo>
                  <a:cubicBezTo>
                    <a:pt x="830" y="5"/>
                    <a:pt x="808" y="1"/>
                    <a:pt x="7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5842738" y="2572273"/>
              <a:ext cx="62985" cy="27302"/>
            </a:xfrm>
            <a:custGeom>
              <a:avLst/>
              <a:gdLst/>
              <a:ahLst/>
              <a:cxnLst/>
              <a:rect l="l" t="t" r="r" b="b"/>
              <a:pathLst>
                <a:path w="3059" h="1326" extrusionOk="0">
                  <a:moveTo>
                    <a:pt x="1554" y="0"/>
                  </a:moveTo>
                  <a:cubicBezTo>
                    <a:pt x="1187" y="0"/>
                    <a:pt x="849" y="117"/>
                    <a:pt x="527" y="298"/>
                  </a:cubicBezTo>
                  <a:cubicBezTo>
                    <a:pt x="427" y="348"/>
                    <a:pt x="302" y="423"/>
                    <a:pt x="201" y="498"/>
                  </a:cubicBezTo>
                  <a:cubicBezTo>
                    <a:pt x="101" y="548"/>
                    <a:pt x="1" y="649"/>
                    <a:pt x="51" y="774"/>
                  </a:cubicBezTo>
                  <a:cubicBezTo>
                    <a:pt x="101" y="899"/>
                    <a:pt x="226" y="999"/>
                    <a:pt x="327" y="1050"/>
                  </a:cubicBezTo>
                  <a:cubicBezTo>
                    <a:pt x="627" y="1250"/>
                    <a:pt x="1053" y="1300"/>
                    <a:pt x="1404" y="1325"/>
                  </a:cubicBezTo>
                  <a:cubicBezTo>
                    <a:pt x="1705" y="1325"/>
                    <a:pt x="1981" y="1300"/>
                    <a:pt x="2281" y="1225"/>
                  </a:cubicBezTo>
                  <a:cubicBezTo>
                    <a:pt x="2432" y="1175"/>
                    <a:pt x="2582" y="1125"/>
                    <a:pt x="2733" y="1050"/>
                  </a:cubicBezTo>
                  <a:cubicBezTo>
                    <a:pt x="2833" y="974"/>
                    <a:pt x="3058" y="824"/>
                    <a:pt x="3033" y="674"/>
                  </a:cubicBezTo>
                  <a:cubicBezTo>
                    <a:pt x="3008" y="573"/>
                    <a:pt x="2858" y="498"/>
                    <a:pt x="2808" y="448"/>
                  </a:cubicBezTo>
                  <a:cubicBezTo>
                    <a:pt x="2708" y="373"/>
                    <a:pt x="2607" y="298"/>
                    <a:pt x="2507" y="248"/>
                  </a:cubicBezTo>
                  <a:cubicBezTo>
                    <a:pt x="2281" y="122"/>
                    <a:pt x="2056" y="47"/>
                    <a:pt x="1830" y="22"/>
                  </a:cubicBezTo>
                  <a:cubicBezTo>
                    <a:pt x="1736" y="7"/>
                    <a:pt x="1644" y="0"/>
                    <a:pt x="1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5788054" y="2573076"/>
              <a:ext cx="256490" cy="787135"/>
            </a:xfrm>
            <a:custGeom>
              <a:avLst/>
              <a:gdLst/>
              <a:ahLst/>
              <a:cxnLst/>
              <a:rect l="l" t="t" r="r" b="b"/>
              <a:pathLst>
                <a:path w="12457" h="38229" extrusionOk="0">
                  <a:moveTo>
                    <a:pt x="646" y="1"/>
                  </a:moveTo>
                  <a:cubicBezTo>
                    <a:pt x="433" y="1"/>
                    <a:pt x="217" y="19"/>
                    <a:pt x="0" y="58"/>
                  </a:cubicBezTo>
                  <a:lnTo>
                    <a:pt x="50" y="384"/>
                  </a:lnTo>
                  <a:cubicBezTo>
                    <a:pt x="252" y="347"/>
                    <a:pt x="453" y="330"/>
                    <a:pt x="653" y="330"/>
                  </a:cubicBezTo>
                  <a:cubicBezTo>
                    <a:pt x="2897" y="330"/>
                    <a:pt x="4894" y="2568"/>
                    <a:pt x="5539" y="4870"/>
                  </a:cubicBezTo>
                  <a:cubicBezTo>
                    <a:pt x="6191" y="7276"/>
                    <a:pt x="5790" y="9858"/>
                    <a:pt x="5389" y="12364"/>
                  </a:cubicBezTo>
                  <a:lnTo>
                    <a:pt x="5338" y="12590"/>
                  </a:lnTo>
                  <a:cubicBezTo>
                    <a:pt x="4912" y="15321"/>
                    <a:pt x="4587" y="17978"/>
                    <a:pt x="5514" y="20434"/>
                  </a:cubicBezTo>
                  <a:cubicBezTo>
                    <a:pt x="6115" y="22013"/>
                    <a:pt x="7168" y="23367"/>
                    <a:pt x="8221" y="24670"/>
                  </a:cubicBezTo>
                  <a:cubicBezTo>
                    <a:pt x="9048" y="25697"/>
                    <a:pt x="9900" y="26750"/>
                    <a:pt x="10501" y="27953"/>
                  </a:cubicBezTo>
                  <a:cubicBezTo>
                    <a:pt x="12131" y="31111"/>
                    <a:pt x="11830" y="35171"/>
                    <a:pt x="9750" y="38053"/>
                  </a:cubicBezTo>
                  <a:lnTo>
                    <a:pt x="10000" y="38229"/>
                  </a:lnTo>
                  <a:cubicBezTo>
                    <a:pt x="12131" y="35271"/>
                    <a:pt x="12456" y="31061"/>
                    <a:pt x="10777" y="27803"/>
                  </a:cubicBezTo>
                  <a:cubicBezTo>
                    <a:pt x="10176" y="26600"/>
                    <a:pt x="9298" y="25497"/>
                    <a:pt x="8471" y="24469"/>
                  </a:cubicBezTo>
                  <a:cubicBezTo>
                    <a:pt x="7444" y="23191"/>
                    <a:pt x="6391" y="21863"/>
                    <a:pt x="5790" y="20309"/>
                  </a:cubicBezTo>
                  <a:cubicBezTo>
                    <a:pt x="4912" y="17928"/>
                    <a:pt x="5213" y="15321"/>
                    <a:pt x="5664" y="12640"/>
                  </a:cubicBezTo>
                  <a:lnTo>
                    <a:pt x="5689" y="12414"/>
                  </a:lnTo>
                  <a:cubicBezTo>
                    <a:pt x="6090" y="9883"/>
                    <a:pt x="6516" y="7276"/>
                    <a:pt x="5840" y="4795"/>
                  </a:cubicBezTo>
                  <a:cubicBezTo>
                    <a:pt x="5149" y="2356"/>
                    <a:pt x="3043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6023862" y="2938021"/>
              <a:ext cx="28414" cy="61111"/>
            </a:xfrm>
            <a:custGeom>
              <a:avLst/>
              <a:gdLst/>
              <a:ahLst/>
              <a:cxnLst/>
              <a:rect l="l" t="t" r="r" b="b"/>
              <a:pathLst>
                <a:path w="1380" h="2968" extrusionOk="0">
                  <a:moveTo>
                    <a:pt x="864" y="1"/>
                  </a:moveTo>
                  <a:cubicBezTo>
                    <a:pt x="779" y="1"/>
                    <a:pt x="709" y="71"/>
                    <a:pt x="652" y="128"/>
                  </a:cubicBezTo>
                  <a:cubicBezTo>
                    <a:pt x="577" y="228"/>
                    <a:pt x="502" y="328"/>
                    <a:pt x="427" y="454"/>
                  </a:cubicBezTo>
                  <a:cubicBezTo>
                    <a:pt x="151" y="830"/>
                    <a:pt x="1" y="1231"/>
                    <a:pt x="26" y="1707"/>
                  </a:cubicBezTo>
                  <a:cubicBezTo>
                    <a:pt x="26" y="1957"/>
                    <a:pt x="101" y="2183"/>
                    <a:pt x="176" y="2408"/>
                  </a:cubicBezTo>
                  <a:cubicBezTo>
                    <a:pt x="226" y="2509"/>
                    <a:pt x="302" y="2609"/>
                    <a:pt x="352" y="2709"/>
                  </a:cubicBezTo>
                  <a:cubicBezTo>
                    <a:pt x="402" y="2784"/>
                    <a:pt x="477" y="2935"/>
                    <a:pt x="577" y="2960"/>
                  </a:cubicBezTo>
                  <a:cubicBezTo>
                    <a:pt x="594" y="2965"/>
                    <a:pt x="610" y="2968"/>
                    <a:pt x="627" y="2968"/>
                  </a:cubicBezTo>
                  <a:cubicBezTo>
                    <a:pt x="764" y="2968"/>
                    <a:pt x="911" y="2799"/>
                    <a:pt x="978" y="2709"/>
                  </a:cubicBezTo>
                  <a:cubicBezTo>
                    <a:pt x="1079" y="2559"/>
                    <a:pt x="1129" y="2408"/>
                    <a:pt x="1204" y="2258"/>
                  </a:cubicBezTo>
                  <a:cubicBezTo>
                    <a:pt x="1304" y="1982"/>
                    <a:pt x="1354" y="1707"/>
                    <a:pt x="1354" y="1406"/>
                  </a:cubicBezTo>
                  <a:cubicBezTo>
                    <a:pt x="1379" y="1055"/>
                    <a:pt x="1379" y="629"/>
                    <a:pt x="1204" y="303"/>
                  </a:cubicBezTo>
                  <a:cubicBezTo>
                    <a:pt x="1129" y="203"/>
                    <a:pt x="1053" y="78"/>
                    <a:pt x="953" y="28"/>
                  </a:cubicBezTo>
                  <a:cubicBezTo>
                    <a:pt x="922" y="9"/>
                    <a:pt x="892" y="1"/>
                    <a:pt x="8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5772571" y="3673078"/>
              <a:ext cx="59876" cy="29753"/>
            </a:xfrm>
            <a:custGeom>
              <a:avLst/>
              <a:gdLst/>
              <a:ahLst/>
              <a:cxnLst/>
              <a:rect l="l" t="t" r="r" b="b"/>
              <a:pathLst>
                <a:path w="2908" h="1445" extrusionOk="0">
                  <a:moveTo>
                    <a:pt x="1731" y="0"/>
                  </a:moveTo>
                  <a:cubicBezTo>
                    <a:pt x="1477" y="0"/>
                    <a:pt x="1227" y="49"/>
                    <a:pt x="978" y="166"/>
                  </a:cubicBezTo>
                  <a:cubicBezTo>
                    <a:pt x="752" y="241"/>
                    <a:pt x="552" y="392"/>
                    <a:pt x="376" y="567"/>
                  </a:cubicBezTo>
                  <a:cubicBezTo>
                    <a:pt x="301" y="642"/>
                    <a:pt x="226" y="743"/>
                    <a:pt x="151" y="843"/>
                  </a:cubicBezTo>
                  <a:cubicBezTo>
                    <a:pt x="100" y="918"/>
                    <a:pt x="0" y="1044"/>
                    <a:pt x="0" y="1119"/>
                  </a:cubicBezTo>
                  <a:cubicBezTo>
                    <a:pt x="0" y="1294"/>
                    <a:pt x="276" y="1369"/>
                    <a:pt x="401" y="1394"/>
                  </a:cubicBezTo>
                  <a:cubicBezTo>
                    <a:pt x="552" y="1445"/>
                    <a:pt x="702" y="1445"/>
                    <a:pt x="877" y="1445"/>
                  </a:cubicBezTo>
                  <a:cubicBezTo>
                    <a:pt x="1178" y="1445"/>
                    <a:pt x="1454" y="1394"/>
                    <a:pt x="1730" y="1294"/>
                  </a:cubicBezTo>
                  <a:cubicBezTo>
                    <a:pt x="2080" y="1194"/>
                    <a:pt x="2481" y="1018"/>
                    <a:pt x="2707" y="743"/>
                  </a:cubicBezTo>
                  <a:cubicBezTo>
                    <a:pt x="2782" y="642"/>
                    <a:pt x="2882" y="517"/>
                    <a:pt x="2882" y="392"/>
                  </a:cubicBezTo>
                  <a:cubicBezTo>
                    <a:pt x="2908" y="267"/>
                    <a:pt x="2782" y="216"/>
                    <a:pt x="2657" y="166"/>
                  </a:cubicBezTo>
                  <a:cubicBezTo>
                    <a:pt x="2557" y="141"/>
                    <a:pt x="2431" y="91"/>
                    <a:pt x="2281" y="66"/>
                  </a:cubicBezTo>
                  <a:cubicBezTo>
                    <a:pt x="2094" y="25"/>
                    <a:pt x="1912" y="0"/>
                    <a:pt x="1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5826226" y="3679976"/>
              <a:ext cx="32532" cy="59361"/>
            </a:xfrm>
            <a:custGeom>
              <a:avLst/>
              <a:gdLst/>
              <a:ahLst/>
              <a:cxnLst/>
              <a:rect l="l" t="t" r="r" b="b"/>
              <a:pathLst>
                <a:path w="1580" h="2883" extrusionOk="0">
                  <a:moveTo>
                    <a:pt x="394" y="1"/>
                  </a:moveTo>
                  <a:cubicBezTo>
                    <a:pt x="362" y="1"/>
                    <a:pt x="331" y="10"/>
                    <a:pt x="302" y="32"/>
                  </a:cubicBezTo>
                  <a:cubicBezTo>
                    <a:pt x="201" y="132"/>
                    <a:pt x="151" y="257"/>
                    <a:pt x="101" y="383"/>
                  </a:cubicBezTo>
                  <a:cubicBezTo>
                    <a:pt x="1" y="734"/>
                    <a:pt x="76" y="1160"/>
                    <a:pt x="176" y="1485"/>
                  </a:cubicBezTo>
                  <a:cubicBezTo>
                    <a:pt x="251" y="1761"/>
                    <a:pt x="352" y="2062"/>
                    <a:pt x="502" y="2313"/>
                  </a:cubicBezTo>
                  <a:cubicBezTo>
                    <a:pt x="602" y="2438"/>
                    <a:pt x="703" y="2563"/>
                    <a:pt x="803" y="2688"/>
                  </a:cubicBezTo>
                  <a:cubicBezTo>
                    <a:pt x="886" y="2751"/>
                    <a:pt x="1038" y="2882"/>
                    <a:pt x="1173" y="2882"/>
                  </a:cubicBezTo>
                  <a:cubicBezTo>
                    <a:pt x="1201" y="2882"/>
                    <a:pt x="1228" y="2877"/>
                    <a:pt x="1254" y="2864"/>
                  </a:cubicBezTo>
                  <a:cubicBezTo>
                    <a:pt x="1329" y="2814"/>
                    <a:pt x="1379" y="2663"/>
                    <a:pt x="1404" y="2563"/>
                  </a:cubicBezTo>
                  <a:cubicBezTo>
                    <a:pt x="1454" y="2463"/>
                    <a:pt x="1505" y="2338"/>
                    <a:pt x="1530" y="2212"/>
                  </a:cubicBezTo>
                  <a:cubicBezTo>
                    <a:pt x="1580" y="1987"/>
                    <a:pt x="1580" y="1761"/>
                    <a:pt x="1530" y="1511"/>
                  </a:cubicBezTo>
                  <a:cubicBezTo>
                    <a:pt x="1479" y="1059"/>
                    <a:pt x="1229" y="683"/>
                    <a:pt x="903" y="358"/>
                  </a:cubicBezTo>
                  <a:cubicBezTo>
                    <a:pt x="803" y="257"/>
                    <a:pt x="703" y="182"/>
                    <a:pt x="602" y="107"/>
                  </a:cubicBezTo>
                  <a:cubicBezTo>
                    <a:pt x="549" y="54"/>
                    <a:pt x="471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5810743" y="3606904"/>
              <a:ext cx="59382" cy="30391"/>
            </a:xfrm>
            <a:custGeom>
              <a:avLst/>
              <a:gdLst/>
              <a:ahLst/>
              <a:cxnLst/>
              <a:rect l="l" t="t" r="r" b="b"/>
              <a:pathLst>
                <a:path w="2884" h="1476" extrusionOk="0">
                  <a:moveTo>
                    <a:pt x="1769" y="1"/>
                  </a:moveTo>
                  <a:cubicBezTo>
                    <a:pt x="1491" y="1"/>
                    <a:pt x="1218" y="48"/>
                    <a:pt x="953" y="172"/>
                  </a:cubicBezTo>
                  <a:cubicBezTo>
                    <a:pt x="753" y="273"/>
                    <a:pt x="552" y="423"/>
                    <a:pt x="402" y="598"/>
                  </a:cubicBezTo>
                  <a:cubicBezTo>
                    <a:pt x="302" y="674"/>
                    <a:pt x="226" y="774"/>
                    <a:pt x="176" y="874"/>
                  </a:cubicBezTo>
                  <a:cubicBezTo>
                    <a:pt x="126" y="949"/>
                    <a:pt x="1" y="1075"/>
                    <a:pt x="26" y="1175"/>
                  </a:cubicBezTo>
                  <a:cubicBezTo>
                    <a:pt x="26" y="1325"/>
                    <a:pt x="302" y="1400"/>
                    <a:pt x="427" y="1425"/>
                  </a:cubicBezTo>
                  <a:cubicBezTo>
                    <a:pt x="577" y="1476"/>
                    <a:pt x="728" y="1476"/>
                    <a:pt x="903" y="1476"/>
                  </a:cubicBezTo>
                  <a:cubicBezTo>
                    <a:pt x="1204" y="1450"/>
                    <a:pt x="1480" y="1400"/>
                    <a:pt x="1755" y="1300"/>
                  </a:cubicBezTo>
                  <a:cubicBezTo>
                    <a:pt x="2081" y="1175"/>
                    <a:pt x="2482" y="999"/>
                    <a:pt x="2708" y="724"/>
                  </a:cubicBezTo>
                  <a:cubicBezTo>
                    <a:pt x="2783" y="623"/>
                    <a:pt x="2883" y="498"/>
                    <a:pt x="2883" y="373"/>
                  </a:cubicBezTo>
                  <a:cubicBezTo>
                    <a:pt x="2883" y="247"/>
                    <a:pt x="2758" y="172"/>
                    <a:pt x="2658" y="147"/>
                  </a:cubicBezTo>
                  <a:cubicBezTo>
                    <a:pt x="2532" y="122"/>
                    <a:pt x="2407" y="72"/>
                    <a:pt x="2282" y="47"/>
                  </a:cubicBezTo>
                  <a:cubicBezTo>
                    <a:pt x="2110" y="18"/>
                    <a:pt x="1939" y="1"/>
                    <a:pt x="1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5864934" y="3613390"/>
              <a:ext cx="32532" cy="58867"/>
            </a:xfrm>
            <a:custGeom>
              <a:avLst/>
              <a:gdLst/>
              <a:ahLst/>
              <a:cxnLst/>
              <a:rect l="l" t="t" r="r" b="b"/>
              <a:pathLst>
                <a:path w="1580" h="2859" extrusionOk="0">
                  <a:moveTo>
                    <a:pt x="372" y="1"/>
                  </a:moveTo>
                  <a:cubicBezTo>
                    <a:pt x="339" y="1"/>
                    <a:pt x="307" y="10"/>
                    <a:pt x="276" y="33"/>
                  </a:cubicBezTo>
                  <a:cubicBezTo>
                    <a:pt x="176" y="108"/>
                    <a:pt x="126" y="258"/>
                    <a:pt x="76" y="384"/>
                  </a:cubicBezTo>
                  <a:cubicBezTo>
                    <a:pt x="0" y="734"/>
                    <a:pt x="76" y="1161"/>
                    <a:pt x="176" y="1486"/>
                  </a:cubicBezTo>
                  <a:cubicBezTo>
                    <a:pt x="251" y="1762"/>
                    <a:pt x="376" y="2038"/>
                    <a:pt x="527" y="2288"/>
                  </a:cubicBezTo>
                  <a:cubicBezTo>
                    <a:pt x="627" y="2414"/>
                    <a:pt x="727" y="2539"/>
                    <a:pt x="853" y="2664"/>
                  </a:cubicBezTo>
                  <a:cubicBezTo>
                    <a:pt x="936" y="2727"/>
                    <a:pt x="1088" y="2858"/>
                    <a:pt x="1223" y="2858"/>
                  </a:cubicBezTo>
                  <a:cubicBezTo>
                    <a:pt x="1251" y="2858"/>
                    <a:pt x="1278" y="2853"/>
                    <a:pt x="1304" y="2840"/>
                  </a:cubicBezTo>
                  <a:cubicBezTo>
                    <a:pt x="1379" y="2790"/>
                    <a:pt x="1429" y="2614"/>
                    <a:pt x="1454" y="2539"/>
                  </a:cubicBezTo>
                  <a:cubicBezTo>
                    <a:pt x="1504" y="2414"/>
                    <a:pt x="1529" y="2313"/>
                    <a:pt x="1554" y="2188"/>
                  </a:cubicBezTo>
                  <a:cubicBezTo>
                    <a:pt x="1579" y="1963"/>
                    <a:pt x="1579" y="1712"/>
                    <a:pt x="1554" y="1486"/>
                  </a:cubicBezTo>
                  <a:cubicBezTo>
                    <a:pt x="1479" y="1010"/>
                    <a:pt x="1229" y="659"/>
                    <a:pt x="878" y="333"/>
                  </a:cubicBezTo>
                  <a:cubicBezTo>
                    <a:pt x="777" y="258"/>
                    <a:pt x="677" y="158"/>
                    <a:pt x="577" y="83"/>
                  </a:cubicBezTo>
                  <a:cubicBezTo>
                    <a:pt x="525" y="48"/>
                    <a:pt x="448" y="1"/>
                    <a:pt x="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5829850" y="3515591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55" y="0"/>
                  </a:moveTo>
                  <a:cubicBezTo>
                    <a:pt x="1807" y="0"/>
                    <a:pt x="1756" y="11"/>
                    <a:pt x="1704" y="21"/>
                  </a:cubicBezTo>
                  <a:cubicBezTo>
                    <a:pt x="1604" y="71"/>
                    <a:pt x="1479" y="96"/>
                    <a:pt x="1354" y="146"/>
                  </a:cubicBezTo>
                  <a:cubicBezTo>
                    <a:pt x="928" y="322"/>
                    <a:pt x="552" y="572"/>
                    <a:pt x="301" y="973"/>
                  </a:cubicBezTo>
                  <a:cubicBezTo>
                    <a:pt x="201" y="1174"/>
                    <a:pt x="100" y="1399"/>
                    <a:pt x="50" y="1625"/>
                  </a:cubicBezTo>
                  <a:cubicBezTo>
                    <a:pt x="25" y="1750"/>
                    <a:pt x="25" y="1875"/>
                    <a:pt x="25" y="2001"/>
                  </a:cubicBezTo>
                  <a:cubicBezTo>
                    <a:pt x="25" y="2076"/>
                    <a:pt x="0" y="2251"/>
                    <a:pt x="50" y="2327"/>
                  </a:cubicBezTo>
                  <a:cubicBezTo>
                    <a:pt x="91" y="2377"/>
                    <a:pt x="160" y="2395"/>
                    <a:pt x="237" y="2395"/>
                  </a:cubicBezTo>
                  <a:cubicBezTo>
                    <a:pt x="349" y="2395"/>
                    <a:pt x="477" y="2356"/>
                    <a:pt x="552" y="2327"/>
                  </a:cubicBezTo>
                  <a:cubicBezTo>
                    <a:pt x="702" y="2276"/>
                    <a:pt x="827" y="2201"/>
                    <a:pt x="953" y="2101"/>
                  </a:cubicBezTo>
                  <a:cubicBezTo>
                    <a:pt x="1203" y="1926"/>
                    <a:pt x="1404" y="1700"/>
                    <a:pt x="1579" y="1474"/>
                  </a:cubicBezTo>
                  <a:cubicBezTo>
                    <a:pt x="1805" y="1199"/>
                    <a:pt x="2030" y="848"/>
                    <a:pt x="2080" y="472"/>
                  </a:cubicBezTo>
                  <a:cubicBezTo>
                    <a:pt x="2080" y="347"/>
                    <a:pt x="2080" y="196"/>
                    <a:pt x="2030" y="96"/>
                  </a:cubicBezTo>
                  <a:cubicBezTo>
                    <a:pt x="1986" y="22"/>
                    <a:pt x="1924" y="0"/>
                    <a:pt x="1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5870616" y="3514273"/>
              <a:ext cx="51104" cy="41530"/>
            </a:xfrm>
            <a:custGeom>
              <a:avLst/>
              <a:gdLst/>
              <a:ahLst/>
              <a:cxnLst/>
              <a:rect l="l" t="t" r="r" b="b"/>
              <a:pathLst>
                <a:path w="2482" h="2017" extrusionOk="0">
                  <a:moveTo>
                    <a:pt x="264" y="1"/>
                  </a:moveTo>
                  <a:cubicBezTo>
                    <a:pt x="164" y="1"/>
                    <a:pt x="70" y="38"/>
                    <a:pt x="50" y="135"/>
                  </a:cubicBezTo>
                  <a:cubicBezTo>
                    <a:pt x="0" y="235"/>
                    <a:pt x="50" y="411"/>
                    <a:pt x="75" y="511"/>
                  </a:cubicBezTo>
                  <a:cubicBezTo>
                    <a:pt x="201" y="862"/>
                    <a:pt x="501" y="1162"/>
                    <a:pt x="752" y="1388"/>
                  </a:cubicBezTo>
                  <a:cubicBezTo>
                    <a:pt x="978" y="1589"/>
                    <a:pt x="1228" y="1764"/>
                    <a:pt x="1504" y="1864"/>
                  </a:cubicBezTo>
                  <a:cubicBezTo>
                    <a:pt x="1654" y="1939"/>
                    <a:pt x="1805" y="1990"/>
                    <a:pt x="1955" y="2015"/>
                  </a:cubicBezTo>
                  <a:cubicBezTo>
                    <a:pt x="1991" y="2015"/>
                    <a:pt x="2039" y="2017"/>
                    <a:pt x="2091" y="2017"/>
                  </a:cubicBezTo>
                  <a:cubicBezTo>
                    <a:pt x="2222" y="2017"/>
                    <a:pt x="2378" y="2004"/>
                    <a:pt x="2431" y="1914"/>
                  </a:cubicBezTo>
                  <a:cubicBezTo>
                    <a:pt x="2481" y="1814"/>
                    <a:pt x="2431" y="1664"/>
                    <a:pt x="2406" y="1589"/>
                  </a:cubicBezTo>
                  <a:cubicBezTo>
                    <a:pt x="2381" y="1463"/>
                    <a:pt x="2331" y="1338"/>
                    <a:pt x="2281" y="1238"/>
                  </a:cubicBezTo>
                  <a:cubicBezTo>
                    <a:pt x="2206" y="1012"/>
                    <a:pt x="2080" y="812"/>
                    <a:pt x="1905" y="636"/>
                  </a:cubicBezTo>
                  <a:cubicBezTo>
                    <a:pt x="1579" y="285"/>
                    <a:pt x="1178" y="135"/>
                    <a:pt x="727" y="60"/>
                  </a:cubicBezTo>
                  <a:cubicBezTo>
                    <a:pt x="602" y="35"/>
                    <a:pt x="476" y="10"/>
                    <a:pt x="351" y="10"/>
                  </a:cubicBezTo>
                  <a:cubicBezTo>
                    <a:pt x="323" y="4"/>
                    <a:pt x="293" y="1"/>
                    <a:pt x="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5804051" y="3428128"/>
              <a:ext cx="36135" cy="55572"/>
            </a:xfrm>
            <a:custGeom>
              <a:avLst/>
              <a:gdLst/>
              <a:ahLst/>
              <a:cxnLst/>
              <a:rect l="l" t="t" r="r" b="b"/>
              <a:pathLst>
                <a:path w="1755" h="2699" extrusionOk="0">
                  <a:moveTo>
                    <a:pt x="1467" y="0"/>
                  </a:moveTo>
                  <a:cubicBezTo>
                    <a:pt x="1402" y="0"/>
                    <a:pt x="1336" y="29"/>
                    <a:pt x="1278" y="58"/>
                  </a:cubicBezTo>
                  <a:cubicBezTo>
                    <a:pt x="1178" y="108"/>
                    <a:pt x="1053" y="184"/>
                    <a:pt x="952" y="259"/>
                  </a:cubicBezTo>
                  <a:cubicBezTo>
                    <a:pt x="551" y="509"/>
                    <a:pt x="251" y="835"/>
                    <a:pt x="100" y="1286"/>
                  </a:cubicBezTo>
                  <a:cubicBezTo>
                    <a:pt x="25" y="1512"/>
                    <a:pt x="0" y="1737"/>
                    <a:pt x="0" y="1988"/>
                  </a:cubicBezTo>
                  <a:cubicBezTo>
                    <a:pt x="0" y="2088"/>
                    <a:pt x="25" y="2214"/>
                    <a:pt x="50" y="2339"/>
                  </a:cubicBezTo>
                  <a:cubicBezTo>
                    <a:pt x="50" y="2414"/>
                    <a:pt x="75" y="2590"/>
                    <a:pt x="150" y="2665"/>
                  </a:cubicBezTo>
                  <a:cubicBezTo>
                    <a:pt x="180" y="2688"/>
                    <a:pt x="217" y="2698"/>
                    <a:pt x="257" y="2698"/>
                  </a:cubicBezTo>
                  <a:cubicBezTo>
                    <a:pt x="386" y="2698"/>
                    <a:pt x="550" y="2597"/>
                    <a:pt x="627" y="2539"/>
                  </a:cubicBezTo>
                  <a:cubicBezTo>
                    <a:pt x="752" y="2464"/>
                    <a:pt x="877" y="2364"/>
                    <a:pt x="978" y="2239"/>
                  </a:cubicBezTo>
                  <a:cubicBezTo>
                    <a:pt x="1178" y="2013"/>
                    <a:pt x="1328" y="1762"/>
                    <a:pt x="1454" y="1512"/>
                  </a:cubicBezTo>
                  <a:cubicBezTo>
                    <a:pt x="1604" y="1186"/>
                    <a:pt x="1754" y="785"/>
                    <a:pt x="1729" y="409"/>
                  </a:cubicBezTo>
                  <a:cubicBezTo>
                    <a:pt x="1704" y="309"/>
                    <a:pt x="1679" y="158"/>
                    <a:pt x="1604" y="58"/>
                  </a:cubicBezTo>
                  <a:cubicBezTo>
                    <a:pt x="1562" y="16"/>
                    <a:pt x="1515" y="0"/>
                    <a:pt x="1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5836562" y="3424072"/>
              <a:ext cx="56767" cy="34159"/>
            </a:xfrm>
            <a:custGeom>
              <a:avLst/>
              <a:gdLst/>
              <a:ahLst/>
              <a:cxnLst/>
              <a:rect l="l" t="t" r="r" b="b"/>
              <a:pathLst>
                <a:path w="2757" h="1659" extrusionOk="0">
                  <a:moveTo>
                    <a:pt x="818" y="0"/>
                  </a:moveTo>
                  <a:cubicBezTo>
                    <a:pt x="763" y="0"/>
                    <a:pt x="708" y="2"/>
                    <a:pt x="652" y="5"/>
                  </a:cubicBezTo>
                  <a:cubicBezTo>
                    <a:pt x="526" y="5"/>
                    <a:pt x="401" y="30"/>
                    <a:pt x="276" y="30"/>
                  </a:cubicBezTo>
                  <a:cubicBezTo>
                    <a:pt x="175" y="55"/>
                    <a:pt x="25" y="80"/>
                    <a:pt x="25" y="230"/>
                  </a:cubicBezTo>
                  <a:cubicBezTo>
                    <a:pt x="0" y="355"/>
                    <a:pt x="75" y="481"/>
                    <a:pt x="125" y="581"/>
                  </a:cubicBezTo>
                  <a:cubicBezTo>
                    <a:pt x="301" y="907"/>
                    <a:pt x="677" y="1132"/>
                    <a:pt x="977" y="1308"/>
                  </a:cubicBezTo>
                  <a:cubicBezTo>
                    <a:pt x="1253" y="1433"/>
                    <a:pt x="1529" y="1558"/>
                    <a:pt x="1805" y="1609"/>
                  </a:cubicBezTo>
                  <a:cubicBezTo>
                    <a:pt x="1955" y="1634"/>
                    <a:pt x="2130" y="1659"/>
                    <a:pt x="2281" y="1659"/>
                  </a:cubicBezTo>
                  <a:cubicBezTo>
                    <a:pt x="2406" y="1634"/>
                    <a:pt x="2682" y="1609"/>
                    <a:pt x="2732" y="1458"/>
                  </a:cubicBezTo>
                  <a:cubicBezTo>
                    <a:pt x="2757" y="1358"/>
                    <a:pt x="2657" y="1208"/>
                    <a:pt x="2632" y="1132"/>
                  </a:cubicBezTo>
                  <a:cubicBezTo>
                    <a:pt x="2581" y="1032"/>
                    <a:pt x="2506" y="932"/>
                    <a:pt x="2456" y="832"/>
                  </a:cubicBezTo>
                  <a:cubicBezTo>
                    <a:pt x="2306" y="631"/>
                    <a:pt x="2130" y="456"/>
                    <a:pt x="1955" y="330"/>
                  </a:cubicBezTo>
                  <a:cubicBezTo>
                    <a:pt x="1601" y="87"/>
                    <a:pt x="1228" y="0"/>
                    <a:pt x="8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5750890" y="3259502"/>
              <a:ext cx="46472" cy="46122"/>
            </a:xfrm>
            <a:custGeom>
              <a:avLst/>
              <a:gdLst/>
              <a:ahLst/>
              <a:cxnLst/>
              <a:rect l="l" t="t" r="r" b="b"/>
              <a:pathLst>
                <a:path w="2257" h="2240" extrusionOk="0">
                  <a:moveTo>
                    <a:pt x="1987" y="1"/>
                  </a:moveTo>
                  <a:cubicBezTo>
                    <a:pt x="1952" y="1"/>
                    <a:pt x="1916" y="3"/>
                    <a:pt x="1880" y="3"/>
                  </a:cubicBezTo>
                  <a:cubicBezTo>
                    <a:pt x="1780" y="53"/>
                    <a:pt x="1630" y="78"/>
                    <a:pt x="1504" y="103"/>
                  </a:cubicBezTo>
                  <a:cubicBezTo>
                    <a:pt x="1078" y="228"/>
                    <a:pt x="677" y="454"/>
                    <a:pt x="402" y="830"/>
                  </a:cubicBezTo>
                  <a:cubicBezTo>
                    <a:pt x="276" y="1030"/>
                    <a:pt x="176" y="1256"/>
                    <a:pt x="101" y="1481"/>
                  </a:cubicBezTo>
                  <a:cubicBezTo>
                    <a:pt x="76" y="1582"/>
                    <a:pt x="51" y="1707"/>
                    <a:pt x="26" y="1832"/>
                  </a:cubicBezTo>
                  <a:cubicBezTo>
                    <a:pt x="26" y="1907"/>
                    <a:pt x="1" y="2083"/>
                    <a:pt x="51" y="2158"/>
                  </a:cubicBezTo>
                  <a:cubicBezTo>
                    <a:pt x="88" y="2221"/>
                    <a:pt x="176" y="2239"/>
                    <a:pt x="270" y="2239"/>
                  </a:cubicBezTo>
                  <a:cubicBezTo>
                    <a:pt x="364" y="2239"/>
                    <a:pt x="464" y="2221"/>
                    <a:pt x="527" y="2208"/>
                  </a:cubicBezTo>
                  <a:cubicBezTo>
                    <a:pt x="677" y="2158"/>
                    <a:pt x="828" y="2083"/>
                    <a:pt x="953" y="2008"/>
                  </a:cubicBezTo>
                  <a:cubicBezTo>
                    <a:pt x="1204" y="1857"/>
                    <a:pt x="1429" y="1657"/>
                    <a:pt x="1630" y="1456"/>
                  </a:cubicBezTo>
                  <a:cubicBezTo>
                    <a:pt x="1880" y="1181"/>
                    <a:pt x="2131" y="855"/>
                    <a:pt x="2206" y="504"/>
                  </a:cubicBezTo>
                  <a:cubicBezTo>
                    <a:pt x="2231" y="379"/>
                    <a:pt x="2256" y="228"/>
                    <a:pt x="2206" y="103"/>
                  </a:cubicBezTo>
                  <a:cubicBezTo>
                    <a:pt x="2152" y="13"/>
                    <a:pt x="2073" y="1"/>
                    <a:pt x="1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5795260" y="3258761"/>
              <a:ext cx="47501" cy="44804"/>
            </a:xfrm>
            <a:custGeom>
              <a:avLst/>
              <a:gdLst/>
              <a:ahLst/>
              <a:cxnLst/>
              <a:rect l="l" t="t" r="r" b="b"/>
              <a:pathLst>
                <a:path w="2307" h="2176" extrusionOk="0">
                  <a:moveTo>
                    <a:pt x="238" y="0"/>
                  </a:moveTo>
                  <a:cubicBezTo>
                    <a:pt x="156" y="0"/>
                    <a:pt x="86" y="27"/>
                    <a:pt x="51" y="114"/>
                  </a:cubicBezTo>
                  <a:cubicBezTo>
                    <a:pt x="1" y="239"/>
                    <a:pt x="26" y="389"/>
                    <a:pt x="51" y="490"/>
                  </a:cubicBezTo>
                  <a:cubicBezTo>
                    <a:pt x="126" y="841"/>
                    <a:pt x="402" y="1191"/>
                    <a:pt x="653" y="1442"/>
                  </a:cubicBezTo>
                  <a:cubicBezTo>
                    <a:pt x="853" y="1643"/>
                    <a:pt x="1079" y="1843"/>
                    <a:pt x="1329" y="1968"/>
                  </a:cubicBezTo>
                  <a:cubicBezTo>
                    <a:pt x="1480" y="2044"/>
                    <a:pt x="1630" y="2119"/>
                    <a:pt x="1780" y="2144"/>
                  </a:cubicBezTo>
                  <a:cubicBezTo>
                    <a:pt x="1843" y="2156"/>
                    <a:pt x="1943" y="2175"/>
                    <a:pt x="2037" y="2175"/>
                  </a:cubicBezTo>
                  <a:cubicBezTo>
                    <a:pt x="2131" y="2175"/>
                    <a:pt x="2219" y="2156"/>
                    <a:pt x="2257" y="2094"/>
                  </a:cubicBezTo>
                  <a:cubicBezTo>
                    <a:pt x="2307" y="2019"/>
                    <a:pt x="2282" y="1843"/>
                    <a:pt x="2257" y="1768"/>
                  </a:cubicBezTo>
                  <a:cubicBezTo>
                    <a:pt x="2257" y="1643"/>
                    <a:pt x="2232" y="1517"/>
                    <a:pt x="2181" y="1392"/>
                  </a:cubicBezTo>
                  <a:cubicBezTo>
                    <a:pt x="2106" y="1166"/>
                    <a:pt x="2006" y="966"/>
                    <a:pt x="1856" y="790"/>
                  </a:cubicBezTo>
                  <a:cubicBezTo>
                    <a:pt x="1555" y="415"/>
                    <a:pt x="1179" y="214"/>
                    <a:pt x="728" y="89"/>
                  </a:cubicBezTo>
                  <a:cubicBezTo>
                    <a:pt x="603" y="64"/>
                    <a:pt x="477" y="39"/>
                    <a:pt x="352" y="14"/>
                  </a:cubicBezTo>
                  <a:cubicBezTo>
                    <a:pt x="313" y="6"/>
                    <a:pt x="274" y="0"/>
                    <a:pt x="2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5766373" y="3345338"/>
              <a:ext cx="37700" cy="53822"/>
            </a:xfrm>
            <a:custGeom>
              <a:avLst/>
              <a:gdLst/>
              <a:ahLst/>
              <a:cxnLst/>
              <a:rect l="l" t="t" r="r" b="b"/>
              <a:pathLst>
                <a:path w="1831" h="2614" extrusionOk="0">
                  <a:moveTo>
                    <a:pt x="1564" y="0"/>
                  </a:moveTo>
                  <a:cubicBezTo>
                    <a:pt x="1511" y="0"/>
                    <a:pt x="1454" y="19"/>
                    <a:pt x="1404" y="44"/>
                  </a:cubicBezTo>
                  <a:cubicBezTo>
                    <a:pt x="1279" y="94"/>
                    <a:pt x="1153" y="169"/>
                    <a:pt x="1053" y="220"/>
                  </a:cubicBezTo>
                  <a:cubicBezTo>
                    <a:pt x="652" y="470"/>
                    <a:pt x="326" y="771"/>
                    <a:pt x="151" y="1197"/>
                  </a:cubicBezTo>
                  <a:cubicBezTo>
                    <a:pt x="51" y="1423"/>
                    <a:pt x="0" y="1648"/>
                    <a:pt x="0" y="1899"/>
                  </a:cubicBezTo>
                  <a:cubicBezTo>
                    <a:pt x="0" y="1999"/>
                    <a:pt x="0" y="2124"/>
                    <a:pt x="26" y="2250"/>
                  </a:cubicBezTo>
                  <a:cubicBezTo>
                    <a:pt x="26" y="2350"/>
                    <a:pt x="51" y="2500"/>
                    <a:pt x="101" y="2575"/>
                  </a:cubicBezTo>
                  <a:cubicBezTo>
                    <a:pt x="135" y="2603"/>
                    <a:pt x="178" y="2613"/>
                    <a:pt x="225" y="2613"/>
                  </a:cubicBezTo>
                  <a:cubicBezTo>
                    <a:pt x="351" y="2613"/>
                    <a:pt x="504" y="2537"/>
                    <a:pt x="577" y="2500"/>
                  </a:cubicBezTo>
                  <a:cubicBezTo>
                    <a:pt x="727" y="2425"/>
                    <a:pt x="853" y="2325"/>
                    <a:pt x="978" y="2200"/>
                  </a:cubicBezTo>
                  <a:cubicBezTo>
                    <a:pt x="1178" y="1999"/>
                    <a:pt x="1354" y="1748"/>
                    <a:pt x="1479" y="1498"/>
                  </a:cubicBezTo>
                  <a:cubicBezTo>
                    <a:pt x="1655" y="1197"/>
                    <a:pt x="1830" y="796"/>
                    <a:pt x="1805" y="445"/>
                  </a:cubicBezTo>
                  <a:cubicBezTo>
                    <a:pt x="1805" y="320"/>
                    <a:pt x="1780" y="169"/>
                    <a:pt x="1705" y="69"/>
                  </a:cubicBezTo>
                  <a:cubicBezTo>
                    <a:pt x="1667" y="19"/>
                    <a:pt x="1617" y="0"/>
                    <a:pt x="1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5800942" y="3342106"/>
              <a:ext cx="55243" cy="36156"/>
            </a:xfrm>
            <a:custGeom>
              <a:avLst/>
              <a:gdLst/>
              <a:ahLst/>
              <a:cxnLst/>
              <a:rect l="l" t="t" r="r" b="b"/>
              <a:pathLst>
                <a:path w="2683" h="1756" extrusionOk="0">
                  <a:moveTo>
                    <a:pt x="677" y="1"/>
                  </a:moveTo>
                  <a:cubicBezTo>
                    <a:pt x="552" y="1"/>
                    <a:pt x="427" y="1"/>
                    <a:pt x="301" y="26"/>
                  </a:cubicBezTo>
                  <a:cubicBezTo>
                    <a:pt x="176" y="26"/>
                    <a:pt x="51" y="51"/>
                    <a:pt x="26" y="201"/>
                  </a:cubicBezTo>
                  <a:cubicBezTo>
                    <a:pt x="1" y="301"/>
                    <a:pt x="76" y="452"/>
                    <a:pt x="126" y="577"/>
                  </a:cubicBezTo>
                  <a:cubicBezTo>
                    <a:pt x="276" y="878"/>
                    <a:pt x="627" y="1154"/>
                    <a:pt x="928" y="1329"/>
                  </a:cubicBezTo>
                  <a:cubicBezTo>
                    <a:pt x="1179" y="1479"/>
                    <a:pt x="1454" y="1605"/>
                    <a:pt x="1730" y="1680"/>
                  </a:cubicBezTo>
                  <a:cubicBezTo>
                    <a:pt x="1880" y="1730"/>
                    <a:pt x="2056" y="1755"/>
                    <a:pt x="2206" y="1755"/>
                  </a:cubicBezTo>
                  <a:cubicBezTo>
                    <a:pt x="2332" y="1755"/>
                    <a:pt x="2607" y="1730"/>
                    <a:pt x="2657" y="1580"/>
                  </a:cubicBezTo>
                  <a:cubicBezTo>
                    <a:pt x="2682" y="1479"/>
                    <a:pt x="2607" y="1329"/>
                    <a:pt x="2582" y="1254"/>
                  </a:cubicBezTo>
                  <a:cubicBezTo>
                    <a:pt x="2532" y="1154"/>
                    <a:pt x="2482" y="1028"/>
                    <a:pt x="2407" y="928"/>
                  </a:cubicBezTo>
                  <a:cubicBezTo>
                    <a:pt x="2281" y="727"/>
                    <a:pt x="2131" y="552"/>
                    <a:pt x="1956" y="402"/>
                  </a:cubicBezTo>
                  <a:cubicBezTo>
                    <a:pt x="1580" y="101"/>
                    <a:pt x="1154" y="1"/>
                    <a:pt x="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5769462" y="3145499"/>
              <a:ext cx="53699" cy="38215"/>
            </a:xfrm>
            <a:custGeom>
              <a:avLst/>
              <a:gdLst/>
              <a:ahLst/>
              <a:cxnLst/>
              <a:rect l="l" t="t" r="r" b="b"/>
              <a:pathLst>
                <a:path w="2608" h="1856" extrusionOk="0">
                  <a:moveTo>
                    <a:pt x="2307" y="1"/>
                  </a:moveTo>
                  <a:cubicBezTo>
                    <a:pt x="2181" y="1"/>
                    <a:pt x="2031" y="1"/>
                    <a:pt x="1906" y="26"/>
                  </a:cubicBezTo>
                  <a:cubicBezTo>
                    <a:pt x="1454" y="51"/>
                    <a:pt x="1028" y="176"/>
                    <a:pt x="678" y="502"/>
                  </a:cubicBezTo>
                  <a:cubicBezTo>
                    <a:pt x="502" y="652"/>
                    <a:pt x="352" y="828"/>
                    <a:pt x="226" y="1053"/>
                  </a:cubicBezTo>
                  <a:cubicBezTo>
                    <a:pt x="176" y="1154"/>
                    <a:pt x="126" y="1254"/>
                    <a:pt x="101" y="1379"/>
                  </a:cubicBezTo>
                  <a:cubicBezTo>
                    <a:pt x="76" y="1454"/>
                    <a:pt x="1" y="1630"/>
                    <a:pt x="26" y="1705"/>
                  </a:cubicBezTo>
                  <a:cubicBezTo>
                    <a:pt x="76" y="1855"/>
                    <a:pt x="377" y="1855"/>
                    <a:pt x="502" y="1855"/>
                  </a:cubicBezTo>
                  <a:cubicBezTo>
                    <a:pt x="652" y="1830"/>
                    <a:pt x="803" y="1805"/>
                    <a:pt x="953" y="1755"/>
                  </a:cubicBezTo>
                  <a:cubicBezTo>
                    <a:pt x="1254" y="1655"/>
                    <a:pt x="1505" y="1530"/>
                    <a:pt x="1730" y="1354"/>
                  </a:cubicBezTo>
                  <a:cubicBezTo>
                    <a:pt x="2031" y="1154"/>
                    <a:pt x="2357" y="878"/>
                    <a:pt x="2507" y="552"/>
                  </a:cubicBezTo>
                  <a:cubicBezTo>
                    <a:pt x="2557" y="427"/>
                    <a:pt x="2607" y="276"/>
                    <a:pt x="2582" y="151"/>
                  </a:cubicBezTo>
                  <a:cubicBezTo>
                    <a:pt x="2557" y="26"/>
                    <a:pt x="2407" y="1"/>
                    <a:pt x="23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5821079" y="3146673"/>
              <a:ext cx="39224" cy="52360"/>
            </a:xfrm>
            <a:custGeom>
              <a:avLst/>
              <a:gdLst/>
              <a:ahLst/>
              <a:cxnLst/>
              <a:rect l="l" t="t" r="r" b="b"/>
              <a:pathLst>
                <a:path w="1905" h="2543" extrusionOk="0">
                  <a:moveTo>
                    <a:pt x="229" y="0"/>
                  </a:moveTo>
                  <a:cubicBezTo>
                    <a:pt x="169" y="0"/>
                    <a:pt x="113" y="19"/>
                    <a:pt x="75" y="69"/>
                  </a:cubicBezTo>
                  <a:cubicBezTo>
                    <a:pt x="0" y="169"/>
                    <a:pt x="0" y="345"/>
                    <a:pt x="0" y="445"/>
                  </a:cubicBezTo>
                  <a:cubicBezTo>
                    <a:pt x="0" y="821"/>
                    <a:pt x="201" y="1197"/>
                    <a:pt x="376" y="1498"/>
                  </a:cubicBezTo>
                  <a:cubicBezTo>
                    <a:pt x="552" y="1748"/>
                    <a:pt x="727" y="1974"/>
                    <a:pt x="953" y="2174"/>
                  </a:cubicBezTo>
                  <a:cubicBezTo>
                    <a:pt x="1078" y="2275"/>
                    <a:pt x="1203" y="2375"/>
                    <a:pt x="1354" y="2450"/>
                  </a:cubicBezTo>
                  <a:cubicBezTo>
                    <a:pt x="1423" y="2485"/>
                    <a:pt x="1563" y="2543"/>
                    <a:pt x="1685" y="2543"/>
                  </a:cubicBezTo>
                  <a:cubicBezTo>
                    <a:pt x="1740" y="2543"/>
                    <a:pt x="1791" y="2531"/>
                    <a:pt x="1830" y="2500"/>
                  </a:cubicBezTo>
                  <a:cubicBezTo>
                    <a:pt x="1880" y="2425"/>
                    <a:pt x="1880" y="2249"/>
                    <a:pt x="1905" y="2174"/>
                  </a:cubicBezTo>
                  <a:cubicBezTo>
                    <a:pt x="1905" y="2049"/>
                    <a:pt x="1905" y="1924"/>
                    <a:pt x="1905" y="1798"/>
                  </a:cubicBezTo>
                  <a:cubicBezTo>
                    <a:pt x="1880" y="1573"/>
                    <a:pt x="1805" y="1322"/>
                    <a:pt x="1704" y="1122"/>
                  </a:cubicBezTo>
                  <a:cubicBezTo>
                    <a:pt x="1504" y="696"/>
                    <a:pt x="1153" y="420"/>
                    <a:pt x="752" y="194"/>
                  </a:cubicBezTo>
                  <a:cubicBezTo>
                    <a:pt x="627" y="144"/>
                    <a:pt x="501" y="94"/>
                    <a:pt x="401" y="44"/>
                  </a:cubicBezTo>
                  <a:cubicBezTo>
                    <a:pt x="351" y="19"/>
                    <a:pt x="288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5796310" y="3040226"/>
              <a:ext cx="53678" cy="38215"/>
            </a:xfrm>
            <a:custGeom>
              <a:avLst/>
              <a:gdLst/>
              <a:ahLst/>
              <a:cxnLst/>
              <a:rect l="l" t="t" r="r" b="b"/>
              <a:pathLst>
                <a:path w="2607" h="1856" extrusionOk="0">
                  <a:moveTo>
                    <a:pt x="2306" y="1"/>
                  </a:moveTo>
                  <a:cubicBezTo>
                    <a:pt x="2181" y="1"/>
                    <a:pt x="2055" y="1"/>
                    <a:pt x="1905" y="26"/>
                  </a:cubicBezTo>
                  <a:cubicBezTo>
                    <a:pt x="1454" y="51"/>
                    <a:pt x="1028" y="176"/>
                    <a:pt x="677" y="477"/>
                  </a:cubicBezTo>
                  <a:cubicBezTo>
                    <a:pt x="501" y="653"/>
                    <a:pt x="351" y="828"/>
                    <a:pt x="226" y="1054"/>
                  </a:cubicBezTo>
                  <a:cubicBezTo>
                    <a:pt x="176" y="1154"/>
                    <a:pt x="125" y="1254"/>
                    <a:pt x="100" y="1379"/>
                  </a:cubicBezTo>
                  <a:cubicBezTo>
                    <a:pt x="75" y="1455"/>
                    <a:pt x="0" y="1605"/>
                    <a:pt x="25" y="1705"/>
                  </a:cubicBezTo>
                  <a:cubicBezTo>
                    <a:pt x="100" y="1856"/>
                    <a:pt x="376" y="1856"/>
                    <a:pt x="501" y="1856"/>
                  </a:cubicBezTo>
                  <a:cubicBezTo>
                    <a:pt x="652" y="1830"/>
                    <a:pt x="802" y="1805"/>
                    <a:pt x="953" y="1755"/>
                  </a:cubicBezTo>
                  <a:cubicBezTo>
                    <a:pt x="1253" y="1655"/>
                    <a:pt x="1504" y="1505"/>
                    <a:pt x="1755" y="1354"/>
                  </a:cubicBezTo>
                  <a:cubicBezTo>
                    <a:pt x="2030" y="1154"/>
                    <a:pt x="2356" y="878"/>
                    <a:pt x="2506" y="552"/>
                  </a:cubicBezTo>
                  <a:cubicBezTo>
                    <a:pt x="2557" y="427"/>
                    <a:pt x="2607" y="277"/>
                    <a:pt x="2582" y="151"/>
                  </a:cubicBezTo>
                  <a:cubicBezTo>
                    <a:pt x="2557" y="26"/>
                    <a:pt x="2406" y="1"/>
                    <a:pt x="2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5847906" y="3041400"/>
              <a:ext cx="39245" cy="52216"/>
            </a:xfrm>
            <a:custGeom>
              <a:avLst/>
              <a:gdLst/>
              <a:ahLst/>
              <a:cxnLst/>
              <a:rect l="l" t="t" r="r" b="b"/>
              <a:pathLst>
                <a:path w="1906" h="2536" extrusionOk="0">
                  <a:moveTo>
                    <a:pt x="229" y="0"/>
                  </a:moveTo>
                  <a:cubicBezTo>
                    <a:pt x="170" y="0"/>
                    <a:pt x="113" y="19"/>
                    <a:pt x="76" y="69"/>
                  </a:cubicBezTo>
                  <a:cubicBezTo>
                    <a:pt x="0" y="169"/>
                    <a:pt x="0" y="320"/>
                    <a:pt x="0" y="445"/>
                  </a:cubicBezTo>
                  <a:cubicBezTo>
                    <a:pt x="0" y="821"/>
                    <a:pt x="201" y="1197"/>
                    <a:pt x="376" y="1498"/>
                  </a:cubicBezTo>
                  <a:cubicBezTo>
                    <a:pt x="552" y="1748"/>
                    <a:pt x="727" y="1974"/>
                    <a:pt x="953" y="2174"/>
                  </a:cubicBezTo>
                  <a:cubicBezTo>
                    <a:pt x="1078" y="2275"/>
                    <a:pt x="1203" y="2375"/>
                    <a:pt x="1354" y="2450"/>
                  </a:cubicBezTo>
                  <a:cubicBezTo>
                    <a:pt x="1418" y="2483"/>
                    <a:pt x="1546" y="2536"/>
                    <a:pt x="1662" y="2536"/>
                  </a:cubicBezTo>
                  <a:cubicBezTo>
                    <a:pt x="1725" y="2536"/>
                    <a:pt x="1786" y="2520"/>
                    <a:pt x="1830" y="2475"/>
                  </a:cubicBezTo>
                  <a:cubicBezTo>
                    <a:pt x="1880" y="2425"/>
                    <a:pt x="1880" y="2250"/>
                    <a:pt x="1905" y="2149"/>
                  </a:cubicBezTo>
                  <a:cubicBezTo>
                    <a:pt x="1905" y="2049"/>
                    <a:pt x="1905" y="1924"/>
                    <a:pt x="1905" y="1799"/>
                  </a:cubicBezTo>
                  <a:cubicBezTo>
                    <a:pt x="1880" y="1573"/>
                    <a:pt x="1805" y="1322"/>
                    <a:pt x="1705" y="1122"/>
                  </a:cubicBezTo>
                  <a:cubicBezTo>
                    <a:pt x="1504" y="696"/>
                    <a:pt x="1153" y="395"/>
                    <a:pt x="752" y="195"/>
                  </a:cubicBezTo>
                  <a:cubicBezTo>
                    <a:pt x="627" y="144"/>
                    <a:pt x="502" y="94"/>
                    <a:pt x="401" y="44"/>
                  </a:cubicBezTo>
                  <a:cubicBezTo>
                    <a:pt x="351" y="19"/>
                    <a:pt x="289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5810743" y="2925214"/>
              <a:ext cx="40789" cy="51043"/>
            </a:xfrm>
            <a:custGeom>
              <a:avLst/>
              <a:gdLst/>
              <a:ahLst/>
              <a:cxnLst/>
              <a:rect l="l" t="t" r="r" b="b"/>
              <a:pathLst>
                <a:path w="1981" h="2479" extrusionOk="0">
                  <a:moveTo>
                    <a:pt x="1733" y="1"/>
                  </a:moveTo>
                  <a:cubicBezTo>
                    <a:pt x="1680" y="1"/>
                    <a:pt x="1625" y="12"/>
                    <a:pt x="1580" y="23"/>
                  </a:cubicBezTo>
                  <a:cubicBezTo>
                    <a:pt x="1455" y="73"/>
                    <a:pt x="1354" y="123"/>
                    <a:pt x="1229" y="173"/>
                  </a:cubicBezTo>
                  <a:cubicBezTo>
                    <a:pt x="803" y="374"/>
                    <a:pt x="452" y="650"/>
                    <a:pt x="226" y="1051"/>
                  </a:cubicBezTo>
                  <a:cubicBezTo>
                    <a:pt x="126" y="1276"/>
                    <a:pt x="51" y="1502"/>
                    <a:pt x="26" y="1727"/>
                  </a:cubicBezTo>
                  <a:cubicBezTo>
                    <a:pt x="1" y="1853"/>
                    <a:pt x="1" y="1978"/>
                    <a:pt x="1" y="2103"/>
                  </a:cubicBezTo>
                  <a:cubicBezTo>
                    <a:pt x="1" y="2178"/>
                    <a:pt x="1" y="2354"/>
                    <a:pt x="51" y="2429"/>
                  </a:cubicBezTo>
                  <a:cubicBezTo>
                    <a:pt x="96" y="2465"/>
                    <a:pt x="157" y="2478"/>
                    <a:pt x="223" y="2478"/>
                  </a:cubicBezTo>
                  <a:cubicBezTo>
                    <a:pt x="340" y="2478"/>
                    <a:pt x="472" y="2436"/>
                    <a:pt x="552" y="2404"/>
                  </a:cubicBezTo>
                  <a:cubicBezTo>
                    <a:pt x="678" y="2329"/>
                    <a:pt x="828" y="2228"/>
                    <a:pt x="953" y="2128"/>
                  </a:cubicBezTo>
                  <a:cubicBezTo>
                    <a:pt x="1179" y="1953"/>
                    <a:pt x="1379" y="1727"/>
                    <a:pt x="1530" y="1477"/>
                  </a:cubicBezTo>
                  <a:cubicBezTo>
                    <a:pt x="1730" y="1201"/>
                    <a:pt x="1956" y="825"/>
                    <a:pt x="1956" y="449"/>
                  </a:cubicBezTo>
                  <a:cubicBezTo>
                    <a:pt x="1981" y="349"/>
                    <a:pt x="1956" y="173"/>
                    <a:pt x="1906" y="73"/>
                  </a:cubicBezTo>
                  <a:cubicBezTo>
                    <a:pt x="1864" y="18"/>
                    <a:pt x="1800" y="1"/>
                    <a:pt x="17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5848936" y="2923094"/>
              <a:ext cx="52649" cy="39492"/>
            </a:xfrm>
            <a:custGeom>
              <a:avLst/>
              <a:gdLst/>
              <a:ahLst/>
              <a:cxnLst/>
              <a:rect l="l" t="t" r="r" b="b"/>
              <a:pathLst>
                <a:path w="2557" h="1918" extrusionOk="0">
                  <a:moveTo>
                    <a:pt x="326" y="1"/>
                  </a:moveTo>
                  <a:cubicBezTo>
                    <a:pt x="201" y="1"/>
                    <a:pt x="76" y="26"/>
                    <a:pt x="51" y="151"/>
                  </a:cubicBezTo>
                  <a:cubicBezTo>
                    <a:pt x="1" y="276"/>
                    <a:pt x="51" y="427"/>
                    <a:pt x="101" y="527"/>
                  </a:cubicBezTo>
                  <a:cubicBezTo>
                    <a:pt x="226" y="878"/>
                    <a:pt x="552" y="1154"/>
                    <a:pt x="828" y="1379"/>
                  </a:cubicBezTo>
                  <a:cubicBezTo>
                    <a:pt x="1053" y="1555"/>
                    <a:pt x="1329" y="1705"/>
                    <a:pt x="1605" y="1805"/>
                  </a:cubicBezTo>
                  <a:cubicBezTo>
                    <a:pt x="1755" y="1855"/>
                    <a:pt x="1905" y="1905"/>
                    <a:pt x="2056" y="1905"/>
                  </a:cubicBezTo>
                  <a:cubicBezTo>
                    <a:pt x="2092" y="1913"/>
                    <a:pt x="2141" y="1918"/>
                    <a:pt x="2194" y="1918"/>
                  </a:cubicBezTo>
                  <a:cubicBezTo>
                    <a:pt x="2324" y="1918"/>
                    <a:pt x="2478" y="1887"/>
                    <a:pt x="2532" y="1780"/>
                  </a:cubicBezTo>
                  <a:cubicBezTo>
                    <a:pt x="2557" y="1705"/>
                    <a:pt x="2507" y="1555"/>
                    <a:pt x="2482" y="1454"/>
                  </a:cubicBezTo>
                  <a:cubicBezTo>
                    <a:pt x="2432" y="1354"/>
                    <a:pt x="2407" y="1229"/>
                    <a:pt x="2356" y="1128"/>
                  </a:cubicBezTo>
                  <a:cubicBezTo>
                    <a:pt x="2231" y="903"/>
                    <a:pt x="2106" y="702"/>
                    <a:pt x="1930" y="552"/>
                  </a:cubicBezTo>
                  <a:cubicBezTo>
                    <a:pt x="1579" y="226"/>
                    <a:pt x="1178" y="76"/>
                    <a:pt x="702" y="26"/>
                  </a:cubicBezTo>
                  <a:cubicBezTo>
                    <a:pt x="577" y="26"/>
                    <a:pt x="452" y="1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5777718" y="2806311"/>
              <a:ext cx="36156" cy="56087"/>
            </a:xfrm>
            <a:custGeom>
              <a:avLst/>
              <a:gdLst/>
              <a:ahLst/>
              <a:cxnLst/>
              <a:rect l="l" t="t" r="r" b="b"/>
              <a:pathLst>
                <a:path w="1756" h="2724" extrusionOk="0">
                  <a:moveTo>
                    <a:pt x="1443" y="1"/>
                  </a:moveTo>
                  <a:cubicBezTo>
                    <a:pt x="1378" y="1"/>
                    <a:pt x="1312" y="30"/>
                    <a:pt x="1254" y="59"/>
                  </a:cubicBezTo>
                  <a:cubicBezTo>
                    <a:pt x="1154" y="134"/>
                    <a:pt x="1028" y="209"/>
                    <a:pt x="928" y="284"/>
                  </a:cubicBezTo>
                  <a:cubicBezTo>
                    <a:pt x="552" y="535"/>
                    <a:pt x="251" y="861"/>
                    <a:pt x="101" y="1312"/>
                  </a:cubicBezTo>
                  <a:cubicBezTo>
                    <a:pt x="26" y="1537"/>
                    <a:pt x="1" y="1788"/>
                    <a:pt x="26" y="2013"/>
                  </a:cubicBezTo>
                  <a:cubicBezTo>
                    <a:pt x="26" y="2139"/>
                    <a:pt x="26" y="2264"/>
                    <a:pt x="51" y="2364"/>
                  </a:cubicBezTo>
                  <a:cubicBezTo>
                    <a:pt x="76" y="2465"/>
                    <a:pt x="101" y="2615"/>
                    <a:pt x="176" y="2690"/>
                  </a:cubicBezTo>
                  <a:cubicBezTo>
                    <a:pt x="206" y="2714"/>
                    <a:pt x="241" y="2724"/>
                    <a:pt x="279" y="2724"/>
                  </a:cubicBezTo>
                  <a:cubicBezTo>
                    <a:pt x="403" y="2724"/>
                    <a:pt x="557" y="2622"/>
                    <a:pt x="652" y="2565"/>
                  </a:cubicBezTo>
                  <a:cubicBezTo>
                    <a:pt x="778" y="2490"/>
                    <a:pt x="903" y="2364"/>
                    <a:pt x="1003" y="2264"/>
                  </a:cubicBezTo>
                  <a:cubicBezTo>
                    <a:pt x="1204" y="2039"/>
                    <a:pt x="1354" y="1763"/>
                    <a:pt x="1455" y="1512"/>
                  </a:cubicBezTo>
                  <a:cubicBezTo>
                    <a:pt x="1605" y="1186"/>
                    <a:pt x="1755" y="785"/>
                    <a:pt x="1705" y="409"/>
                  </a:cubicBezTo>
                  <a:cubicBezTo>
                    <a:pt x="1705" y="309"/>
                    <a:pt x="1655" y="159"/>
                    <a:pt x="1580" y="59"/>
                  </a:cubicBezTo>
                  <a:cubicBezTo>
                    <a:pt x="1537" y="16"/>
                    <a:pt x="1491" y="1"/>
                    <a:pt x="1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5809713" y="2801741"/>
              <a:ext cx="56787" cy="33871"/>
            </a:xfrm>
            <a:custGeom>
              <a:avLst/>
              <a:gdLst/>
              <a:ahLst/>
              <a:cxnLst/>
              <a:rect l="l" t="t" r="r" b="b"/>
              <a:pathLst>
                <a:path w="2758" h="1645" extrusionOk="0">
                  <a:moveTo>
                    <a:pt x="821" y="0"/>
                  </a:moveTo>
                  <a:cubicBezTo>
                    <a:pt x="766" y="0"/>
                    <a:pt x="709" y="2"/>
                    <a:pt x="652" y="5"/>
                  </a:cubicBezTo>
                  <a:cubicBezTo>
                    <a:pt x="527" y="30"/>
                    <a:pt x="402" y="30"/>
                    <a:pt x="276" y="55"/>
                  </a:cubicBezTo>
                  <a:cubicBezTo>
                    <a:pt x="151" y="80"/>
                    <a:pt x="26" y="130"/>
                    <a:pt x="26" y="255"/>
                  </a:cubicBezTo>
                  <a:cubicBezTo>
                    <a:pt x="1" y="381"/>
                    <a:pt x="76" y="506"/>
                    <a:pt x="126" y="606"/>
                  </a:cubicBezTo>
                  <a:cubicBezTo>
                    <a:pt x="327" y="932"/>
                    <a:pt x="703" y="1158"/>
                    <a:pt x="1003" y="1308"/>
                  </a:cubicBezTo>
                  <a:cubicBezTo>
                    <a:pt x="1254" y="1459"/>
                    <a:pt x="1555" y="1559"/>
                    <a:pt x="1830" y="1609"/>
                  </a:cubicBezTo>
                  <a:cubicBezTo>
                    <a:pt x="1937" y="1627"/>
                    <a:pt x="2056" y="1644"/>
                    <a:pt x="2169" y="1644"/>
                  </a:cubicBezTo>
                  <a:cubicBezTo>
                    <a:pt x="2216" y="1644"/>
                    <a:pt x="2262" y="1641"/>
                    <a:pt x="2307" y="1634"/>
                  </a:cubicBezTo>
                  <a:cubicBezTo>
                    <a:pt x="2432" y="1634"/>
                    <a:pt x="2708" y="1584"/>
                    <a:pt x="2758" y="1433"/>
                  </a:cubicBezTo>
                  <a:cubicBezTo>
                    <a:pt x="2758" y="1333"/>
                    <a:pt x="2682" y="1208"/>
                    <a:pt x="2632" y="1108"/>
                  </a:cubicBezTo>
                  <a:cubicBezTo>
                    <a:pt x="2582" y="1007"/>
                    <a:pt x="2532" y="907"/>
                    <a:pt x="2457" y="807"/>
                  </a:cubicBezTo>
                  <a:cubicBezTo>
                    <a:pt x="2307" y="606"/>
                    <a:pt x="2131" y="456"/>
                    <a:pt x="1931" y="306"/>
                  </a:cubicBezTo>
                  <a:cubicBezTo>
                    <a:pt x="1600" y="85"/>
                    <a:pt x="1230" y="0"/>
                    <a:pt x="8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5742634" y="2718601"/>
              <a:ext cx="36135" cy="56067"/>
            </a:xfrm>
            <a:custGeom>
              <a:avLst/>
              <a:gdLst/>
              <a:ahLst/>
              <a:cxnLst/>
              <a:rect l="l" t="t" r="r" b="b"/>
              <a:pathLst>
                <a:path w="1755" h="2723" extrusionOk="0">
                  <a:moveTo>
                    <a:pt x="1438" y="0"/>
                  </a:moveTo>
                  <a:cubicBezTo>
                    <a:pt x="1378" y="0"/>
                    <a:pt x="1312" y="29"/>
                    <a:pt x="1254" y="58"/>
                  </a:cubicBezTo>
                  <a:cubicBezTo>
                    <a:pt x="1128" y="133"/>
                    <a:pt x="1028" y="208"/>
                    <a:pt x="928" y="283"/>
                  </a:cubicBezTo>
                  <a:cubicBezTo>
                    <a:pt x="527" y="534"/>
                    <a:pt x="251" y="860"/>
                    <a:pt x="101" y="1311"/>
                  </a:cubicBezTo>
                  <a:cubicBezTo>
                    <a:pt x="26" y="1537"/>
                    <a:pt x="1" y="1787"/>
                    <a:pt x="1" y="2013"/>
                  </a:cubicBezTo>
                  <a:cubicBezTo>
                    <a:pt x="1" y="2138"/>
                    <a:pt x="26" y="2263"/>
                    <a:pt x="51" y="2364"/>
                  </a:cubicBezTo>
                  <a:cubicBezTo>
                    <a:pt x="76" y="2464"/>
                    <a:pt x="101" y="2639"/>
                    <a:pt x="176" y="2689"/>
                  </a:cubicBezTo>
                  <a:cubicBezTo>
                    <a:pt x="200" y="2713"/>
                    <a:pt x="232" y="2723"/>
                    <a:pt x="268" y="2723"/>
                  </a:cubicBezTo>
                  <a:cubicBezTo>
                    <a:pt x="386" y="2723"/>
                    <a:pt x="551" y="2622"/>
                    <a:pt x="627" y="2564"/>
                  </a:cubicBezTo>
                  <a:cubicBezTo>
                    <a:pt x="778" y="2489"/>
                    <a:pt x="878" y="2364"/>
                    <a:pt x="1003" y="2263"/>
                  </a:cubicBezTo>
                  <a:cubicBezTo>
                    <a:pt x="1179" y="2038"/>
                    <a:pt x="1329" y="1787"/>
                    <a:pt x="1454" y="1512"/>
                  </a:cubicBezTo>
                  <a:cubicBezTo>
                    <a:pt x="1605" y="1186"/>
                    <a:pt x="1755" y="785"/>
                    <a:pt x="1705" y="434"/>
                  </a:cubicBezTo>
                  <a:cubicBezTo>
                    <a:pt x="1680" y="309"/>
                    <a:pt x="1655" y="158"/>
                    <a:pt x="1554" y="58"/>
                  </a:cubicBezTo>
                  <a:cubicBezTo>
                    <a:pt x="1523" y="16"/>
                    <a:pt x="1482" y="0"/>
                    <a:pt x="1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5774629" y="2714319"/>
              <a:ext cx="56787" cy="33562"/>
            </a:xfrm>
            <a:custGeom>
              <a:avLst/>
              <a:gdLst/>
              <a:ahLst/>
              <a:cxnLst/>
              <a:rect l="l" t="t" r="r" b="b"/>
              <a:pathLst>
                <a:path w="2758" h="1630" extrusionOk="0">
                  <a:moveTo>
                    <a:pt x="910" y="1"/>
                  </a:moveTo>
                  <a:cubicBezTo>
                    <a:pt x="825" y="1"/>
                    <a:pt x="739" y="6"/>
                    <a:pt x="652" y="15"/>
                  </a:cubicBezTo>
                  <a:cubicBezTo>
                    <a:pt x="502" y="15"/>
                    <a:pt x="376" y="40"/>
                    <a:pt x="251" y="40"/>
                  </a:cubicBezTo>
                  <a:cubicBezTo>
                    <a:pt x="151" y="65"/>
                    <a:pt x="0" y="116"/>
                    <a:pt x="0" y="241"/>
                  </a:cubicBezTo>
                  <a:cubicBezTo>
                    <a:pt x="0" y="366"/>
                    <a:pt x="51" y="491"/>
                    <a:pt x="126" y="617"/>
                  </a:cubicBezTo>
                  <a:cubicBezTo>
                    <a:pt x="301" y="918"/>
                    <a:pt x="677" y="1143"/>
                    <a:pt x="1003" y="1293"/>
                  </a:cubicBezTo>
                  <a:cubicBezTo>
                    <a:pt x="1254" y="1444"/>
                    <a:pt x="1529" y="1544"/>
                    <a:pt x="1830" y="1594"/>
                  </a:cubicBezTo>
                  <a:cubicBezTo>
                    <a:pt x="1936" y="1612"/>
                    <a:pt x="2043" y="1630"/>
                    <a:pt x="2158" y="1630"/>
                  </a:cubicBezTo>
                  <a:cubicBezTo>
                    <a:pt x="2206" y="1630"/>
                    <a:pt x="2255" y="1627"/>
                    <a:pt x="2306" y="1619"/>
                  </a:cubicBezTo>
                  <a:cubicBezTo>
                    <a:pt x="2432" y="1619"/>
                    <a:pt x="2707" y="1569"/>
                    <a:pt x="2732" y="1419"/>
                  </a:cubicBezTo>
                  <a:cubicBezTo>
                    <a:pt x="2757" y="1319"/>
                    <a:pt x="2657" y="1193"/>
                    <a:pt x="2632" y="1093"/>
                  </a:cubicBezTo>
                  <a:cubicBezTo>
                    <a:pt x="2582" y="993"/>
                    <a:pt x="2507" y="892"/>
                    <a:pt x="2432" y="792"/>
                  </a:cubicBezTo>
                  <a:cubicBezTo>
                    <a:pt x="2306" y="592"/>
                    <a:pt x="2131" y="441"/>
                    <a:pt x="1930" y="291"/>
                  </a:cubicBezTo>
                  <a:cubicBezTo>
                    <a:pt x="1607" y="89"/>
                    <a:pt x="1266" y="1"/>
                    <a:pt x="9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5708065" y="2622490"/>
              <a:ext cx="45422" cy="47336"/>
            </a:xfrm>
            <a:custGeom>
              <a:avLst/>
              <a:gdLst/>
              <a:ahLst/>
              <a:cxnLst/>
              <a:rect l="l" t="t" r="r" b="b"/>
              <a:pathLst>
                <a:path w="2206" h="2299" extrusionOk="0">
                  <a:moveTo>
                    <a:pt x="1958" y="1"/>
                  </a:moveTo>
                  <a:cubicBezTo>
                    <a:pt x="1922" y="1"/>
                    <a:pt x="1886" y="6"/>
                    <a:pt x="1855" y="14"/>
                  </a:cubicBezTo>
                  <a:cubicBezTo>
                    <a:pt x="1730" y="64"/>
                    <a:pt x="1604" y="89"/>
                    <a:pt x="1479" y="139"/>
                  </a:cubicBezTo>
                  <a:cubicBezTo>
                    <a:pt x="1028" y="265"/>
                    <a:pt x="652" y="490"/>
                    <a:pt x="376" y="891"/>
                  </a:cubicBezTo>
                  <a:cubicBezTo>
                    <a:pt x="251" y="1067"/>
                    <a:pt x="151" y="1292"/>
                    <a:pt x="101" y="1518"/>
                  </a:cubicBezTo>
                  <a:cubicBezTo>
                    <a:pt x="51" y="1643"/>
                    <a:pt x="51" y="1768"/>
                    <a:pt x="25" y="1894"/>
                  </a:cubicBezTo>
                  <a:cubicBezTo>
                    <a:pt x="25" y="1969"/>
                    <a:pt x="0" y="2144"/>
                    <a:pt x="51" y="2220"/>
                  </a:cubicBezTo>
                  <a:cubicBezTo>
                    <a:pt x="97" y="2278"/>
                    <a:pt x="176" y="2298"/>
                    <a:pt x="260" y="2298"/>
                  </a:cubicBezTo>
                  <a:cubicBezTo>
                    <a:pt x="357" y="2298"/>
                    <a:pt x="460" y="2271"/>
                    <a:pt x="527" y="2245"/>
                  </a:cubicBezTo>
                  <a:cubicBezTo>
                    <a:pt x="677" y="2195"/>
                    <a:pt x="827" y="2119"/>
                    <a:pt x="978" y="2044"/>
                  </a:cubicBezTo>
                  <a:cubicBezTo>
                    <a:pt x="1228" y="1894"/>
                    <a:pt x="1429" y="1693"/>
                    <a:pt x="1629" y="1468"/>
                  </a:cubicBezTo>
                  <a:cubicBezTo>
                    <a:pt x="1855" y="1192"/>
                    <a:pt x="2106" y="841"/>
                    <a:pt x="2181" y="490"/>
                  </a:cubicBezTo>
                  <a:cubicBezTo>
                    <a:pt x="2206" y="365"/>
                    <a:pt x="2206" y="215"/>
                    <a:pt x="2156" y="114"/>
                  </a:cubicBezTo>
                  <a:cubicBezTo>
                    <a:pt x="2121" y="28"/>
                    <a:pt x="2039" y="1"/>
                    <a:pt x="1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5751405" y="2621729"/>
              <a:ext cx="48531" cy="43960"/>
            </a:xfrm>
            <a:custGeom>
              <a:avLst/>
              <a:gdLst/>
              <a:ahLst/>
              <a:cxnLst/>
              <a:rect l="l" t="t" r="r" b="b"/>
              <a:pathLst>
                <a:path w="2357" h="2135" extrusionOk="0">
                  <a:moveTo>
                    <a:pt x="352" y="1"/>
                  </a:moveTo>
                  <a:cubicBezTo>
                    <a:pt x="226" y="1"/>
                    <a:pt x="101" y="1"/>
                    <a:pt x="51" y="126"/>
                  </a:cubicBezTo>
                  <a:cubicBezTo>
                    <a:pt x="1" y="227"/>
                    <a:pt x="26" y="377"/>
                    <a:pt x="51" y="502"/>
                  </a:cubicBezTo>
                  <a:cubicBezTo>
                    <a:pt x="151" y="853"/>
                    <a:pt x="427" y="1179"/>
                    <a:pt x="677" y="1430"/>
                  </a:cubicBezTo>
                  <a:cubicBezTo>
                    <a:pt x="903" y="1630"/>
                    <a:pt x="1128" y="1805"/>
                    <a:pt x="1404" y="1931"/>
                  </a:cubicBezTo>
                  <a:cubicBezTo>
                    <a:pt x="1529" y="2006"/>
                    <a:pt x="1680" y="2081"/>
                    <a:pt x="1855" y="2106"/>
                  </a:cubicBezTo>
                  <a:cubicBezTo>
                    <a:pt x="1913" y="2118"/>
                    <a:pt x="1998" y="2135"/>
                    <a:pt x="2082" y="2135"/>
                  </a:cubicBezTo>
                  <a:cubicBezTo>
                    <a:pt x="2180" y="2135"/>
                    <a:pt x="2278" y="2112"/>
                    <a:pt x="2331" y="2031"/>
                  </a:cubicBezTo>
                  <a:cubicBezTo>
                    <a:pt x="2357" y="1956"/>
                    <a:pt x="2331" y="1805"/>
                    <a:pt x="2306" y="1705"/>
                  </a:cubicBezTo>
                  <a:cubicBezTo>
                    <a:pt x="2281" y="1580"/>
                    <a:pt x="2256" y="1480"/>
                    <a:pt x="2231" y="1354"/>
                  </a:cubicBezTo>
                  <a:cubicBezTo>
                    <a:pt x="2156" y="1129"/>
                    <a:pt x="2031" y="928"/>
                    <a:pt x="1880" y="728"/>
                  </a:cubicBezTo>
                  <a:cubicBezTo>
                    <a:pt x="1580" y="377"/>
                    <a:pt x="1179" y="176"/>
                    <a:pt x="727" y="76"/>
                  </a:cubicBezTo>
                  <a:cubicBezTo>
                    <a:pt x="602" y="51"/>
                    <a:pt x="477" y="26"/>
                    <a:pt x="3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5737466" y="2575300"/>
              <a:ext cx="151748" cy="1152340"/>
            </a:xfrm>
            <a:custGeom>
              <a:avLst/>
              <a:gdLst/>
              <a:ahLst/>
              <a:cxnLst/>
              <a:rect l="l" t="t" r="r" b="b"/>
              <a:pathLst>
                <a:path w="7370" h="55966" extrusionOk="0">
                  <a:moveTo>
                    <a:pt x="1404" y="0"/>
                  </a:moveTo>
                  <a:cubicBezTo>
                    <a:pt x="1" y="2256"/>
                    <a:pt x="577" y="3910"/>
                    <a:pt x="1354" y="6166"/>
                  </a:cubicBezTo>
                  <a:cubicBezTo>
                    <a:pt x="1480" y="6517"/>
                    <a:pt x="1605" y="6868"/>
                    <a:pt x="1705" y="7243"/>
                  </a:cubicBezTo>
                  <a:cubicBezTo>
                    <a:pt x="2131" y="8522"/>
                    <a:pt x="2683" y="9800"/>
                    <a:pt x="3209" y="11003"/>
                  </a:cubicBezTo>
                  <a:cubicBezTo>
                    <a:pt x="3836" y="12482"/>
                    <a:pt x="4487" y="13985"/>
                    <a:pt x="4913" y="15539"/>
                  </a:cubicBezTo>
                  <a:cubicBezTo>
                    <a:pt x="5715" y="18421"/>
                    <a:pt x="5765" y="21454"/>
                    <a:pt x="5089" y="24361"/>
                  </a:cubicBezTo>
                  <a:cubicBezTo>
                    <a:pt x="4813" y="25539"/>
                    <a:pt x="4387" y="26742"/>
                    <a:pt x="4011" y="27895"/>
                  </a:cubicBezTo>
                  <a:cubicBezTo>
                    <a:pt x="3209" y="30176"/>
                    <a:pt x="2382" y="32557"/>
                    <a:pt x="2557" y="35013"/>
                  </a:cubicBezTo>
                  <a:cubicBezTo>
                    <a:pt x="2733" y="37269"/>
                    <a:pt x="3710" y="39399"/>
                    <a:pt x="4663" y="41454"/>
                  </a:cubicBezTo>
                  <a:cubicBezTo>
                    <a:pt x="5891" y="44136"/>
                    <a:pt x="7044" y="46642"/>
                    <a:pt x="6567" y="49374"/>
                  </a:cubicBezTo>
                  <a:cubicBezTo>
                    <a:pt x="6141" y="51905"/>
                    <a:pt x="4287" y="54061"/>
                    <a:pt x="2783" y="55765"/>
                  </a:cubicBezTo>
                  <a:lnTo>
                    <a:pt x="3034" y="55966"/>
                  </a:lnTo>
                  <a:cubicBezTo>
                    <a:pt x="4537" y="54236"/>
                    <a:pt x="6417" y="52056"/>
                    <a:pt x="6868" y="49424"/>
                  </a:cubicBezTo>
                  <a:cubicBezTo>
                    <a:pt x="7369" y="46617"/>
                    <a:pt x="6141" y="43935"/>
                    <a:pt x="4938" y="41329"/>
                  </a:cubicBezTo>
                  <a:cubicBezTo>
                    <a:pt x="4011" y="39299"/>
                    <a:pt x="3034" y="37193"/>
                    <a:pt x="2883" y="34988"/>
                  </a:cubicBezTo>
                  <a:cubicBezTo>
                    <a:pt x="2708" y="32607"/>
                    <a:pt x="3510" y="30251"/>
                    <a:pt x="4287" y="27995"/>
                  </a:cubicBezTo>
                  <a:cubicBezTo>
                    <a:pt x="4688" y="26843"/>
                    <a:pt x="5114" y="25640"/>
                    <a:pt x="5389" y="24437"/>
                  </a:cubicBezTo>
                  <a:cubicBezTo>
                    <a:pt x="6091" y="21479"/>
                    <a:pt x="6041" y="18371"/>
                    <a:pt x="5214" y="15464"/>
                  </a:cubicBezTo>
                  <a:cubicBezTo>
                    <a:pt x="4788" y="13885"/>
                    <a:pt x="4136" y="12356"/>
                    <a:pt x="3485" y="10878"/>
                  </a:cubicBezTo>
                  <a:cubicBezTo>
                    <a:pt x="2958" y="9675"/>
                    <a:pt x="2432" y="8421"/>
                    <a:pt x="2006" y="7143"/>
                  </a:cubicBezTo>
                  <a:cubicBezTo>
                    <a:pt x="1881" y="6767"/>
                    <a:pt x="1755" y="6416"/>
                    <a:pt x="1655" y="6065"/>
                  </a:cubicBezTo>
                  <a:cubicBezTo>
                    <a:pt x="903" y="3885"/>
                    <a:pt x="352" y="2306"/>
                    <a:pt x="1680" y="176"/>
                  </a:cubicBezTo>
                  <a:lnTo>
                    <a:pt x="1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5753464" y="3720166"/>
              <a:ext cx="50610" cy="41530"/>
            </a:xfrm>
            <a:custGeom>
              <a:avLst/>
              <a:gdLst/>
              <a:ahLst/>
              <a:cxnLst/>
              <a:rect l="l" t="t" r="r" b="b"/>
              <a:pathLst>
                <a:path w="2458" h="2017" extrusionOk="0">
                  <a:moveTo>
                    <a:pt x="2215" y="1"/>
                  </a:moveTo>
                  <a:cubicBezTo>
                    <a:pt x="2188" y="1"/>
                    <a:pt x="2159" y="4"/>
                    <a:pt x="2131" y="10"/>
                  </a:cubicBezTo>
                  <a:cubicBezTo>
                    <a:pt x="2006" y="10"/>
                    <a:pt x="1881" y="35"/>
                    <a:pt x="1755" y="60"/>
                  </a:cubicBezTo>
                  <a:cubicBezTo>
                    <a:pt x="1304" y="135"/>
                    <a:pt x="878" y="285"/>
                    <a:pt x="577" y="636"/>
                  </a:cubicBezTo>
                  <a:cubicBezTo>
                    <a:pt x="402" y="812"/>
                    <a:pt x="277" y="1012"/>
                    <a:pt x="176" y="1238"/>
                  </a:cubicBezTo>
                  <a:cubicBezTo>
                    <a:pt x="126" y="1338"/>
                    <a:pt x="101" y="1463"/>
                    <a:pt x="76" y="1589"/>
                  </a:cubicBezTo>
                  <a:cubicBezTo>
                    <a:pt x="51" y="1664"/>
                    <a:pt x="1" y="1814"/>
                    <a:pt x="51" y="1914"/>
                  </a:cubicBezTo>
                  <a:cubicBezTo>
                    <a:pt x="105" y="2004"/>
                    <a:pt x="261" y="2017"/>
                    <a:pt x="391" y="2017"/>
                  </a:cubicBezTo>
                  <a:cubicBezTo>
                    <a:pt x="443" y="2017"/>
                    <a:pt x="491" y="2015"/>
                    <a:pt x="527" y="2015"/>
                  </a:cubicBezTo>
                  <a:cubicBezTo>
                    <a:pt x="678" y="1990"/>
                    <a:pt x="828" y="1939"/>
                    <a:pt x="978" y="1864"/>
                  </a:cubicBezTo>
                  <a:cubicBezTo>
                    <a:pt x="1254" y="1764"/>
                    <a:pt x="1480" y="1589"/>
                    <a:pt x="1705" y="1388"/>
                  </a:cubicBezTo>
                  <a:cubicBezTo>
                    <a:pt x="1981" y="1163"/>
                    <a:pt x="2282" y="862"/>
                    <a:pt x="2407" y="511"/>
                  </a:cubicBezTo>
                  <a:cubicBezTo>
                    <a:pt x="2432" y="411"/>
                    <a:pt x="2457" y="260"/>
                    <a:pt x="2432" y="135"/>
                  </a:cubicBezTo>
                  <a:cubicBezTo>
                    <a:pt x="2393" y="38"/>
                    <a:pt x="2309" y="1"/>
                    <a:pt x="2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5473780" y="3395267"/>
              <a:ext cx="34612" cy="57714"/>
            </a:xfrm>
            <a:custGeom>
              <a:avLst/>
              <a:gdLst/>
              <a:ahLst/>
              <a:cxnLst/>
              <a:rect l="l" t="t" r="r" b="b"/>
              <a:pathLst>
                <a:path w="1681" h="2803" extrusionOk="0">
                  <a:moveTo>
                    <a:pt x="1315" y="1"/>
                  </a:moveTo>
                  <a:cubicBezTo>
                    <a:pt x="1246" y="1"/>
                    <a:pt x="1177" y="43"/>
                    <a:pt x="1129" y="75"/>
                  </a:cubicBezTo>
                  <a:cubicBezTo>
                    <a:pt x="1003" y="150"/>
                    <a:pt x="903" y="226"/>
                    <a:pt x="803" y="301"/>
                  </a:cubicBezTo>
                  <a:cubicBezTo>
                    <a:pt x="452" y="602"/>
                    <a:pt x="176" y="952"/>
                    <a:pt x="76" y="1404"/>
                  </a:cubicBezTo>
                  <a:cubicBezTo>
                    <a:pt x="1" y="1629"/>
                    <a:pt x="1" y="1880"/>
                    <a:pt x="26" y="2105"/>
                  </a:cubicBezTo>
                  <a:cubicBezTo>
                    <a:pt x="51" y="2231"/>
                    <a:pt x="76" y="2356"/>
                    <a:pt x="101" y="2481"/>
                  </a:cubicBezTo>
                  <a:cubicBezTo>
                    <a:pt x="126" y="2556"/>
                    <a:pt x="151" y="2732"/>
                    <a:pt x="226" y="2782"/>
                  </a:cubicBezTo>
                  <a:cubicBezTo>
                    <a:pt x="255" y="2796"/>
                    <a:pt x="287" y="2803"/>
                    <a:pt x="319" y="2803"/>
                  </a:cubicBezTo>
                  <a:cubicBezTo>
                    <a:pt x="458" y="2803"/>
                    <a:pt x="622" y="2693"/>
                    <a:pt x="703" y="2632"/>
                  </a:cubicBezTo>
                  <a:cubicBezTo>
                    <a:pt x="828" y="2531"/>
                    <a:pt x="928" y="2406"/>
                    <a:pt x="1028" y="2281"/>
                  </a:cubicBezTo>
                  <a:cubicBezTo>
                    <a:pt x="1204" y="2055"/>
                    <a:pt x="1329" y="1780"/>
                    <a:pt x="1429" y="1504"/>
                  </a:cubicBezTo>
                  <a:cubicBezTo>
                    <a:pt x="1555" y="1178"/>
                    <a:pt x="1680" y="752"/>
                    <a:pt x="1605" y="401"/>
                  </a:cubicBezTo>
                  <a:cubicBezTo>
                    <a:pt x="1580" y="276"/>
                    <a:pt x="1530" y="125"/>
                    <a:pt x="1429" y="50"/>
                  </a:cubicBezTo>
                  <a:cubicBezTo>
                    <a:pt x="1393" y="14"/>
                    <a:pt x="1354" y="1"/>
                    <a:pt x="13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5503202" y="3389338"/>
              <a:ext cx="58331" cy="31606"/>
            </a:xfrm>
            <a:custGeom>
              <a:avLst/>
              <a:gdLst/>
              <a:ahLst/>
              <a:cxnLst/>
              <a:rect l="l" t="t" r="r" b="b"/>
              <a:pathLst>
                <a:path w="2833" h="1535" extrusionOk="0">
                  <a:moveTo>
                    <a:pt x="1045" y="0"/>
                  </a:moveTo>
                  <a:cubicBezTo>
                    <a:pt x="907" y="0"/>
                    <a:pt x="768" y="14"/>
                    <a:pt x="627" y="37"/>
                  </a:cubicBezTo>
                  <a:cubicBezTo>
                    <a:pt x="477" y="37"/>
                    <a:pt x="351" y="63"/>
                    <a:pt x="226" y="88"/>
                  </a:cubicBezTo>
                  <a:cubicBezTo>
                    <a:pt x="126" y="113"/>
                    <a:pt x="0" y="188"/>
                    <a:pt x="0" y="313"/>
                  </a:cubicBezTo>
                  <a:cubicBezTo>
                    <a:pt x="0" y="438"/>
                    <a:pt x="76" y="564"/>
                    <a:pt x="151" y="664"/>
                  </a:cubicBezTo>
                  <a:cubicBezTo>
                    <a:pt x="351" y="965"/>
                    <a:pt x="727" y="1165"/>
                    <a:pt x="1053" y="1291"/>
                  </a:cubicBezTo>
                  <a:cubicBezTo>
                    <a:pt x="1329" y="1416"/>
                    <a:pt x="1630" y="1491"/>
                    <a:pt x="1905" y="1516"/>
                  </a:cubicBezTo>
                  <a:cubicBezTo>
                    <a:pt x="1993" y="1529"/>
                    <a:pt x="2074" y="1535"/>
                    <a:pt x="2153" y="1535"/>
                  </a:cubicBezTo>
                  <a:cubicBezTo>
                    <a:pt x="2231" y="1535"/>
                    <a:pt x="2306" y="1529"/>
                    <a:pt x="2381" y="1516"/>
                  </a:cubicBezTo>
                  <a:cubicBezTo>
                    <a:pt x="2507" y="1491"/>
                    <a:pt x="2782" y="1441"/>
                    <a:pt x="2807" y="1291"/>
                  </a:cubicBezTo>
                  <a:cubicBezTo>
                    <a:pt x="2833" y="1190"/>
                    <a:pt x="2732" y="1040"/>
                    <a:pt x="2682" y="965"/>
                  </a:cubicBezTo>
                  <a:cubicBezTo>
                    <a:pt x="2632" y="865"/>
                    <a:pt x="2557" y="764"/>
                    <a:pt x="2482" y="689"/>
                  </a:cubicBezTo>
                  <a:cubicBezTo>
                    <a:pt x="2306" y="489"/>
                    <a:pt x="2131" y="338"/>
                    <a:pt x="1930" y="238"/>
                  </a:cubicBezTo>
                  <a:cubicBezTo>
                    <a:pt x="1638" y="66"/>
                    <a:pt x="1345" y="0"/>
                    <a:pt x="10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5468118" y="3289994"/>
              <a:ext cx="55737" cy="35621"/>
            </a:xfrm>
            <a:custGeom>
              <a:avLst/>
              <a:gdLst/>
              <a:ahLst/>
              <a:cxnLst/>
              <a:rect l="l" t="t" r="r" b="b"/>
              <a:pathLst>
                <a:path w="2707" h="1730" extrusionOk="0">
                  <a:moveTo>
                    <a:pt x="2030" y="0"/>
                  </a:moveTo>
                  <a:cubicBezTo>
                    <a:pt x="1579" y="0"/>
                    <a:pt x="1153" y="101"/>
                    <a:pt x="777" y="376"/>
                  </a:cubicBezTo>
                  <a:cubicBezTo>
                    <a:pt x="577" y="527"/>
                    <a:pt x="426" y="702"/>
                    <a:pt x="301" y="903"/>
                  </a:cubicBezTo>
                  <a:cubicBezTo>
                    <a:pt x="226" y="1003"/>
                    <a:pt x="176" y="1103"/>
                    <a:pt x="125" y="1228"/>
                  </a:cubicBezTo>
                  <a:cubicBezTo>
                    <a:pt x="100" y="1304"/>
                    <a:pt x="0" y="1454"/>
                    <a:pt x="25" y="1554"/>
                  </a:cubicBezTo>
                  <a:cubicBezTo>
                    <a:pt x="75" y="1705"/>
                    <a:pt x="351" y="1730"/>
                    <a:pt x="476" y="1730"/>
                  </a:cubicBezTo>
                  <a:cubicBezTo>
                    <a:pt x="652" y="1730"/>
                    <a:pt x="802" y="1705"/>
                    <a:pt x="953" y="1654"/>
                  </a:cubicBezTo>
                  <a:cubicBezTo>
                    <a:pt x="1253" y="1604"/>
                    <a:pt x="1529" y="1479"/>
                    <a:pt x="1780" y="1329"/>
                  </a:cubicBezTo>
                  <a:cubicBezTo>
                    <a:pt x="2080" y="1128"/>
                    <a:pt x="2431" y="877"/>
                    <a:pt x="2582" y="577"/>
                  </a:cubicBezTo>
                  <a:cubicBezTo>
                    <a:pt x="2657" y="451"/>
                    <a:pt x="2707" y="326"/>
                    <a:pt x="2682" y="201"/>
                  </a:cubicBezTo>
                  <a:cubicBezTo>
                    <a:pt x="2682" y="50"/>
                    <a:pt x="2532" y="25"/>
                    <a:pt x="2431" y="25"/>
                  </a:cubicBezTo>
                  <a:cubicBezTo>
                    <a:pt x="2306" y="0"/>
                    <a:pt x="2181" y="0"/>
                    <a:pt x="20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5520744" y="3292177"/>
              <a:ext cx="37700" cy="54337"/>
            </a:xfrm>
            <a:custGeom>
              <a:avLst/>
              <a:gdLst/>
              <a:ahLst/>
              <a:cxnLst/>
              <a:rect l="l" t="t" r="r" b="b"/>
              <a:pathLst>
                <a:path w="1831" h="2639" extrusionOk="0">
                  <a:moveTo>
                    <a:pt x="292" y="1"/>
                  </a:moveTo>
                  <a:cubicBezTo>
                    <a:pt x="239" y="1"/>
                    <a:pt x="189" y="20"/>
                    <a:pt x="151" y="70"/>
                  </a:cubicBezTo>
                  <a:cubicBezTo>
                    <a:pt x="76" y="170"/>
                    <a:pt x="51" y="320"/>
                    <a:pt x="26" y="421"/>
                  </a:cubicBezTo>
                  <a:cubicBezTo>
                    <a:pt x="1" y="797"/>
                    <a:pt x="176" y="1198"/>
                    <a:pt x="351" y="1498"/>
                  </a:cubicBezTo>
                  <a:cubicBezTo>
                    <a:pt x="477" y="1749"/>
                    <a:pt x="652" y="2000"/>
                    <a:pt x="853" y="2225"/>
                  </a:cubicBezTo>
                  <a:cubicBezTo>
                    <a:pt x="978" y="2325"/>
                    <a:pt x="1103" y="2426"/>
                    <a:pt x="1229" y="2526"/>
                  </a:cubicBezTo>
                  <a:cubicBezTo>
                    <a:pt x="1302" y="2562"/>
                    <a:pt x="1455" y="2639"/>
                    <a:pt x="1581" y="2639"/>
                  </a:cubicBezTo>
                  <a:cubicBezTo>
                    <a:pt x="1628" y="2639"/>
                    <a:pt x="1671" y="2628"/>
                    <a:pt x="1705" y="2601"/>
                  </a:cubicBezTo>
                  <a:cubicBezTo>
                    <a:pt x="1780" y="2526"/>
                    <a:pt x="1780" y="2375"/>
                    <a:pt x="1805" y="2275"/>
                  </a:cubicBezTo>
                  <a:cubicBezTo>
                    <a:pt x="1830" y="2150"/>
                    <a:pt x="1830" y="2025"/>
                    <a:pt x="1830" y="1924"/>
                  </a:cubicBezTo>
                  <a:cubicBezTo>
                    <a:pt x="1830" y="1674"/>
                    <a:pt x="1780" y="1448"/>
                    <a:pt x="1680" y="1223"/>
                  </a:cubicBezTo>
                  <a:cubicBezTo>
                    <a:pt x="1529" y="771"/>
                    <a:pt x="1204" y="471"/>
                    <a:pt x="803" y="245"/>
                  </a:cubicBezTo>
                  <a:cubicBezTo>
                    <a:pt x="702" y="170"/>
                    <a:pt x="577" y="95"/>
                    <a:pt x="452" y="45"/>
                  </a:cubicBezTo>
                  <a:cubicBezTo>
                    <a:pt x="402" y="20"/>
                    <a:pt x="345" y="1"/>
                    <a:pt x="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5509914" y="3199093"/>
              <a:ext cx="55758" cy="35188"/>
            </a:xfrm>
            <a:custGeom>
              <a:avLst/>
              <a:gdLst/>
              <a:ahLst/>
              <a:cxnLst/>
              <a:rect l="l" t="t" r="r" b="b"/>
              <a:pathLst>
                <a:path w="2708" h="1709" extrusionOk="0">
                  <a:moveTo>
                    <a:pt x="1899" y="1"/>
                  </a:moveTo>
                  <a:cubicBezTo>
                    <a:pt x="1493" y="1"/>
                    <a:pt x="1094" y="109"/>
                    <a:pt x="777" y="380"/>
                  </a:cubicBezTo>
                  <a:cubicBezTo>
                    <a:pt x="577" y="505"/>
                    <a:pt x="426" y="706"/>
                    <a:pt x="276" y="906"/>
                  </a:cubicBezTo>
                  <a:cubicBezTo>
                    <a:pt x="226" y="1007"/>
                    <a:pt x="176" y="1107"/>
                    <a:pt x="126" y="1207"/>
                  </a:cubicBezTo>
                  <a:cubicBezTo>
                    <a:pt x="75" y="1307"/>
                    <a:pt x="0" y="1458"/>
                    <a:pt x="25" y="1533"/>
                  </a:cubicBezTo>
                  <a:cubicBezTo>
                    <a:pt x="75" y="1683"/>
                    <a:pt x="351" y="1708"/>
                    <a:pt x="476" y="1708"/>
                  </a:cubicBezTo>
                  <a:cubicBezTo>
                    <a:pt x="652" y="1708"/>
                    <a:pt x="802" y="1683"/>
                    <a:pt x="953" y="1658"/>
                  </a:cubicBezTo>
                  <a:cubicBezTo>
                    <a:pt x="1253" y="1583"/>
                    <a:pt x="1504" y="1458"/>
                    <a:pt x="1755" y="1307"/>
                  </a:cubicBezTo>
                  <a:cubicBezTo>
                    <a:pt x="2080" y="1132"/>
                    <a:pt x="2431" y="881"/>
                    <a:pt x="2582" y="556"/>
                  </a:cubicBezTo>
                  <a:cubicBezTo>
                    <a:pt x="2657" y="455"/>
                    <a:pt x="2707" y="305"/>
                    <a:pt x="2682" y="180"/>
                  </a:cubicBezTo>
                  <a:cubicBezTo>
                    <a:pt x="2682" y="54"/>
                    <a:pt x="2532" y="29"/>
                    <a:pt x="2431" y="4"/>
                  </a:cubicBezTo>
                  <a:lnTo>
                    <a:pt x="2030" y="4"/>
                  </a:lnTo>
                  <a:cubicBezTo>
                    <a:pt x="1987" y="2"/>
                    <a:pt x="1943" y="1"/>
                    <a:pt x="18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5562540" y="3201069"/>
              <a:ext cx="37700" cy="54440"/>
            </a:xfrm>
            <a:custGeom>
              <a:avLst/>
              <a:gdLst/>
              <a:ahLst/>
              <a:cxnLst/>
              <a:rect l="l" t="t" r="r" b="b"/>
              <a:pathLst>
                <a:path w="1831" h="2644" extrusionOk="0">
                  <a:moveTo>
                    <a:pt x="268" y="1"/>
                  </a:moveTo>
                  <a:cubicBezTo>
                    <a:pt x="224" y="1"/>
                    <a:pt x="183" y="16"/>
                    <a:pt x="151" y="59"/>
                  </a:cubicBezTo>
                  <a:cubicBezTo>
                    <a:pt x="76" y="159"/>
                    <a:pt x="51" y="309"/>
                    <a:pt x="26" y="435"/>
                  </a:cubicBezTo>
                  <a:cubicBezTo>
                    <a:pt x="1" y="785"/>
                    <a:pt x="176" y="1186"/>
                    <a:pt x="352" y="1512"/>
                  </a:cubicBezTo>
                  <a:cubicBezTo>
                    <a:pt x="477" y="1763"/>
                    <a:pt x="652" y="2013"/>
                    <a:pt x="853" y="2214"/>
                  </a:cubicBezTo>
                  <a:cubicBezTo>
                    <a:pt x="953" y="2339"/>
                    <a:pt x="1078" y="2440"/>
                    <a:pt x="1229" y="2515"/>
                  </a:cubicBezTo>
                  <a:cubicBezTo>
                    <a:pt x="1298" y="2567"/>
                    <a:pt x="1440" y="2643"/>
                    <a:pt x="1562" y="2643"/>
                  </a:cubicBezTo>
                  <a:cubicBezTo>
                    <a:pt x="1616" y="2643"/>
                    <a:pt x="1667" y="2628"/>
                    <a:pt x="1705" y="2590"/>
                  </a:cubicBezTo>
                  <a:cubicBezTo>
                    <a:pt x="1780" y="2540"/>
                    <a:pt x="1780" y="2364"/>
                    <a:pt x="1805" y="2289"/>
                  </a:cubicBezTo>
                  <a:cubicBezTo>
                    <a:pt x="1805" y="2164"/>
                    <a:pt x="1830" y="2039"/>
                    <a:pt x="1830" y="1913"/>
                  </a:cubicBezTo>
                  <a:cubicBezTo>
                    <a:pt x="1805" y="1688"/>
                    <a:pt x="1780" y="1437"/>
                    <a:pt x="1680" y="1211"/>
                  </a:cubicBezTo>
                  <a:cubicBezTo>
                    <a:pt x="1504" y="785"/>
                    <a:pt x="1204" y="485"/>
                    <a:pt x="803" y="234"/>
                  </a:cubicBezTo>
                  <a:cubicBezTo>
                    <a:pt x="677" y="159"/>
                    <a:pt x="577" y="109"/>
                    <a:pt x="452" y="59"/>
                  </a:cubicBezTo>
                  <a:cubicBezTo>
                    <a:pt x="394" y="30"/>
                    <a:pt x="328" y="1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5539830" y="3087437"/>
              <a:ext cx="48531" cy="44227"/>
            </a:xfrm>
            <a:custGeom>
              <a:avLst/>
              <a:gdLst/>
              <a:ahLst/>
              <a:cxnLst/>
              <a:rect l="l" t="t" r="r" b="b"/>
              <a:pathLst>
                <a:path w="2357" h="2148" extrusionOk="0">
                  <a:moveTo>
                    <a:pt x="2134" y="1"/>
                  </a:moveTo>
                  <a:cubicBezTo>
                    <a:pt x="2098" y="1"/>
                    <a:pt x="2062" y="6"/>
                    <a:pt x="2031" y="14"/>
                  </a:cubicBezTo>
                  <a:cubicBezTo>
                    <a:pt x="1906" y="39"/>
                    <a:pt x="1780" y="64"/>
                    <a:pt x="1630" y="89"/>
                  </a:cubicBezTo>
                  <a:cubicBezTo>
                    <a:pt x="1179" y="189"/>
                    <a:pt x="803" y="390"/>
                    <a:pt x="502" y="740"/>
                  </a:cubicBezTo>
                  <a:cubicBezTo>
                    <a:pt x="352" y="941"/>
                    <a:pt x="226" y="1141"/>
                    <a:pt x="151" y="1367"/>
                  </a:cubicBezTo>
                  <a:cubicBezTo>
                    <a:pt x="101" y="1492"/>
                    <a:pt x="76" y="1593"/>
                    <a:pt x="51" y="1718"/>
                  </a:cubicBezTo>
                  <a:cubicBezTo>
                    <a:pt x="51" y="1818"/>
                    <a:pt x="1" y="1969"/>
                    <a:pt x="51" y="2044"/>
                  </a:cubicBezTo>
                  <a:cubicBezTo>
                    <a:pt x="91" y="2125"/>
                    <a:pt x="190" y="2147"/>
                    <a:pt x="292" y="2147"/>
                  </a:cubicBezTo>
                  <a:cubicBezTo>
                    <a:pt x="379" y="2147"/>
                    <a:pt x="469" y="2131"/>
                    <a:pt x="527" y="2119"/>
                  </a:cubicBezTo>
                  <a:cubicBezTo>
                    <a:pt x="678" y="2094"/>
                    <a:pt x="828" y="2019"/>
                    <a:pt x="978" y="1943"/>
                  </a:cubicBezTo>
                  <a:cubicBezTo>
                    <a:pt x="1254" y="1818"/>
                    <a:pt x="1480" y="1643"/>
                    <a:pt x="1680" y="1417"/>
                  </a:cubicBezTo>
                  <a:cubicBezTo>
                    <a:pt x="1931" y="1192"/>
                    <a:pt x="2232" y="866"/>
                    <a:pt x="2307" y="515"/>
                  </a:cubicBezTo>
                  <a:cubicBezTo>
                    <a:pt x="2332" y="390"/>
                    <a:pt x="2357" y="239"/>
                    <a:pt x="2332" y="114"/>
                  </a:cubicBezTo>
                  <a:cubicBezTo>
                    <a:pt x="2297" y="27"/>
                    <a:pt x="2215" y="1"/>
                    <a:pt x="2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5586794" y="3087293"/>
              <a:ext cx="45442" cy="46945"/>
            </a:xfrm>
            <a:custGeom>
              <a:avLst/>
              <a:gdLst/>
              <a:ahLst/>
              <a:cxnLst/>
              <a:rect l="l" t="t" r="r" b="b"/>
              <a:pathLst>
                <a:path w="2207" h="2280" extrusionOk="0">
                  <a:moveTo>
                    <a:pt x="214" y="0"/>
                  </a:moveTo>
                  <a:cubicBezTo>
                    <a:pt x="145" y="0"/>
                    <a:pt x="80" y="22"/>
                    <a:pt x="51" y="96"/>
                  </a:cubicBezTo>
                  <a:cubicBezTo>
                    <a:pt x="1" y="221"/>
                    <a:pt x="1" y="372"/>
                    <a:pt x="26" y="472"/>
                  </a:cubicBezTo>
                  <a:cubicBezTo>
                    <a:pt x="76" y="848"/>
                    <a:pt x="352" y="1199"/>
                    <a:pt x="577" y="1449"/>
                  </a:cubicBezTo>
                  <a:cubicBezTo>
                    <a:pt x="778" y="1675"/>
                    <a:pt x="978" y="1875"/>
                    <a:pt x="1229" y="2026"/>
                  </a:cubicBezTo>
                  <a:cubicBezTo>
                    <a:pt x="1379" y="2101"/>
                    <a:pt x="1529" y="2176"/>
                    <a:pt x="1680" y="2226"/>
                  </a:cubicBezTo>
                  <a:cubicBezTo>
                    <a:pt x="1733" y="2253"/>
                    <a:pt x="1837" y="2280"/>
                    <a:pt x="1937" y="2280"/>
                  </a:cubicBezTo>
                  <a:cubicBezTo>
                    <a:pt x="2025" y="2280"/>
                    <a:pt x="2109" y="2259"/>
                    <a:pt x="2156" y="2201"/>
                  </a:cubicBezTo>
                  <a:cubicBezTo>
                    <a:pt x="2206" y="2126"/>
                    <a:pt x="2181" y="1950"/>
                    <a:pt x="2181" y="1875"/>
                  </a:cubicBezTo>
                  <a:cubicBezTo>
                    <a:pt x="2156" y="1750"/>
                    <a:pt x="2131" y="1625"/>
                    <a:pt x="2106" y="1499"/>
                  </a:cubicBezTo>
                  <a:cubicBezTo>
                    <a:pt x="2056" y="1274"/>
                    <a:pt x="1956" y="1048"/>
                    <a:pt x="1805" y="873"/>
                  </a:cubicBezTo>
                  <a:cubicBezTo>
                    <a:pt x="1555" y="472"/>
                    <a:pt x="1179" y="246"/>
                    <a:pt x="727" y="121"/>
                  </a:cubicBezTo>
                  <a:cubicBezTo>
                    <a:pt x="602" y="71"/>
                    <a:pt x="477" y="46"/>
                    <a:pt x="352" y="21"/>
                  </a:cubicBezTo>
                  <a:cubicBezTo>
                    <a:pt x="311" y="10"/>
                    <a:pt x="261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5530030" y="2973249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43" y="0"/>
                  </a:moveTo>
                  <a:cubicBezTo>
                    <a:pt x="1795" y="0"/>
                    <a:pt x="1746" y="11"/>
                    <a:pt x="1705" y="21"/>
                  </a:cubicBezTo>
                  <a:cubicBezTo>
                    <a:pt x="1580" y="71"/>
                    <a:pt x="1454" y="96"/>
                    <a:pt x="1329" y="146"/>
                  </a:cubicBezTo>
                  <a:cubicBezTo>
                    <a:pt x="903" y="322"/>
                    <a:pt x="527" y="572"/>
                    <a:pt x="301" y="973"/>
                  </a:cubicBezTo>
                  <a:cubicBezTo>
                    <a:pt x="176" y="1174"/>
                    <a:pt x="76" y="1399"/>
                    <a:pt x="51" y="1625"/>
                  </a:cubicBezTo>
                  <a:cubicBezTo>
                    <a:pt x="26" y="1750"/>
                    <a:pt x="1" y="1875"/>
                    <a:pt x="1" y="2001"/>
                  </a:cubicBezTo>
                  <a:cubicBezTo>
                    <a:pt x="1" y="2076"/>
                    <a:pt x="1" y="2251"/>
                    <a:pt x="51" y="2327"/>
                  </a:cubicBezTo>
                  <a:cubicBezTo>
                    <a:pt x="91" y="2377"/>
                    <a:pt x="157" y="2395"/>
                    <a:pt x="228" y="2395"/>
                  </a:cubicBezTo>
                  <a:cubicBezTo>
                    <a:pt x="333" y="2395"/>
                    <a:pt x="452" y="2356"/>
                    <a:pt x="527" y="2327"/>
                  </a:cubicBezTo>
                  <a:cubicBezTo>
                    <a:pt x="677" y="2276"/>
                    <a:pt x="828" y="2176"/>
                    <a:pt x="953" y="2101"/>
                  </a:cubicBezTo>
                  <a:cubicBezTo>
                    <a:pt x="1179" y="1926"/>
                    <a:pt x="1404" y="1700"/>
                    <a:pt x="1580" y="1474"/>
                  </a:cubicBezTo>
                  <a:cubicBezTo>
                    <a:pt x="1780" y="1199"/>
                    <a:pt x="2031" y="823"/>
                    <a:pt x="2056" y="472"/>
                  </a:cubicBezTo>
                  <a:cubicBezTo>
                    <a:pt x="2081" y="347"/>
                    <a:pt x="2081" y="196"/>
                    <a:pt x="2006" y="96"/>
                  </a:cubicBezTo>
                  <a:cubicBezTo>
                    <a:pt x="1976" y="22"/>
                    <a:pt x="1911" y="0"/>
                    <a:pt x="1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5570797" y="2971602"/>
              <a:ext cx="50590" cy="41695"/>
            </a:xfrm>
            <a:custGeom>
              <a:avLst/>
              <a:gdLst/>
              <a:ahLst/>
              <a:cxnLst/>
              <a:rect l="l" t="t" r="r" b="b"/>
              <a:pathLst>
                <a:path w="2457" h="2025" extrusionOk="0">
                  <a:moveTo>
                    <a:pt x="326" y="1"/>
                  </a:moveTo>
                  <a:cubicBezTo>
                    <a:pt x="201" y="1"/>
                    <a:pt x="76" y="1"/>
                    <a:pt x="26" y="126"/>
                  </a:cubicBezTo>
                  <a:cubicBezTo>
                    <a:pt x="1" y="251"/>
                    <a:pt x="26" y="402"/>
                    <a:pt x="76" y="527"/>
                  </a:cubicBezTo>
                  <a:cubicBezTo>
                    <a:pt x="176" y="853"/>
                    <a:pt x="477" y="1178"/>
                    <a:pt x="753" y="1404"/>
                  </a:cubicBezTo>
                  <a:cubicBezTo>
                    <a:pt x="978" y="1579"/>
                    <a:pt x="1229" y="1755"/>
                    <a:pt x="1479" y="1880"/>
                  </a:cubicBezTo>
                  <a:cubicBezTo>
                    <a:pt x="1630" y="1930"/>
                    <a:pt x="1780" y="1980"/>
                    <a:pt x="1956" y="2006"/>
                  </a:cubicBezTo>
                  <a:cubicBezTo>
                    <a:pt x="2003" y="2015"/>
                    <a:pt x="2072" y="2024"/>
                    <a:pt x="2142" y="2024"/>
                  </a:cubicBezTo>
                  <a:cubicBezTo>
                    <a:pt x="2257" y="2024"/>
                    <a:pt x="2376" y="1999"/>
                    <a:pt x="2407" y="1905"/>
                  </a:cubicBezTo>
                  <a:cubicBezTo>
                    <a:pt x="2457" y="1830"/>
                    <a:pt x="2407" y="1655"/>
                    <a:pt x="2382" y="1579"/>
                  </a:cubicBezTo>
                  <a:cubicBezTo>
                    <a:pt x="2357" y="1454"/>
                    <a:pt x="2332" y="1354"/>
                    <a:pt x="2281" y="1229"/>
                  </a:cubicBezTo>
                  <a:cubicBezTo>
                    <a:pt x="2181" y="1003"/>
                    <a:pt x="2056" y="803"/>
                    <a:pt x="1880" y="627"/>
                  </a:cubicBezTo>
                  <a:cubicBezTo>
                    <a:pt x="1580" y="301"/>
                    <a:pt x="1154" y="126"/>
                    <a:pt x="702" y="51"/>
                  </a:cubicBezTo>
                  <a:cubicBezTo>
                    <a:pt x="577" y="26"/>
                    <a:pt x="452" y="26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5497520" y="2853008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60" y="1"/>
                  </a:moveTo>
                  <a:cubicBezTo>
                    <a:pt x="1816" y="1"/>
                    <a:pt x="1771" y="11"/>
                    <a:pt x="1730" y="21"/>
                  </a:cubicBezTo>
                  <a:cubicBezTo>
                    <a:pt x="1605" y="71"/>
                    <a:pt x="1479" y="96"/>
                    <a:pt x="1354" y="146"/>
                  </a:cubicBezTo>
                  <a:cubicBezTo>
                    <a:pt x="928" y="322"/>
                    <a:pt x="552" y="573"/>
                    <a:pt x="327" y="974"/>
                  </a:cubicBezTo>
                  <a:cubicBezTo>
                    <a:pt x="201" y="1174"/>
                    <a:pt x="101" y="1400"/>
                    <a:pt x="76" y="1650"/>
                  </a:cubicBezTo>
                  <a:cubicBezTo>
                    <a:pt x="51" y="1750"/>
                    <a:pt x="26" y="1876"/>
                    <a:pt x="26" y="2001"/>
                  </a:cubicBezTo>
                  <a:cubicBezTo>
                    <a:pt x="26" y="2101"/>
                    <a:pt x="1" y="2252"/>
                    <a:pt x="76" y="2327"/>
                  </a:cubicBezTo>
                  <a:cubicBezTo>
                    <a:pt x="117" y="2378"/>
                    <a:pt x="182" y="2396"/>
                    <a:pt x="253" y="2396"/>
                  </a:cubicBezTo>
                  <a:cubicBezTo>
                    <a:pt x="358" y="2396"/>
                    <a:pt x="478" y="2357"/>
                    <a:pt x="552" y="2327"/>
                  </a:cubicBezTo>
                  <a:cubicBezTo>
                    <a:pt x="703" y="2277"/>
                    <a:pt x="828" y="2202"/>
                    <a:pt x="978" y="2101"/>
                  </a:cubicBezTo>
                  <a:cubicBezTo>
                    <a:pt x="1204" y="1926"/>
                    <a:pt x="1404" y="1700"/>
                    <a:pt x="1605" y="1475"/>
                  </a:cubicBezTo>
                  <a:cubicBezTo>
                    <a:pt x="1805" y="1199"/>
                    <a:pt x="2031" y="823"/>
                    <a:pt x="2081" y="472"/>
                  </a:cubicBezTo>
                  <a:cubicBezTo>
                    <a:pt x="2081" y="347"/>
                    <a:pt x="2081" y="197"/>
                    <a:pt x="2031" y="96"/>
                  </a:cubicBezTo>
                  <a:cubicBezTo>
                    <a:pt x="1986" y="22"/>
                    <a:pt x="1924" y="1"/>
                    <a:pt x="18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5538801" y="2851711"/>
              <a:ext cx="50590" cy="41345"/>
            </a:xfrm>
            <a:custGeom>
              <a:avLst/>
              <a:gdLst/>
              <a:ahLst/>
              <a:cxnLst/>
              <a:rect l="l" t="t" r="r" b="b"/>
              <a:pathLst>
                <a:path w="2457" h="2008" extrusionOk="0">
                  <a:moveTo>
                    <a:pt x="243" y="0"/>
                  </a:moveTo>
                  <a:cubicBezTo>
                    <a:pt x="149" y="0"/>
                    <a:pt x="65" y="37"/>
                    <a:pt x="26" y="134"/>
                  </a:cubicBezTo>
                  <a:cubicBezTo>
                    <a:pt x="1" y="235"/>
                    <a:pt x="26" y="385"/>
                    <a:pt x="51" y="510"/>
                  </a:cubicBezTo>
                  <a:cubicBezTo>
                    <a:pt x="176" y="861"/>
                    <a:pt x="477" y="1162"/>
                    <a:pt x="753" y="1387"/>
                  </a:cubicBezTo>
                  <a:cubicBezTo>
                    <a:pt x="978" y="1588"/>
                    <a:pt x="1204" y="1738"/>
                    <a:pt x="1479" y="1864"/>
                  </a:cubicBezTo>
                  <a:cubicBezTo>
                    <a:pt x="1630" y="1914"/>
                    <a:pt x="1780" y="1989"/>
                    <a:pt x="1956" y="1989"/>
                  </a:cubicBezTo>
                  <a:cubicBezTo>
                    <a:pt x="2003" y="1998"/>
                    <a:pt x="2072" y="2008"/>
                    <a:pt x="2142" y="2008"/>
                  </a:cubicBezTo>
                  <a:cubicBezTo>
                    <a:pt x="2257" y="2008"/>
                    <a:pt x="2376" y="1982"/>
                    <a:pt x="2407" y="1889"/>
                  </a:cubicBezTo>
                  <a:cubicBezTo>
                    <a:pt x="2457" y="1813"/>
                    <a:pt x="2407" y="1663"/>
                    <a:pt x="2382" y="1563"/>
                  </a:cubicBezTo>
                  <a:cubicBezTo>
                    <a:pt x="2357" y="1463"/>
                    <a:pt x="2332" y="1337"/>
                    <a:pt x="2282" y="1212"/>
                  </a:cubicBezTo>
                  <a:cubicBezTo>
                    <a:pt x="2181" y="1011"/>
                    <a:pt x="2056" y="811"/>
                    <a:pt x="1880" y="636"/>
                  </a:cubicBezTo>
                  <a:cubicBezTo>
                    <a:pt x="1580" y="285"/>
                    <a:pt x="1154" y="109"/>
                    <a:pt x="703" y="34"/>
                  </a:cubicBezTo>
                  <a:cubicBezTo>
                    <a:pt x="577" y="34"/>
                    <a:pt x="452" y="9"/>
                    <a:pt x="327" y="9"/>
                  </a:cubicBezTo>
                  <a:cubicBezTo>
                    <a:pt x="298" y="3"/>
                    <a:pt x="270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5484116" y="2739396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2156" y="0"/>
                  </a:moveTo>
                  <a:cubicBezTo>
                    <a:pt x="2030" y="0"/>
                    <a:pt x="1905" y="25"/>
                    <a:pt x="1780" y="50"/>
                  </a:cubicBezTo>
                  <a:cubicBezTo>
                    <a:pt x="1303" y="101"/>
                    <a:pt x="902" y="276"/>
                    <a:pt x="577" y="602"/>
                  </a:cubicBezTo>
                  <a:cubicBezTo>
                    <a:pt x="426" y="777"/>
                    <a:pt x="276" y="978"/>
                    <a:pt x="201" y="1203"/>
                  </a:cubicBezTo>
                  <a:cubicBezTo>
                    <a:pt x="151" y="1304"/>
                    <a:pt x="100" y="1429"/>
                    <a:pt x="75" y="1554"/>
                  </a:cubicBezTo>
                  <a:cubicBezTo>
                    <a:pt x="50" y="1629"/>
                    <a:pt x="0" y="1805"/>
                    <a:pt x="50" y="1880"/>
                  </a:cubicBezTo>
                  <a:cubicBezTo>
                    <a:pt x="81" y="1974"/>
                    <a:pt x="200" y="1999"/>
                    <a:pt x="315" y="1999"/>
                  </a:cubicBezTo>
                  <a:cubicBezTo>
                    <a:pt x="385" y="1999"/>
                    <a:pt x="454" y="1990"/>
                    <a:pt x="501" y="1980"/>
                  </a:cubicBezTo>
                  <a:cubicBezTo>
                    <a:pt x="677" y="1955"/>
                    <a:pt x="827" y="1905"/>
                    <a:pt x="978" y="1855"/>
                  </a:cubicBezTo>
                  <a:cubicBezTo>
                    <a:pt x="1253" y="1730"/>
                    <a:pt x="1504" y="1579"/>
                    <a:pt x="1729" y="1379"/>
                  </a:cubicBezTo>
                  <a:cubicBezTo>
                    <a:pt x="1980" y="1153"/>
                    <a:pt x="2306" y="852"/>
                    <a:pt x="2406" y="502"/>
                  </a:cubicBezTo>
                  <a:cubicBezTo>
                    <a:pt x="2456" y="401"/>
                    <a:pt x="2481" y="251"/>
                    <a:pt x="2456" y="126"/>
                  </a:cubicBezTo>
                  <a:cubicBezTo>
                    <a:pt x="2406" y="0"/>
                    <a:pt x="2281" y="0"/>
                    <a:pt x="2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5533654" y="2739582"/>
              <a:ext cx="42333" cy="49745"/>
            </a:xfrm>
            <a:custGeom>
              <a:avLst/>
              <a:gdLst/>
              <a:ahLst/>
              <a:cxnLst/>
              <a:rect l="l" t="t" r="r" b="b"/>
              <a:pathLst>
                <a:path w="2056" h="2416" extrusionOk="0">
                  <a:moveTo>
                    <a:pt x="203" y="0"/>
                  </a:moveTo>
                  <a:cubicBezTo>
                    <a:pt x="145" y="0"/>
                    <a:pt x="91" y="24"/>
                    <a:pt x="50" y="92"/>
                  </a:cubicBezTo>
                  <a:cubicBezTo>
                    <a:pt x="0" y="192"/>
                    <a:pt x="0" y="342"/>
                    <a:pt x="0" y="467"/>
                  </a:cubicBezTo>
                  <a:cubicBezTo>
                    <a:pt x="25" y="818"/>
                    <a:pt x="251" y="1194"/>
                    <a:pt x="476" y="1470"/>
                  </a:cubicBezTo>
                  <a:cubicBezTo>
                    <a:pt x="652" y="1721"/>
                    <a:pt x="852" y="1921"/>
                    <a:pt x="1078" y="2097"/>
                  </a:cubicBezTo>
                  <a:cubicBezTo>
                    <a:pt x="1228" y="2197"/>
                    <a:pt x="1354" y="2272"/>
                    <a:pt x="1504" y="2347"/>
                  </a:cubicBezTo>
                  <a:cubicBezTo>
                    <a:pt x="1579" y="2377"/>
                    <a:pt x="1698" y="2416"/>
                    <a:pt x="1803" y="2416"/>
                  </a:cubicBezTo>
                  <a:cubicBezTo>
                    <a:pt x="1874" y="2416"/>
                    <a:pt x="1940" y="2398"/>
                    <a:pt x="1980" y="2347"/>
                  </a:cubicBezTo>
                  <a:cubicBezTo>
                    <a:pt x="2055" y="2272"/>
                    <a:pt x="2030" y="2097"/>
                    <a:pt x="2030" y="2021"/>
                  </a:cubicBezTo>
                  <a:cubicBezTo>
                    <a:pt x="2030" y="1896"/>
                    <a:pt x="2030" y="1771"/>
                    <a:pt x="2005" y="1645"/>
                  </a:cubicBezTo>
                  <a:cubicBezTo>
                    <a:pt x="1955" y="1420"/>
                    <a:pt x="1880" y="1194"/>
                    <a:pt x="1755" y="994"/>
                  </a:cubicBezTo>
                  <a:cubicBezTo>
                    <a:pt x="1529" y="593"/>
                    <a:pt x="1153" y="342"/>
                    <a:pt x="727" y="167"/>
                  </a:cubicBezTo>
                  <a:cubicBezTo>
                    <a:pt x="602" y="117"/>
                    <a:pt x="476" y="66"/>
                    <a:pt x="351" y="41"/>
                  </a:cubicBezTo>
                  <a:cubicBezTo>
                    <a:pt x="305" y="18"/>
                    <a:pt x="253" y="0"/>
                    <a:pt x="2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5509400" y="2637212"/>
              <a:ext cx="55737" cy="35641"/>
            </a:xfrm>
            <a:custGeom>
              <a:avLst/>
              <a:gdLst/>
              <a:ahLst/>
              <a:cxnLst/>
              <a:rect l="l" t="t" r="r" b="b"/>
              <a:pathLst>
                <a:path w="2707" h="1731" extrusionOk="0">
                  <a:moveTo>
                    <a:pt x="2030" y="1"/>
                  </a:moveTo>
                  <a:cubicBezTo>
                    <a:pt x="1579" y="1"/>
                    <a:pt x="1128" y="101"/>
                    <a:pt x="752" y="377"/>
                  </a:cubicBezTo>
                  <a:cubicBezTo>
                    <a:pt x="577" y="527"/>
                    <a:pt x="401" y="703"/>
                    <a:pt x="276" y="903"/>
                  </a:cubicBezTo>
                  <a:cubicBezTo>
                    <a:pt x="226" y="1003"/>
                    <a:pt x="151" y="1104"/>
                    <a:pt x="100" y="1229"/>
                  </a:cubicBezTo>
                  <a:cubicBezTo>
                    <a:pt x="75" y="1304"/>
                    <a:pt x="0" y="1454"/>
                    <a:pt x="25" y="1530"/>
                  </a:cubicBezTo>
                  <a:cubicBezTo>
                    <a:pt x="75" y="1680"/>
                    <a:pt x="351" y="1705"/>
                    <a:pt x="476" y="1730"/>
                  </a:cubicBezTo>
                  <a:cubicBezTo>
                    <a:pt x="627" y="1730"/>
                    <a:pt x="802" y="1705"/>
                    <a:pt x="953" y="1655"/>
                  </a:cubicBezTo>
                  <a:cubicBezTo>
                    <a:pt x="1228" y="1605"/>
                    <a:pt x="1504" y="1480"/>
                    <a:pt x="1755" y="1329"/>
                  </a:cubicBezTo>
                  <a:cubicBezTo>
                    <a:pt x="2055" y="1154"/>
                    <a:pt x="2406" y="903"/>
                    <a:pt x="2582" y="577"/>
                  </a:cubicBezTo>
                  <a:cubicBezTo>
                    <a:pt x="2632" y="477"/>
                    <a:pt x="2707" y="327"/>
                    <a:pt x="2682" y="201"/>
                  </a:cubicBezTo>
                  <a:cubicBezTo>
                    <a:pt x="2657" y="76"/>
                    <a:pt x="2532" y="26"/>
                    <a:pt x="2406" y="26"/>
                  </a:cubicBezTo>
                  <a:cubicBezTo>
                    <a:pt x="2281" y="26"/>
                    <a:pt x="2156" y="1"/>
                    <a:pt x="20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5562026" y="2639641"/>
              <a:ext cx="37186" cy="54419"/>
            </a:xfrm>
            <a:custGeom>
              <a:avLst/>
              <a:gdLst/>
              <a:ahLst/>
              <a:cxnLst/>
              <a:rect l="l" t="t" r="r" b="b"/>
              <a:pathLst>
                <a:path w="1806" h="2643" extrusionOk="0">
                  <a:moveTo>
                    <a:pt x="268" y="0"/>
                  </a:moveTo>
                  <a:cubicBezTo>
                    <a:pt x="224" y="0"/>
                    <a:pt x="183" y="16"/>
                    <a:pt x="151" y="58"/>
                  </a:cubicBezTo>
                  <a:cubicBezTo>
                    <a:pt x="51" y="159"/>
                    <a:pt x="26" y="309"/>
                    <a:pt x="26" y="434"/>
                  </a:cubicBezTo>
                  <a:cubicBezTo>
                    <a:pt x="1" y="785"/>
                    <a:pt x="176" y="1186"/>
                    <a:pt x="326" y="1487"/>
                  </a:cubicBezTo>
                  <a:cubicBezTo>
                    <a:pt x="477" y="1763"/>
                    <a:pt x="627" y="2013"/>
                    <a:pt x="828" y="2214"/>
                  </a:cubicBezTo>
                  <a:cubicBezTo>
                    <a:pt x="953" y="2339"/>
                    <a:pt x="1078" y="2439"/>
                    <a:pt x="1204" y="2514"/>
                  </a:cubicBezTo>
                  <a:cubicBezTo>
                    <a:pt x="1291" y="2567"/>
                    <a:pt x="1438" y="2643"/>
                    <a:pt x="1553" y="2643"/>
                  </a:cubicBezTo>
                  <a:cubicBezTo>
                    <a:pt x="1604" y="2643"/>
                    <a:pt x="1649" y="2628"/>
                    <a:pt x="1680" y="2590"/>
                  </a:cubicBezTo>
                  <a:cubicBezTo>
                    <a:pt x="1755" y="2539"/>
                    <a:pt x="1755" y="2364"/>
                    <a:pt x="1780" y="2289"/>
                  </a:cubicBezTo>
                  <a:cubicBezTo>
                    <a:pt x="1805" y="2164"/>
                    <a:pt x="1805" y="2038"/>
                    <a:pt x="1805" y="1913"/>
                  </a:cubicBezTo>
                  <a:cubicBezTo>
                    <a:pt x="1805" y="1687"/>
                    <a:pt x="1755" y="1437"/>
                    <a:pt x="1680" y="1236"/>
                  </a:cubicBezTo>
                  <a:cubicBezTo>
                    <a:pt x="1504" y="785"/>
                    <a:pt x="1204" y="484"/>
                    <a:pt x="803" y="234"/>
                  </a:cubicBezTo>
                  <a:cubicBezTo>
                    <a:pt x="677" y="159"/>
                    <a:pt x="577" y="108"/>
                    <a:pt x="452" y="58"/>
                  </a:cubicBezTo>
                  <a:cubicBezTo>
                    <a:pt x="394" y="29"/>
                    <a:pt x="328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5626531" y="2573756"/>
              <a:ext cx="138838" cy="783367"/>
            </a:xfrm>
            <a:custGeom>
              <a:avLst/>
              <a:gdLst/>
              <a:ahLst/>
              <a:cxnLst/>
              <a:rect l="l" t="t" r="r" b="b"/>
              <a:pathLst>
                <a:path w="6743" h="38046" extrusionOk="0">
                  <a:moveTo>
                    <a:pt x="4361" y="0"/>
                  </a:moveTo>
                  <a:cubicBezTo>
                    <a:pt x="1880" y="2181"/>
                    <a:pt x="0" y="6592"/>
                    <a:pt x="2131" y="12456"/>
                  </a:cubicBezTo>
                  <a:cubicBezTo>
                    <a:pt x="2532" y="13584"/>
                    <a:pt x="3083" y="14687"/>
                    <a:pt x="3610" y="15740"/>
                  </a:cubicBezTo>
                  <a:cubicBezTo>
                    <a:pt x="4111" y="16792"/>
                    <a:pt x="4662" y="17870"/>
                    <a:pt x="5063" y="18998"/>
                  </a:cubicBezTo>
                  <a:cubicBezTo>
                    <a:pt x="6417" y="22707"/>
                    <a:pt x="6316" y="26918"/>
                    <a:pt x="4787" y="30552"/>
                  </a:cubicBezTo>
                  <a:cubicBezTo>
                    <a:pt x="4637" y="30953"/>
                    <a:pt x="4437" y="31329"/>
                    <a:pt x="4261" y="31730"/>
                  </a:cubicBezTo>
                  <a:cubicBezTo>
                    <a:pt x="3910" y="32507"/>
                    <a:pt x="3534" y="33309"/>
                    <a:pt x="3284" y="34161"/>
                  </a:cubicBezTo>
                  <a:cubicBezTo>
                    <a:pt x="3058" y="35038"/>
                    <a:pt x="2782" y="36717"/>
                    <a:pt x="3685" y="38045"/>
                  </a:cubicBezTo>
                  <a:lnTo>
                    <a:pt x="3935" y="37870"/>
                  </a:lnTo>
                  <a:cubicBezTo>
                    <a:pt x="3108" y="36642"/>
                    <a:pt x="3359" y="35063"/>
                    <a:pt x="3584" y="34261"/>
                  </a:cubicBezTo>
                  <a:cubicBezTo>
                    <a:pt x="3810" y="33434"/>
                    <a:pt x="4186" y="32632"/>
                    <a:pt x="4562" y="31855"/>
                  </a:cubicBezTo>
                  <a:cubicBezTo>
                    <a:pt x="4737" y="31479"/>
                    <a:pt x="4913" y="31078"/>
                    <a:pt x="5088" y="30677"/>
                  </a:cubicBezTo>
                  <a:cubicBezTo>
                    <a:pt x="6642" y="26968"/>
                    <a:pt x="6742" y="22657"/>
                    <a:pt x="5364" y="18872"/>
                  </a:cubicBezTo>
                  <a:cubicBezTo>
                    <a:pt x="4938" y="17770"/>
                    <a:pt x="4412" y="16667"/>
                    <a:pt x="3885" y="15614"/>
                  </a:cubicBezTo>
                  <a:cubicBezTo>
                    <a:pt x="3359" y="14562"/>
                    <a:pt x="2807" y="13459"/>
                    <a:pt x="2406" y="12356"/>
                  </a:cubicBezTo>
                  <a:cubicBezTo>
                    <a:pt x="326" y="6617"/>
                    <a:pt x="2156" y="2331"/>
                    <a:pt x="4562" y="226"/>
                  </a:cubicBezTo>
                  <a:lnTo>
                    <a:pt x="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5696185" y="3349333"/>
              <a:ext cx="33582" cy="57384"/>
            </a:xfrm>
            <a:custGeom>
              <a:avLst/>
              <a:gdLst/>
              <a:ahLst/>
              <a:cxnLst/>
              <a:rect l="l" t="t" r="r" b="b"/>
              <a:pathLst>
                <a:path w="1631" h="2787" extrusionOk="0">
                  <a:moveTo>
                    <a:pt x="302" y="0"/>
                  </a:moveTo>
                  <a:cubicBezTo>
                    <a:pt x="176" y="26"/>
                    <a:pt x="126" y="151"/>
                    <a:pt x="101" y="251"/>
                  </a:cubicBezTo>
                  <a:cubicBezTo>
                    <a:pt x="76" y="376"/>
                    <a:pt x="76" y="502"/>
                    <a:pt x="51" y="627"/>
                  </a:cubicBezTo>
                  <a:cubicBezTo>
                    <a:pt x="1" y="1103"/>
                    <a:pt x="51" y="1529"/>
                    <a:pt x="302" y="1930"/>
                  </a:cubicBezTo>
                  <a:cubicBezTo>
                    <a:pt x="427" y="2131"/>
                    <a:pt x="577" y="2331"/>
                    <a:pt x="778" y="2457"/>
                  </a:cubicBezTo>
                  <a:cubicBezTo>
                    <a:pt x="853" y="2557"/>
                    <a:pt x="953" y="2607"/>
                    <a:pt x="1079" y="2657"/>
                  </a:cubicBezTo>
                  <a:cubicBezTo>
                    <a:pt x="1146" y="2702"/>
                    <a:pt x="1253" y="2786"/>
                    <a:pt x="1346" y="2786"/>
                  </a:cubicBezTo>
                  <a:cubicBezTo>
                    <a:pt x="1357" y="2786"/>
                    <a:pt x="1369" y="2785"/>
                    <a:pt x="1379" y="2782"/>
                  </a:cubicBezTo>
                  <a:cubicBezTo>
                    <a:pt x="1530" y="2757"/>
                    <a:pt x="1580" y="2482"/>
                    <a:pt x="1605" y="2356"/>
                  </a:cubicBezTo>
                  <a:cubicBezTo>
                    <a:pt x="1630" y="2206"/>
                    <a:pt x="1605" y="2031"/>
                    <a:pt x="1605" y="1880"/>
                  </a:cubicBezTo>
                  <a:cubicBezTo>
                    <a:pt x="1555" y="1579"/>
                    <a:pt x="1455" y="1304"/>
                    <a:pt x="1329" y="1028"/>
                  </a:cubicBezTo>
                  <a:cubicBezTo>
                    <a:pt x="1179" y="727"/>
                    <a:pt x="978" y="351"/>
                    <a:pt x="678" y="151"/>
                  </a:cubicBezTo>
                  <a:cubicBezTo>
                    <a:pt x="577" y="76"/>
                    <a:pt x="42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5494431" y="2571903"/>
              <a:ext cx="177527" cy="901842"/>
            </a:xfrm>
            <a:custGeom>
              <a:avLst/>
              <a:gdLst/>
              <a:ahLst/>
              <a:cxnLst/>
              <a:rect l="l" t="t" r="r" b="b"/>
              <a:pathLst>
                <a:path w="8622" h="43800" extrusionOk="0">
                  <a:moveTo>
                    <a:pt x="7731" y="0"/>
                  </a:moveTo>
                  <a:cubicBezTo>
                    <a:pt x="7129" y="0"/>
                    <a:pt x="6497" y="184"/>
                    <a:pt x="5865" y="566"/>
                  </a:cubicBezTo>
                  <a:cubicBezTo>
                    <a:pt x="3985" y="1719"/>
                    <a:pt x="2281" y="4526"/>
                    <a:pt x="1880" y="7133"/>
                  </a:cubicBezTo>
                  <a:cubicBezTo>
                    <a:pt x="1379" y="10566"/>
                    <a:pt x="2256" y="14025"/>
                    <a:pt x="3133" y="17358"/>
                  </a:cubicBezTo>
                  <a:lnTo>
                    <a:pt x="3208" y="17659"/>
                  </a:lnTo>
                  <a:cubicBezTo>
                    <a:pt x="4136" y="21243"/>
                    <a:pt x="4888" y="24727"/>
                    <a:pt x="4136" y="28085"/>
                  </a:cubicBezTo>
                  <a:cubicBezTo>
                    <a:pt x="3760" y="29639"/>
                    <a:pt x="3083" y="31143"/>
                    <a:pt x="2406" y="32571"/>
                  </a:cubicBezTo>
                  <a:cubicBezTo>
                    <a:pt x="1930" y="33624"/>
                    <a:pt x="1429" y="34702"/>
                    <a:pt x="1053" y="35805"/>
                  </a:cubicBezTo>
                  <a:cubicBezTo>
                    <a:pt x="176" y="38336"/>
                    <a:pt x="0" y="41744"/>
                    <a:pt x="2106" y="43800"/>
                  </a:cubicBezTo>
                  <a:lnTo>
                    <a:pt x="2331" y="43574"/>
                  </a:lnTo>
                  <a:cubicBezTo>
                    <a:pt x="326" y="41619"/>
                    <a:pt x="502" y="38336"/>
                    <a:pt x="1329" y="35905"/>
                  </a:cubicBezTo>
                  <a:cubicBezTo>
                    <a:pt x="1705" y="34827"/>
                    <a:pt x="2206" y="33749"/>
                    <a:pt x="2682" y="32722"/>
                  </a:cubicBezTo>
                  <a:cubicBezTo>
                    <a:pt x="3359" y="31268"/>
                    <a:pt x="4061" y="29764"/>
                    <a:pt x="4437" y="28160"/>
                  </a:cubicBezTo>
                  <a:cubicBezTo>
                    <a:pt x="5213" y="24727"/>
                    <a:pt x="4437" y="21193"/>
                    <a:pt x="3509" y="17584"/>
                  </a:cubicBezTo>
                  <a:lnTo>
                    <a:pt x="3434" y="17283"/>
                  </a:lnTo>
                  <a:cubicBezTo>
                    <a:pt x="2582" y="13975"/>
                    <a:pt x="1680" y="10541"/>
                    <a:pt x="2206" y="7183"/>
                  </a:cubicBezTo>
                  <a:cubicBezTo>
                    <a:pt x="2582" y="4652"/>
                    <a:pt x="4236" y="1945"/>
                    <a:pt x="6041" y="842"/>
                  </a:cubicBezTo>
                  <a:cubicBezTo>
                    <a:pt x="6612" y="489"/>
                    <a:pt x="7183" y="317"/>
                    <a:pt x="7731" y="317"/>
                  </a:cubicBezTo>
                  <a:cubicBezTo>
                    <a:pt x="8001" y="317"/>
                    <a:pt x="8266" y="358"/>
                    <a:pt x="8522" y="441"/>
                  </a:cubicBezTo>
                  <a:lnTo>
                    <a:pt x="8622" y="140"/>
                  </a:lnTo>
                  <a:cubicBezTo>
                    <a:pt x="8335" y="47"/>
                    <a:pt x="8037" y="0"/>
                    <a:pt x="7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5532089" y="3463274"/>
              <a:ext cx="35641" cy="54914"/>
            </a:xfrm>
            <a:custGeom>
              <a:avLst/>
              <a:gdLst/>
              <a:ahLst/>
              <a:cxnLst/>
              <a:rect l="l" t="t" r="r" b="b"/>
              <a:pathLst>
                <a:path w="1731" h="2667" extrusionOk="0">
                  <a:moveTo>
                    <a:pt x="254" y="0"/>
                  </a:moveTo>
                  <a:cubicBezTo>
                    <a:pt x="236" y="0"/>
                    <a:pt x="219" y="2"/>
                    <a:pt x="201" y="5"/>
                  </a:cubicBezTo>
                  <a:cubicBezTo>
                    <a:pt x="76" y="30"/>
                    <a:pt x="51" y="156"/>
                    <a:pt x="26" y="281"/>
                  </a:cubicBezTo>
                  <a:cubicBezTo>
                    <a:pt x="26" y="406"/>
                    <a:pt x="1" y="532"/>
                    <a:pt x="1" y="657"/>
                  </a:cubicBezTo>
                  <a:cubicBezTo>
                    <a:pt x="1" y="1133"/>
                    <a:pt x="101" y="1559"/>
                    <a:pt x="402" y="1935"/>
                  </a:cubicBezTo>
                  <a:cubicBezTo>
                    <a:pt x="552" y="2111"/>
                    <a:pt x="728" y="2286"/>
                    <a:pt x="928" y="2411"/>
                  </a:cubicBezTo>
                  <a:cubicBezTo>
                    <a:pt x="1029" y="2462"/>
                    <a:pt x="1129" y="2512"/>
                    <a:pt x="1254" y="2562"/>
                  </a:cubicBezTo>
                  <a:cubicBezTo>
                    <a:pt x="1319" y="2605"/>
                    <a:pt x="1440" y="2667"/>
                    <a:pt x="1520" y="2667"/>
                  </a:cubicBezTo>
                  <a:cubicBezTo>
                    <a:pt x="1533" y="2667"/>
                    <a:pt x="1545" y="2665"/>
                    <a:pt x="1555" y="2662"/>
                  </a:cubicBezTo>
                  <a:cubicBezTo>
                    <a:pt x="1705" y="2612"/>
                    <a:pt x="1730" y="2336"/>
                    <a:pt x="1730" y="2211"/>
                  </a:cubicBezTo>
                  <a:cubicBezTo>
                    <a:pt x="1730" y="2035"/>
                    <a:pt x="1705" y="1885"/>
                    <a:pt x="1680" y="1735"/>
                  </a:cubicBezTo>
                  <a:cubicBezTo>
                    <a:pt x="1605" y="1434"/>
                    <a:pt x="1480" y="1183"/>
                    <a:pt x="1329" y="933"/>
                  </a:cubicBezTo>
                  <a:cubicBezTo>
                    <a:pt x="1154" y="632"/>
                    <a:pt x="903" y="256"/>
                    <a:pt x="577" y="106"/>
                  </a:cubicBezTo>
                  <a:cubicBezTo>
                    <a:pt x="491" y="62"/>
                    <a:pt x="367" y="0"/>
                    <a:pt x="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5418066" y="2573014"/>
              <a:ext cx="191981" cy="547241"/>
            </a:xfrm>
            <a:custGeom>
              <a:avLst/>
              <a:gdLst/>
              <a:ahLst/>
              <a:cxnLst/>
              <a:rect l="l" t="t" r="r" b="b"/>
              <a:pathLst>
                <a:path w="9324" h="26578" extrusionOk="0">
                  <a:moveTo>
                    <a:pt x="8256" y="1"/>
                  </a:moveTo>
                  <a:cubicBezTo>
                    <a:pt x="7935" y="1"/>
                    <a:pt x="7611" y="70"/>
                    <a:pt x="7293" y="212"/>
                  </a:cubicBezTo>
                  <a:cubicBezTo>
                    <a:pt x="5514" y="989"/>
                    <a:pt x="4085" y="3770"/>
                    <a:pt x="3434" y="5901"/>
                  </a:cubicBezTo>
                  <a:cubicBezTo>
                    <a:pt x="2707" y="8232"/>
                    <a:pt x="2857" y="10713"/>
                    <a:pt x="3008" y="13094"/>
                  </a:cubicBezTo>
                  <a:cubicBezTo>
                    <a:pt x="3083" y="14397"/>
                    <a:pt x="3158" y="15750"/>
                    <a:pt x="3108" y="17054"/>
                  </a:cubicBezTo>
                  <a:cubicBezTo>
                    <a:pt x="2958" y="20387"/>
                    <a:pt x="1880" y="23620"/>
                    <a:pt x="0" y="26402"/>
                  </a:cubicBezTo>
                  <a:lnTo>
                    <a:pt x="276" y="26578"/>
                  </a:lnTo>
                  <a:cubicBezTo>
                    <a:pt x="2181" y="23746"/>
                    <a:pt x="3258" y="20462"/>
                    <a:pt x="3409" y="17054"/>
                  </a:cubicBezTo>
                  <a:cubicBezTo>
                    <a:pt x="3484" y="15750"/>
                    <a:pt x="3409" y="14372"/>
                    <a:pt x="3308" y="13069"/>
                  </a:cubicBezTo>
                  <a:cubicBezTo>
                    <a:pt x="3183" y="10713"/>
                    <a:pt x="3033" y="8257"/>
                    <a:pt x="3734" y="6001"/>
                  </a:cubicBezTo>
                  <a:cubicBezTo>
                    <a:pt x="4436" y="3745"/>
                    <a:pt x="5840" y="1189"/>
                    <a:pt x="7419" y="487"/>
                  </a:cubicBezTo>
                  <a:cubicBezTo>
                    <a:pt x="7698" y="371"/>
                    <a:pt x="7972" y="314"/>
                    <a:pt x="8245" y="314"/>
                  </a:cubicBezTo>
                  <a:cubicBezTo>
                    <a:pt x="8561" y="314"/>
                    <a:pt x="8876" y="390"/>
                    <a:pt x="9198" y="537"/>
                  </a:cubicBezTo>
                  <a:lnTo>
                    <a:pt x="9323" y="262"/>
                  </a:lnTo>
                  <a:cubicBezTo>
                    <a:pt x="8978" y="89"/>
                    <a:pt x="8619" y="1"/>
                    <a:pt x="8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5392247" y="3112721"/>
              <a:ext cx="36156" cy="55758"/>
            </a:xfrm>
            <a:custGeom>
              <a:avLst/>
              <a:gdLst/>
              <a:ahLst/>
              <a:cxnLst/>
              <a:rect l="l" t="t" r="r" b="b"/>
              <a:pathLst>
                <a:path w="1756" h="2708" extrusionOk="0">
                  <a:moveTo>
                    <a:pt x="1462" y="0"/>
                  </a:moveTo>
                  <a:cubicBezTo>
                    <a:pt x="1391" y="0"/>
                    <a:pt x="1317" y="32"/>
                    <a:pt x="1254" y="64"/>
                  </a:cubicBezTo>
                  <a:cubicBezTo>
                    <a:pt x="1154" y="114"/>
                    <a:pt x="1054" y="189"/>
                    <a:pt x="928" y="264"/>
                  </a:cubicBezTo>
                  <a:cubicBezTo>
                    <a:pt x="552" y="540"/>
                    <a:pt x="252" y="866"/>
                    <a:pt x="101" y="1292"/>
                  </a:cubicBezTo>
                  <a:cubicBezTo>
                    <a:pt x="51" y="1518"/>
                    <a:pt x="1" y="1768"/>
                    <a:pt x="26" y="1994"/>
                  </a:cubicBezTo>
                  <a:cubicBezTo>
                    <a:pt x="26" y="2119"/>
                    <a:pt x="51" y="2244"/>
                    <a:pt x="76" y="2370"/>
                  </a:cubicBezTo>
                  <a:cubicBezTo>
                    <a:pt x="76" y="2445"/>
                    <a:pt x="101" y="2620"/>
                    <a:pt x="176" y="2670"/>
                  </a:cubicBezTo>
                  <a:cubicBezTo>
                    <a:pt x="210" y="2697"/>
                    <a:pt x="252" y="2708"/>
                    <a:pt x="297" y="2708"/>
                  </a:cubicBezTo>
                  <a:cubicBezTo>
                    <a:pt x="424" y="2708"/>
                    <a:pt x="579" y="2625"/>
                    <a:pt x="653" y="2570"/>
                  </a:cubicBezTo>
                  <a:cubicBezTo>
                    <a:pt x="778" y="2470"/>
                    <a:pt x="903" y="2370"/>
                    <a:pt x="1003" y="2244"/>
                  </a:cubicBezTo>
                  <a:cubicBezTo>
                    <a:pt x="1204" y="2019"/>
                    <a:pt x="1354" y="1768"/>
                    <a:pt x="1480" y="1492"/>
                  </a:cubicBezTo>
                  <a:cubicBezTo>
                    <a:pt x="1605" y="1167"/>
                    <a:pt x="1755" y="766"/>
                    <a:pt x="1705" y="415"/>
                  </a:cubicBezTo>
                  <a:cubicBezTo>
                    <a:pt x="1705" y="289"/>
                    <a:pt x="1655" y="139"/>
                    <a:pt x="1580" y="39"/>
                  </a:cubicBezTo>
                  <a:cubicBezTo>
                    <a:pt x="1543" y="11"/>
                    <a:pt x="1503" y="0"/>
                    <a:pt x="1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_1_1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7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9" name="Google Shape;849;p27"/>
          <p:cNvSpPr txBox="1">
            <a:spLocks noGrp="1"/>
          </p:cNvSpPr>
          <p:nvPr>
            <p:ph type="subTitle" idx="1"/>
          </p:nvPr>
        </p:nvSpPr>
        <p:spPr>
          <a:xfrm>
            <a:off x="938500" y="36291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0" name="Google Shape;850;p27"/>
          <p:cNvSpPr txBox="1">
            <a:spLocks noGrp="1"/>
          </p:cNvSpPr>
          <p:nvPr>
            <p:ph type="subTitle" idx="2"/>
          </p:nvPr>
        </p:nvSpPr>
        <p:spPr>
          <a:xfrm>
            <a:off x="938500" y="31971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51" name="Google Shape;851;p27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2" name="Google Shape;852;p27"/>
          <p:cNvSpPr txBox="1">
            <a:spLocks noGrp="1"/>
          </p:cNvSpPr>
          <p:nvPr>
            <p:ph type="subTitle" idx="4"/>
          </p:nvPr>
        </p:nvSpPr>
        <p:spPr>
          <a:xfrm>
            <a:off x="3485400" y="36291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3" name="Google Shape;853;p27"/>
          <p:cNvSpPr txBox="1">
            <a:spLocks noGrp="1"/>
          </p:cNvSpPr>
          <p:nvPr>
            <p:ph type="subTitle" idx="5"/>
          </p:nvPr>
        </p:nvSpPr>
        <p:spPr>
          <a:xfrm>
            <a:off x="3485400" y="31971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54" name="Google Shape;854;p27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5" name="Google Shape;855;p27"/>
          <p:cNvSpPr txBox="1">
            <a:spLocks noGrp="1"/>
          </p:cNvSpPr>
          <p:nvPr>
            <p:ph type="subTitle" idx="7"/>
          </p:nvPr>
        </p:nvSpPr>
        <p:spPr>
          <a:xfrm>
            <a:off x="6032300" y="36291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6" name="Google Shape;856;p27"/>
          <p:cNvSpPr txBox="1">
            <a:spLocks noGrp="1"/>
          </p:cNvSpPr>
          <p:nvPr>
            <p:ph type="subTitle" idx="8"/>
          </p:nvPr>
        </p:nvSpPr>
        <p:spPr>
          <a:xfrm>
            <a:off x="6032300" y="31971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57" name="Google Shape;857;p27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58" name="Google Shape;858;p27"/>
          <p:cNvGrpSpPr/>
          <p:nvPr/>
        </p:nvGrpSpPr>
        <p:grpSpPr>
          <a:xfrm>
            <a:off x="-785632" y="107198"/>
            <a:ext cx="1505643" cy="427803"/>
            <a:chOff x="3983000" y="1275438"/>
            <a:chExt cx="1621936" cy="460845"/>
          </a:xfrm>
        </p:grpSpPr>
        <p:sp>
          <p:nvSpPr>
            <p:cNvPr id="859" name="Google Shape;859;p27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" name="Google Shape;864;p27"/>
          <p:cNvGrpSpPr/>
          <p:nvPr/>
        </p:nvGrpSpPr>
        <p:grpSpPr>
          <a:xfrm>
            <a:off x="8279187" y="4141105"/>
            <a:ext cx="698594" cy="928344"/>
            <a:chOff x="5114129" y="1983420"/>
            <a:chExt cx="415929" cy="552685"/>
          </a:xfrm>
        </p:grpSpPr>
        <p:sp>
          <p:nvSpPr>
            <p:cNvPr id="865" name="Google Shape;865;p27"/>
            <p:cNvSpPr/>
            <p:nvPr/>
          </p:nvSpPr>
          <p:spPr>
            <a:xfrm>
              <a:off x="5203918" y="1983420"/>
              <a:ext cx="187328" cy="357628"/>
            </a:xfrm>
            <a:custGeom>
              <a:avLst/>
              <a:gdLst/>
              <a:ahLst/>
              <a:cxnLst/>
              <a:rect l="l" t="t" r="r" b="b"/>
              <a:pathLst>
                <a:path w="9098" h="17369" extrusionOk="0">
                  <a:moveTo>
                    <a:pt x="3233" y="0"/>
                  </a:moveTo>
                  <a:cubicBezTo>
                    <a:pt x="0" y="10953"/>
                    <a:pt x="2657" y="17369"/>
                    <a:pt x="2657" y="17369"/>
                  </a:cubicBezTo>
                  <a:lnTo>
                    <a:pt x="9098" y="17369"/>
                  </a:lnTo>
                  <a:cubicBezTo>
                    <a:pt x="7920" y="7795"/>
                    <a:pt x="3233" y="0"/>
                    <a:pt x="3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5195662" y="2198084"/>
              <a:ext cx="123355" cy="142956"/>
            </a:xfrm>
            <a:custGeom>
              <a:avLst/>
              <a:gdLst/>
              <a:ahLst/>
              <a:cxnLst/>
              <a:rect l="l" t="t" r="r" b="b"/>
              <a:pathLst>
                <a:path w="5991" h="6943" extrusionOk="0">
                  <a:moveTo>
                    <a:pt x="0" y="0"/>
                  </a:moveTo>
                  <a:lnTo>
                    <a:pt x="0" y="0"/>
                  </a:lnTo>
                  <a:cubicBezTo>
                    <a:pt x="1278" y="2331"/>
                    <a:pt x="2206" y="4662"/>
                    <a:pt x="2030" y="6943"/>
                  </a:cubicBezTo>
                  <a:lnTo>
                    <a:pt x="5990" y="6943"/>
                  </a:lnTo>
                  <a:cubicBezTo>
                    <a:pt x="4837" y="4086"/>
                    <a:pt x="2732" y="18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5336018" y="2066498"/>
              <a:ext cx="95476" cy="274547"/>
            </a:xfrm>
            <a:custGeom>
              <a:avLst/>
              <a:gdLst/>
              <a:ahLst/>
              <a:cxnLst/>
              <a:rect l="l" t="t" r="r" b="b"/>
              <a:pathLst>
                <a:path w="4637" h="13334" extrusionOk="0">
                  <a:moveTo>
                    <a:pt x="4637" y="0"/>
                  </a:moveTo>
                  <a:cubicBezTo>
                    <a:pt x="2431" y="3158"/>
                    <a:pt x="0" y="9424"/>
                    <a:pt x="25" y="13334"/>
                  </a:cubicBezTo>
                  <a:lnTo>
                    <a:pt x="3935" y="13334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5114129" y="2263187"/>
              <a:ext cx="170815" cy="77851"/>
            </a:xfrm>
            <a:custGeom>
              <a:avLst/>
              <a:gdLst/>
              <a:ahLst/>
              <a:cxnLst/>
              <a:rect l="l" t="t" r="r" b="b"/>
              <a:pathLst>
                <a:path w="8296" h="3781" extrusionOk="0">
                  <a:moveTo>
                    <a:pt x="2665" y="1"/>
                  </a:moveTo>
                  <a:cubicBezTo>
                    <a:pt x="1150" y="1"/>
                    <a:pt x="0" y="498"/>
                    <a:pt x="0" y="498"/>
                  </a:cubicBezTo>
                  <a:cubicBezTo>
                    <a:pt x="3534" y="924"/>
                    <a:pt x="5338" y="3781"/>
                    <a:pt x="5338" y="3781"/>
                  </a:cubicBezTo>
                  <a:lnTo>
                    <a:pt x="8296" y="3781"/>
                  </a:lnTo>
                  <a:cubicBezTo>
                    <a:pt x="6785" y="704"/>
                    <a:pt x="4467" y="1"/>
                    <a:pt x="26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5357163" y="2168662"/>
              <a:ext cx="172894" cy="172379"/>
            </a:xfrm>
            <a:custGeom>
              <a:avLst/>
              <a:gdLst/>
              <a:ahLst/>
              <a:cxnLst/>
              <a:rect l="l" t="t" r="r" b="b"/>
              <a:pathLst>
                <a:path w="8397" h="8372" extrusionOk="0">
                  <a:moveTo>
                    <a:pt x="8397" y="1"/>
                  </a:moveTo>
                  <a:cubicBezTo>
                    <a:pt x="1880" y="2206"/>
                    <a:pt x="1" y="8372"/>
                    <a:pt x="1" y="8372"/>
                  </a:cubicBezTo>
                  <a:lnTo>
                    <a:pt x="3810" y="8372"/>
                  </a:lnTo>
                  <a:cubicBezTo>
                    <a:pt x="4537" y="3309"/>
                    <a:pt x="8397" y="1"/>
                    <a:pt x="83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5229201" y="2275479"/>
              <a:ext cx="58331" cy="59382"/>
            </a:xfrm>
            <a:custGeom>
              <a:avLst/>
              <a:gdLst/>
              <a:ahLst/>
              <a:cxnLst/>
              <a:rect l="l" t="t" r="r" b="b"/>
              <a:pathLst>
                <a:path w="2833" h="2884" extrusionOk="0">
                  <a:moveTo>
                    <a:pt x="125" y="1"/>
                  </a:moveTo>
                  <a:lnTo>
                    <a:pt x="0" y="302"/>
                  </a:lnTo>
                  <a:cubicBezTo>
                    <a:pt x="0" y="302"/>
                    <a:pt x="1704" y="1154"/>
                    <a:pt x="2557" y="2883"/>
                  </a:cubicBezTo>
                  <a:lnTo>
                    <a:pt x="2832" y="2733"/>
                  </a:lnTo>
                  <a:cubicBezTo>
                    <a:pt x="1930" y="903"/>
                    <a:pt x="201" y="5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5236408" y="2228535"/>
              <a:ext cx="72786" cy="102703"/>
            </a:xfrm>
            <a:custGeom>
              <a:avLst/>
              <a:gdLst/>
              <a:ahLst/>
              <a:cxnLst/>
              <a:rect l="l" t="t" r="r" b="b"/>
              <a:pathLst>
                <a:path w="3535" h="4988" extrusionOk="0">
                  <a:moveTo>
                    <a:pt x="201" y="0"/>
                  </a:moveTo>
                  <a:lnTo>
                    <a:pt x="1" y="226"/>
                  </a:lnTo>
                  <a:cubicBezTo>
                    <a:pt x="26" y="251"/>
                    <a:pt x="2733" y="2531"/>
                    <a:pt x="3209" y="4988"/>
                  </a:cubicBezTo>
                  <a:lnTo>
                    <a:pt x="3535" y="4937"/>
                  </a:lnTo>
                  <a:cubicBezTo>
                    <a:pt x="3034" y="2381"/>
                    <a:pt x="302" y="10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5332909" y="2205826"/>
              <a:ext cx="33562" cy="124899"/>
            </a:xfrm>
            <a:custGeom>
              <a:avLst/>
              <a:gdLst/>
              <a:ahLst/>
              <a:cxnLst/>
              <a:rect l="l" t="t" r="r" b="b"/>
              <a:pathLst>
                <a:path w="1630" h="6066" extrusionOk="0">
                  <a:moveTo>
                    <a:pt x="1329" y="0"/>
                  </a:moveTo>
                  <a:cubicBezTo>
                    <a:pt x="1329" y="25"/>
                    <a:pt x="151" y="3309"/>
                    <a:pt x="1" y="6040"/>
                  </a:cubicBezTo>
                  <a:lnTo>
                    <a:pt x="327" y="6066"/>
                  </a:lnTo>
                  <a:cubicBezTo>
                    <a:pt x="477" y="3359"/>
                    <a:pt x="1630" y="126"/>
                    <a:pt x="1630" y="10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5410839" y="2236277"/>
              <a:ext cx="14454" cy="91873"/>
            </a:xfrm>
            <a:custGeom>
              <a:avLst/>
              <a:gdLst/>
              <a:ahLst/>
              <a:cxnLst/>
              <a:rect l="l" t="t" r="r" b="b"/>
              <a:pathLst>
                <a:path w="702" h="4462" extrusionOk="0">
                  <a:moveTo>
                    <a:pt x="401" y="0"/>
                  </a:moveTo>
                  <a:cubicBezTo>
                    <a:pt x="376" y="125"/>
                    <a:pt x="0" y="3033"/>
                    <a:pt x="0" y="4461"/>
                  </a:cubicBezTo>
                  <a:lnTo>
                    <a:pt x="326" y="4461"/>
                  </a:lnTo>
                  <a:cubicBezTo>
                    <a:pt x="326" y="3033"/>
                    <a:pt x="702" y="75"/>
                    <a:pt x="702" y="50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5213718" y="2339470"/>
              <a:ext cx="222949" cy="196635"/>
            </a:xfrm>
            <a:custGeom>
              <a:avLst/>
              <a:gdLst/>
              <a:ahLst/>
              <a:cxnLst/>
              <a:rect l="l" t="t" r="r" b="b"/>
              <a:pathLst>
                <a:path w="10828" h="9550" extrusionOk="0">
                  <a:moveTo>
                    <a:pt x="301" y="1"/>
                  </a:moveTo>
                  <a:cubicBezTo>
                    <a:pt x="301" y="1"/>
                    <a:pt x="0" y="7670"/>
                    <a:pt x="2782" y="9550"/>
                  </a:cubicBezTo>
                  <a:lnTo>
                    <a:pt x="8346" y="9550"/>
                  </a:lnTo>
                  <a:cubicBezTo>
                    <a:pt x="10752" y="8647"/>
                    <a:pt x="10827" y="1"/>
                    <a:pt x="108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5204433" y="2328126"/>
              <a:ext cx="248748" cy="59361"/>
            </a:xfrm>
            <a:custGeom>
              <a:avLst/>
              <a:gdLst/>
              <a:ahLst/>
              <a:cxnLst/>
              <a:rect l="l" t="t" r="r" b="b"/>
              <a:pathLst>
                <a:path w="12081" h="2883" extrusionOk="0">
                  <a:moveTo>
                    <a:pt x="12080" y="0"/>
                  </a:moveTo>
                  <a:lnTo>
                    <a:pt x="0" y="251"/>
                  </a:lnTo>
                  <a:lnTo>
                    <a:pt x="276" y="2882"/>
                  </a:lnTo>
                  <a:lnTo>
                    <a:pt x="11755" y="2882"/>
                  </a:lnTo>
                  <a:lnTo>
                    <a:pt x="12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5219895" y="2384376"/>
              <a:ext cx="216772" cy="6198"/>
            </a:xfrm>
            <a:custGeom>
              <a:avLst/>
              <a:gdLst/>
              <a:ahLst/>
              <a:cxnLst/>
              <a:rect l="l" t="t" r="r" b="b"/>
              <a:pathLst>
                <a:path w="10528" h="301" extrusionOk="0">
                  <a:moveTo>
                    <a:pt x="1" y="0"/>
                  </a:moveTo>
                  <a:lnTo>
                    <a:pt x="1" y="301"/>
                  </a:lnTo>
                  <a:lnTo>
                    <a:pt x="10527" y="301"/>
                  </a:lnTo>
                  <a:lnTo>
                    <a:pt x="10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7" name="Google Shape;877;p27"/>
          <p:cNvCxnSpPr/>
          <p:nvPr/>
        </p:nvCxnSpPr>
        <p:spPr>
          <a:xfrm>
            <a:off x="8300273" y="5069300"/>
            <a:ext cx="65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8"/>
          <p:cNvSpPr txBox="1">
            <a:spLocks noGrp="1"/>
          </p:cNvSpPr>
          <p:nvPr>
            <p:ph type="ctrTitle"/>
          </p:nvPr>
        </p:nvSpPr>
        <p:spPr>
          <a:xfrm>
            <a:off x="2338613" y="706175"/>
            <a:ext cx="4466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80" name="Google Shape;880;p28"/>
          <p:cNvSpPr txBox="1">
            <a:spLocks noGrp="1"/>
          </p:cNvSpPr>
          <p:nvPr>
            <p:ph type="subTitle" idx="1"/>
          </p:nvPr>
        </p:nvSpPr>
        <p:spPr>
          <a:xfrm>
            <a:off x="2338688" y="1606650"/>
            <a:ext cx="44667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1" name="Google Shape;881;p28"/>
          <p:cNvSpPr txBox="1"/>
          <p:nvPr/>
        </p:nvSpPr>
        <p:spPr>
          <a:xfrm>
            <a:off x="2095575" y="3822950"/>
            <a:ext cx="4952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highlight>
                <a:srgbClr val="DFDEFC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882" name="Google Shape;882;p28"/>
          <p:cNvGrpSpPr/>
          <p:nvPr/>
        </p:nvGrpSpPr>
        <p:grpSpPr>
          <a:xfrm>
            <a:off x="302328" y="323606"/>
            <a:ext cx="825544" cy="1363866"/>
            <a:chOff x="5703411" y="1618579"/>
            <a:chExt cx="485100" cy="801425"/>
          </a:xfrm>
        </p:grpSpPr>
        <p:sp>
          <p:nvSpPr>
            <p:cNvPr id="883" name="Google Shape;883;p28"/>
            <p:cNvSpPr/>
            <p:nvPr/>
          </p:nvSpPr>
          <p:spPr>
            <a:xfrm>
              <a:off x="5754514" y="1897234"/>
              <a:ext cx="358657" cy="293655"/>
            </a:xfrm>
            <a:custGeom>
              <a:avLst/>
              <a:gdLst/>
              <a:ahLst/>
              <a:cxnLst/>
              <a:rect l="l" t="t" r="r" b="b"/>
              <a:pathLst>
                <a:path w="17419" h="14262" extrusionOk="0">
                  <a:moveTo>
                    <a:pt x="11103" y="1"/>
                  </a:moveTo>
                  <a:lnTo>
                    <a:pt x="11103" y="1"/>
                  </a:lnTo>
                  <a:cubicBezTo>
                    <a:pt x="9574" y="3685"/>
                    <a:pt x="8546" y="7344"/>
                    <a:pt x="8697" y="11003"/>
                  </a:cubicBezTo>
                  <a:cubicBezTo>
                    <a:pt x="7870" y="7971"/>
                    <a:pt x="5915" y="5364"/>
                    <a:pt x="3484" y="2933"/>
                  </a:cubicBezTo>
                  <a:lnTo>
                    <a:pt x="3484" y="2933"/>
                  </a:lnTo>
                  <a:cubicBezTo>
                    <a:pt x="4060" y="6467"/>
                    <a:pt x="4962" y="9625"/>
                    <a:pt x="6617" y="11855"/>
                  </a:cubicBezTo>
                  <a:cubicBezTo>
                    <a:pt x="4862" y="9976"/>
                    <a:pt x="2556" y="9099"/>
                    <a:pt x="0" y="8647"/>
                  </a:cubicBezTo>
                  <a:lnTo>
                    <a:pt x="0" y="8647"/>
                  </a:lnTo>
                  <a:cubicBezTo>
                    <a:pt x="1754" y="11329"/>
                    <a:pt x="3484" y="13234"/>
                    <a:pt x="6366" y="14262"/>
                  </a:cubicBezTo>
                  <a:lnTo>
                    <a:pt x="11379" y="14262"/>
                  </a:lnTo>
                  <a:cubicBezTo>
                    <a:pt x="13634" y="13334"/>
                    <a:pt x="15790" y="11429"/>
                    <a:pt x="17419" y="8823"/>
                  </a:cubicBezTo>
                  <a:lnTo>
                    <a:pt x="17419" y="8823"/>
                  </a:lnTo>
                  <a:cubicBezTo>
                    <a:pt x="15769" y="9411"/>
                    <a:pt x="14302" y="10121"/>
                    <a:pt x="13240" y="11210"/>
                  </a:cubicBezTo>
                  <a:lnTo>
                    <a:pt x="13240" y="11210"/>
                  </a:lnTo>
                  <a:cubicBezTo>
                    <a:pt x="14392" y="9842"/>
                    <a:pt x="15343" y="7791"/>
                    <a:pt x="16191" y="5364"/>
                  </a:cubicBezTo>
                  <a:lnTo>
                    <a:pt x="16191" y="5364"/>
                  </a:lnTo>
                  <a:cubicBezTo>
                    <a:pt x="13760" y="6968"/>
                    <a:pt x="11930" y="8873"/>
                    <a:pt x="11003" y="11179"/>
                  </a:cubicBezTo>
                  <a:cubicBezTo>
                    <a:pt x="11905" y="7871"/>
                    <a:pt x="11780" y="4061"/>
                    <a:pt x="11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5888158" y="2139260"/>
              <a:ext cx="25820" cy="52134"/>
            </a:xfrm>
            <a:custGeom>
              <a:avLst/>
              <a:gdLst/>
              <a:ahLst/>
              <a:cxnLst/>
              <a:rect l="l" t="t" r="r" b="b"/>
              <a:pathLst>
                <a:path w="1254" h="2532" extrusionOk="0">
                  <a:moveTo>
                    <a:pt x="251" y="0"/>
                  </a:moveTo>
                  <a:lnTo>
                    <a:pt x="0" y="201"/>
                  </a:lnTo>
                  <a:cubicBezTo>
                    <a:pt x="0" y="201"/>
                    <a:pt x="727" y="1253"/>
                    <a:pt x="953" y="2532"/>
                  </a:cubicBezTo>
                  <a:lnTo>
                    <a:pt x="1253" y="2481"/>
                  </a:lnTo>
                  <a:cubicBezTo>
                    <a:pt x="1028" y="1128"/>
                    <a:pt x="276" y="5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5930469" y="2123263"/>
              <a:ext cx="18593" cy="68647"/>
            </a:xfrm>
            <a:custGeom>
              <a:avLst/>
              <a:gdLst/>
              <a:ahLst/>
              <a:cxnLst/>
              <a:rect l="l" t="t" r="r" b="b"/>
              <a:pathLst>
                <a:path w="903" h="3334" extrusionOk="0">
                  <a:moveTo>
                    <a:pt x="301" y="0"/>
                  </a:moveTo>
                  <a:lnTo>
                    <a:pt x="0" y="25"/>
                  </a:lnTo>
                  <a:cubicBezTo>
                    <a:pt x="0" y="126"/>
                    <a:pt x="276" y="2356"/>
                    <a:pt x="602" y="3334"/>
                  </a:cubicBezTo>
                  <a:lnTo>
                    <a:pt x="903" y="3233"/>
                  </a:lnTo>
                  <a:cubicBezTo>
                    <a:pt x="577" y="2281"/>
                    <a:pt x="301" y="25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5955753" y="2126866"/>
              <a:ext cx="28394" cy="65559"/>
            </a:xfrm>
            <a:custGeom>
              <a:avLst/>
              <a:gdLst/>
              <a:ahLst/>
              <a:cxnLst/>
              <a:rect l="l" t="t" r="r" b="b"/>
              <a:pathLst>
                <a:path w="1379" h="3184" extrusionOk="0">
                  <a:moveTo>
                    <a:pt x="1078" y="1"/>
                  </a:moveTo>
                  <a:cubicBezTo>
                    <a:pt x="928" y="978"/>
                    <a:pt x="602" y="1956"/>
                    <a:pt x="1" y="3033"/>
                  </a:cubicBezTo>
                  <a:lnTo>
                    <a:pt x="276" y="3184"/>
                  </a:lnTo>
                  <a:cubicBezTo>
                    <a:pt x="878" y="2081"/>
                    <a:pt x="1254" y="1053"/>
                    <a:pt x="1379" y="51"/>
                  </a:cubicBezTo>
                  <a:lnTo>
                    <a:pt x="10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5971236" y="2133063"/>
              <a:ext cx="51104" cy="59361"/>
            </a:xfrm>
            <a:custGeom>
              <a:avLst/>
              <a:gdLst/>
              <a:ahLst/>
              <a:cxnLst/>
              <a:rect l="l" t="t" r="r" b="b"/>
              <a:pathLst>
                <a:path w="2482" h="2883" extrusionOk="0">
                  <a:moveTo>
                    <a:pt x="2256" y="0"/>
                  </a:moveTo>
                  <a:cubicBezTo>
                    <a:pt x="2206" y="76"/>
                    <a:pt x="677" y="1605"/>
                    <a:pt x="0" y="2732"/>
                  </a:cubicBezTo>
                  <a:lnTo>
                    <a:pt x="276" y="2883"/>
                  </a:lnTo>
                  <a:cubicBezTo>
                    <a:pt x="928" y="1805"/>
                    <a:pt x="2482" y="251"/>
                    <a:pt x="2482" y="226"/>
                  </a:cubicBezTo>
                  <a:lnTo>
                    <a:pt x="2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5720439" y="2174859"/>
              <a:ext cx="451045" cy="245145"/>
            </a:xfrm>
            <a:custGeom>
              <a:avLst/>
              <a:gdLst/>
              <a:ahLst/>
              <a:cxnLst/>
              <a:rect l="l" t="t" r="r" b="b"/>
              <a:pathLst>
                <a:path w="21906" h="11906" extrusionOk="0">
                  <a:moveTo>
                    <a:pt x="76" y="1"/>
                  </a:moveTo>
                  <a:cubicBezTo>
                    <a:pt x="26" y="427"/>
                    <a:pt x="1" y="828"/>
                    <a:pt x="1" y="1254"/>
                  </a:cubicBezTo>
                  <a:cubicBezTo>
                    <a:pt x="1" y="7319"/>
                    <a:pt x="5490" y="11905"/>
                    <a:pt x="11530" y="11905"/>
                  </a:cubicBezTo>
                  <a:cubicBezTo>
                    <a:pt x="17570" y="11905"/>
                    <a:pt x="21906" y="7570"/>
                    <a:pt x="21906" y="1254"/>
                  </a:cubicBezTo>
                  <a:cubicBezTo>
                    <a:pt x="21906" y="828"/>
                    <a:pt x="21881" y="427"/>
                    <a:pt x="2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8"/>
            <p:cNvSpPr/>
            <p:nvPr/>
          </p:nvSpPr>
          <p:spPr>
            <a:xfrm>
              <a:off x="5703411" y="2202202"/>
              <a:ext cx="485100" cy="6733"/>
            </a:xfrm>
            <a:custGeom>
              <a:avLst/>
              <a:gdLst/>
              <a:ahLst/>
              <a:cxnLst/>
              <a:rect l="l" t="t" r="r" b="b"/>
              <a:pathLst>
                <a:path w="23560" h="327" extrusionOk="0">
                  <a:moveTo>
                    <a:pt x="1" y="1"/>
                  </a:moveTo>
                  <a:lnTo>
                    <a:pt x="1" y="327"/>
                  </a:lnTo>
                  <a:lnTo>
                    <a:pt x="23560" y="327"/>
                  </a:lnTo>
                  <a:lnTo>
                    <a:pt x="23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5729210" y="1621687"/>
              <a:ext cx="432472" cy="585209"/>
            </a:xfrm>
            <a:custGeom>
              <a:avLst/>
              <a:gdLst/>
              <a:ahLst/>
              <a:cxnLst/>
              <a:rect l="l" t="t" r="r" b="b"/>
              <a:pathLst>
                <a:path w="21004" h="28422" extrusionOk="0">
                  <a:moveTo>
                    <a:pt x="10477" y="0"/>
                  </a:moveTo>
                  <a:lnTo>
                    <a:pt x="1" y="28296"/>
                  </a:lnTo>
                  <a:lnTo>
                    <a:pt x="277" y="28421"/>
                  </a:lnTo>
                  <a:lnTo>
                    <a:pt x="10477" y="903"/>
                  </a:lnTo>
                  <a:lnTo>
                    <a:pt x="20728" y="28421"/>
                  </a:lnTo>
                  <a:lnTo>
                    <a:pt x="21004" y="28296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8"/>
            <p:cNvSpPr/>
            <p:nvPr/>
          </p:nvSpPr>
          <p:spPr>
            <a:xfrm>
              <a:off x="5926331" y="1618579"/>
              <a:ext cx="34612" cy="34612"/>
            </a:xfrm>
            <a:custGeom>
              <a:avLst/>
              <a:gdLst/>
              <a:ahLst/>
              <a:cxnLst/>
              <a:rect l="l" t="t" r="r" b="b"/>
              <a:pathLst>
                <a:path w="1681" h="1681" extrusionOk="0">
                  <a:moveTo>
                    <a:pt x="853" y="1"/>
                  </a:moveTo>
                  <a:cubicBezTo>
                    <a:pt x="377" y="1"/>
                    <a:pt x="1" y="377"/>
                    <a:pt x="1" y="853"/>
                  </a:cubicBezTo>
                  <a:cubicBezTo>
                    <a:pt x="1" y="1304"/>
                    <a:pt x="377" y="1680"/>
                    <a:pt x="853" y="1680"/>
                  </a:cubicBezTo>
                  <a:cubicBezTo>
                    <a:pt x="1304" y="1680"/>
                    <a:pt x="1680" y="1304"/>
                    <a:pt x="1680" y="853"/>
                  </a:cubicBezTo>
                  <a:cubicBezTo>
                    <a:pt x="1680" y="377"/>
                    <a:pt x="1304" y="1"/>
                    <a:pt x="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" name="Google Shape;892;p28"/>
          <p:cNvGrpSpPr/>
          <p:nvPr/>
        </p:nvGrpSpPr>
        <p:grpSpPr>
          <a:xfrm flipH="1">
            <a:off x="-318267" y="3542233"/>
            <a:ext cx="1400177" cy="416658"/>
            <a:chOff x="6918132" y="1224850"/>
            <a:chExt cx="860271" cy="255995"/>
          </a:xfrm>
        </p:grpSpPr>
        <p:sp>
          <p:nvSpPr>
            <p:cNvPr id="893" name="Google Shape;893;p28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8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6" name="Google Shape;896;p28"/>
          <p:cNvGrpSpPr/>
          <p:nvPr/>
        </p:nvGrpSpPr>
        <p:grpSpPr>
          <a:xfrm flipH="1">
            <a:off x="7761401" y="504136"/>
            <a:ext cx="2272495" cy="645644"/>
            <a:chOff x="3983000" y="1275438"/>
            <a:chExt cx="1621936" cy="460845"/>
          </a:xfrm>
        </p:grpSpPr>
        <p:sp>
          <p:nvSpPr>
            <p:cNvPr id="897" name="Google Shape;897;p28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8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8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02" name="Google Shape;902;p28"/>
          <p:cNvCxnSpPr/>
          <p:nvPr/>
        </p:nvCxnSpPr>
        <p:spPr>
          <a:xfrm>
            <a:off x="7612025" y="5069300"/>
            <a:ext cx="1393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03" name="Google Shape;903;p28"/>
          <p:cNvGrpSpPr/>
          <p:nvPr/>
        </p:nvGrpSpPr>
        <p:grpSpPr>
          <a:xfrm>
            <a:off x="7473982" y="3975649"/>
            <a:ext cx="1598690" cy="1094168"/>
            <a:chOff x="5314544" y="4097300"/>
            <a:chExt cx="1031879" cy="706234"/>
          </a:xfrm>
        </p:grpSpPr>
        <p:sp>
          <p:nvSpPr>
            <p:cNvPr id="904" name="Google Shape;904;p28"/>
            <p:cNvSpPr/>
            <p:nvPr/>
          </p:nvSpPr>
          <p:spPr>
            <a:xfrm>
              <a:off x="5671416" y="4194563"/>
              <a:ext cx="471182" cy="608970"/>
            </a:xfrm>
            <a:custGeom>
              <a:avLst/>
              <a:gdLst/>
              <a:ahLst/>
              <a:cxnLst/>
              <a:rect l="l" t="t" r="r" b="b"/>
              <a:pathLst>
                <a:path w="22884" h="29576" extrusionOk="0">
                  <a:moveTo>
                    <a:pt x="4263" y="0"/>
                  </a:moveTo>
                  <a:cubicBezTo>
                    <a:pt x="3634" y="0"/>
                    <a:pt x="3134" y="467"/>
                    <a:pt x="3134" y="1029"/>
                  </a:cubicBezTo>
                  <a:lnTo>
                    <a:pt x="1" y="28598"/>
                  </a:lnTo>
                  <a:cubicBezTo>
                    <a:pt x="1" y="29149"/>
                    <a:pt x="502" y="29575"/>
                    <a:pt x="1104" y="29575"/>
                  </a:cubicBezTo>
                  <a:lnTo>
                    <a:pt x="21755" y="29525"/>
                  </a:lnTo>
                  <a:cubicBezTo>
                    <a:pt x="22357" y="29525"/>
                    <a:pt x="22858" y="29099"/>
                    <a:pt x="22883" y="28548"/>
                  </a:cubicBezTo>
                  <a:lnTo>
                    <a:pt x="21154" y="1706"/>
                  </a:lnTo>
                  <a:cubicBezTo>
                    <a:pt x="21179" y="1154"/>
                    <a:pt x="20703" y="703"/>
                    <a:pt x="20101" y="678"/>
                  </a:cubicBezTo>
                  <a:lnTo>
                    <a:pt x="4312" y="1"/>
                  </a:lnTo>
                  <a:cubicBezTo>
                    <a:pt x="4295" y="1"/>
                    <a:pt x="4279" y="0"/>
                    <a:pt x="4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8"/>
            <p:cNvSpPr/>
            <p:nvPr/>
          </p:nvSpPr>
          <p:spPr>
            <a:xfrm>
              <a:off x="5804051" y="4114965"/>
              <a:ext cx="240491" cy="110095"/>
            </a:xfrm>
            <a:custGeom>
              <a:avLst/>
              <a:gdLst/>
              <a:ahLst/>
              <a:cxnLst/>
              <a:rect l="l" t="t" r="r" b="b"/>
              <a:pathLst>
                <a:path w="11680" h="5347" extrusionOk="0">
                  <a:moveTo>
                    <a:pt x="5861" y="1"/>
                  </a:moveTo>
                  <a:cubicBezTo>
                    <a:pt x="1509" y="1"/>
                    <a:pt x="0" y="4169"/>
                    <a:pt x="0" y="4218"/>
                  </a:cubicBezTo>
                  <a:lnTo>
                    <a:pt x="1028" y="4594"/>
                  </a:lnTo>
                  <a:cubicBezTo>
                    <a:pt x="1077" y="4447"/>
                    <a:pt x="2303" y="1106"/>
                    <a:pt x="5881" y="1106"/>
                  </a:cubicBezTo>
                  <a:cubicBezTo>
                    <a:pt x="5958" y="1106"/>
                    <a:pt x="6036" y="1107"/>
                    <a:pt x="6115" y="1110"/>
                  </a:cubicBezTo>
                  <a:cubicBezTo>
                    <a:pt x="9825" y="1286"/>
                    <a:pt x="10602" y="5296"/>
                    <a:pt x="10602" y="5346"/>
                  </a:cubicBezTo>
                  <a:lnTo>
                    <a:pt x="11679" y="5146"/>
                  </a:lnTo>
                  <a:cubicBezTo>
                    <a:pt x="11679" y="5095"/>
                    <a:pt x="10752" y="208"/>
                    <a:pt x="6166" y="8"/>
                  </a:cubicBezTo>
                  <a:cubicBezTo>
                    <a:pt x="6062" y="3"/>
                    <a:pt x="5961" y="1"/>
                    <a:pt x="58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8"/>
            <p:cNvSpPr/>
            <p:nvPr/>
          </p:nvSpPr>
          <p:spPr>
            <a:xfrm>
              <a:off x="5454179" y="4225550"/>
              <a:ext cx="315830" cy="537214"/>
            </a:xfrm>
            <a:custGeom>
              <a:avLst/>
              <a:gdLst/>
              <a:ahLst/>
              <a:cxnLst/>
              <a:rect l="l" t="t" r="r" b="b"/>
              <a:pathLst>
                <a:path w="15339" h="26091" extrusionOk="0">
                  <a:moveTo>
                    <a:pt x="1830" y="0"/>
                  </a:moveTo>
                  <a:lnTo>
                    <a:pt x="0" y="1955"/>
                  </a:lnTo>
                  <a:lnTo>
                    <a:pt x="12582" y="26090"/>
                  </a:lnTo>
                  <a:lnTo>
                    <a:pt x="15339" y="16767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8"/>
            <p:cNvSpPr/>
            <p:nvPr/>
          </p:nvSpPr>
          <p:spPr>
            <a:xfrm>
              <a:off x="5314544" y="4097300"/>
              <a:ext cx="224802" cy="197087"/>
            </a:xfrm>
            <a:custGeom>
              <a:avLst/>
              <a:gdLst/>
              <a:ahLst/>
              <a:cxnLst/>
              <a:rect l="l" t="t" r="r" b="b"/>
              <a:pathLst>
                <a:path w="10918" h="9572" extrusionOk="0">
                  <a:moveTo>
                    <a:pt x="9215" y="0"/>
                  </a:moveTo>
                  <a:cubicBezTo>
                    <a:pt x="6016" y="0"/>
                    <a:pt x="1" y="7323"/>
                    <a:pt x="1093" y="9212"/>
                  </a:cubicBezTo>
                  <a:cubicBezTo>
                    <a:pt x="1375" y="9464"/>
                    <a:pt x="1828" y="9571"/>
                    <a:pt x="2372" y="9571"/>
                  </a:cubicBezTo>
                  <a:cubicBezTo>
                    <a:pt x="3715" y="9571"/>
                    <a:pt x="5605" y="8916"/>
                    <a:pt x="6782" y="8184"/>
                  </a:cubicBezTo>
                  <a:lnTo>
                    <a:pt x="8612" y="6229"/>
                  </a:lnTo>
                  <a:cubicBezTo>
                    <a:pt x="9915" y="3923"/>
                    <a:pt x="10918" y="1417"/>
                    <a:pt x="10091" y="239"/>
                  </a:cubicBezTo>
                  <a:cubicBezTo>
                    <a:pt x="9835" y="75"/>
                    <a:pt x="9539" y="0"/>
                    <a:pt x="92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8"/>
            <p:cNvSpPr/>
            <p:nvPr/>
          </p:nvSpPr>
          <p:spPr>
            <a:xfrm>
              <a:off x="6065658" y="4229647"/>
              <a:ext cx="280765" cy="465519"/>
            </a:xfrm>
            <a:custGeom>
              <a:avLst/>
              <a:gdLst/>
              <a:ahLst/>
              <a:cxnLst/>
              <a:rect l="l" t="t" r="r" b="b"/>
              <a:pathLst>
                <a:path w="13636" h="22609" extrusionOk="0">
                  <a:moveTo>
                    <a:pt x="7783" y="1"/>
                  </a:moveTo>
                  <a:cubicBezTo>
                    <a:pt x="7754" y="1"/>
                    <a:pt x="7724" y="1"/>
                    <a:pt x="7695" y="2"/>
                  </a:cubicBezTo>
                  <a:cubicBezTo>
                    <a:pt x="3911" y="52"/>
                    <a:pt x="477" y="3962"/>
                    <a:pt x="352" y="4137"/>
                  </a:cubicBezTo>
                  <a:lnTo>
                    <a:pt x="1379" y="5014"/>
                  </a:lnTo>
                  <a:cubicBezTo>
                    <a:pt x="1404" y="4964"/>
                    <a:pt x="4537" y="1405"/>
                    <a:pt x="7695" y="1355"/>
                  </a:cubicBezTo>
                  <a:lnTo>
                    <a:pt x="7770" y="1355"/>
                  </a:lnTo>
                  <a:cubicBezTo>
                    <a:pt x="8948" y="1355"/>
                    <a:pt x="9951" y="1831"/>
                    <a:pt x="10878" y="2834"/>
                  </a:cubicBezTo>
                  <a:cubicBezTo>
                    <a:pt x="12181" y="4262"/>
                    <a:pt x="12056" y="6343"/>
                    <a:pt x="11705" y="7821"/>
                  </a:cubicBezTo>
                  <a:cubicBezTo>
                    <a:pt x="10477" y="13084"/>
                    <a:pt x="5013" y="19375"/>
                    <a:pt x="1" y="21330"/>
                  </a:cubicBezTo>
                  <a:lnTo>
                    <a:pt x="502" y="22608"/>
                  </a:lnTo>
                  <a:cubicBezTo>
                    <a:pt x="5866" y="20503"/>
                    <a:pt x="11705" y="13761"/>
                    <a:pt x="13034" y="8147"/>
                  </a:cubicBezTo>
                  <a:cubicBezTo>
                    <a:pt x="13635" y="5540"/>
                    <a:pt x="13234" y="3410"/>
                    <a:pt x="11881" y="1906"/>
                  </a:cubicBezTo>
                  <a:cubicBezTo>
                    <a:pt x="10700" y="652"/>
                    <a:pt x="9326" y="1"/>
                    <a:pt x="77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8"/>
            <p:cNvSpPr/>
            <p:nvPr/>
          </p:nvSpPr>
          <p:spPr>
            <a:xfrm>
              <a:off x="5680187" y="4487157"/>
              <a:ext cx="66094" cy="216772"/>
            </a:xfrm>
            <a:custGeom>
              <a:avLst/>
              <a:gdLst/>
              <a:ahLst/>
              <a:cxnLst/>
              <a:rect l="l" t="t" r="r" b="b"/>
              <a:pathLst>
                <a:path w="3210" h="10528" extrusionOk="0">
                  <a:moveTo>
                    <a:pt x="1304" y="1"/>
                  </a:moveTo>
                  <a:lnTo>
                    <a:pt x="1104" y="252"/>
                  </a:lnTo>
                  <a:cubicBezTo>
                    <a:pt x="2582" y="1430"/>
                    <a:pt x="2883" y="4713"/>
                    <a:pt x="2332" y="7069"/>
                  </a:cubicBezTo>
                  <a:cubicBezTo>
                    <a:pt x="1906" y="8848"/>
                    <a:pt x="1054" y="10001"/>
                    <a:pt x="1" y="10227"/>
                  </a:cubicBezTo>
                  <a:lnTo>
                    <a:pt x="51" y="10527"/>
                  </a:lnTo>
                  <a:cubicBezTo>
                    <a:pt x="1254" y="10277"/>
                    <a:pt x="2181" y="9049"/>
                    <a:pt x="2633" y="7144"/>
                  </a:cubicBezTo>
                  <a:cubicBezTo>
                    <a:pt x="3209" y="4688"/>
                    <a:pt x="2858" y="1254"/>
                    <a:pt x="1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8"/>
            <p:cNvSpPr/>
            <p:nvPr/>
          </p:nvSpPr>
          <p:spPr>
            <a:xfrm>
              <a:off x="5452121" y="4223985"/>
              <a:ext cx="42848" cy="44927"/>
            </a:xfrm>
            <a:custGeom>
              <a:avLst/>
              <a:gdLst/>
              <a:ahLst/>
              <a:cxnLst/>
              <a:rect l="l" t="t" r="r" b="b"/>
              <a:pathLst>
                <a:path w="2081" h="2182" extrusionOk="0">
                  <a:moveTo>
                    <a:pt x="1805" y="1"/>
                  </a:moveTo>
                  <a:cubicBezTo>
                    <a:pt x="1404" y="703"/>
                    <a:pt x="802" y="1354"/>
                    <a:pt x="0" y="1906"/>
                  </a:cubicBezTo>
                  <a:lnTo>
                    <a:pt x="176" y="2181"/>
                  </a:lnTo>
                  <a:cubicBezTo>
                    <a:pt x="1028" y="1580"/>
                    <a:pt x="1654" y="903"/>
                    <a:pt x="2080" y="151"/>
                  </a:cubicBezTo>
                  <a:lnTo>
                    <a:pt x="18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8"/>
            <p:cNvSpPr/>
            <p:nvPr/>
          </p:nvSpPr>
          <p:spPr>
            <a:xfrm>
              <a:off x="5336533" y="4100656"/>
              <a:ext cx="196635" cy="189943"/>
            </a:xfrm>
            <a:custGeom>
              <a:avLst/>
              <a:gdLst/>
              <a:ahLst/>
              <a:cxnLst/>
              <a:rect l="l" t="t" r="r" b="b"/>
              <a:pathLst>
                <a:path w="9550" h="9225" extrusionOk="0">
                  <a:moveTo>
                    <a:pt x="9173" y="1"/>
                  </a:moveTo>
                  <a:lnTo>
                    <a:pt x="8897" y="151"/>
                  </a:lnTo>
                  <a:cubicBezTo>
                    <a:pt x="9123" y="577"/>
                    <a:pt x="8722" y="1630"/>
                    <a:pt x="7820" y="2908"/>
                  </a:cubicBezTo>
                  <a:cubicBezTo>
                    <a:pt x="6094" y="5437"/>
                    <a:pt x="2481" y="8908"/>
                    <a:pt x="253" y="8908"/>
                  </a:cubicBezTo>
                  <a:cubicBezTo>
                    <a:pt x="184" y="8908"/>
                    <a:pt x="116" y="8905"/>
                    <a:pt x="50" y="8898"/>
                  </a:cubicBezTo>
                  <a:lnTo>
                    <a:pt x="0" y="9199"/>
                  </a:lnTo>
                  <a:cubicBezTo>
                    <a:pt x="75" y="9199"/>
                    <a:pt x="176" y="9224"/>
                    <a:pt x="251" y="9224"/>
                  </a:cubicBezTo>
                  <a:cubicBezTo>
                    <a:pt x="2632" y="9224"/>
                    <a:pt x="6291" y="5740"/>
                    <a:pt x="8095" y="3109"/>
                  </a:cubicBezTo>
                  <a:cubicBezTo>
                    <a:pt x="8647" y="2257"/>
                    <a:pt x="9549" y="753"/>
                    <a:pt x="9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8"/>
            <p:cNvSpPr/>
            <p:nvPr/>
          </p:nvSpPr>
          <p:spPr>
            <a:xfrm>
              <a:off x="6016120" y="4202325"/>
              <a:ext cx="24790" cy="7248"/>
            </a:xfrm>
            <a:custGeom>
              <a:avLst/>
              <a:gdLst/>
              <a:ahLst/>
              <a:cxnLst/>
              <a:rect l="l" t="t" r="r" b="b"/>
              <a:pathLst>
                <a:path w="1204" h="352" extrusionOk="0">
                  <a:moveTo>
                    <a:pt x="26" y="0"/>
                  </a:moveTo>
                  <a:lnTo>
                    <a:pt x="1" y="301"/>
                  </a:lnTo>
                  <a:lnTo>
                    <a:pt x="1179" y="351"/>
                  </a:lnTo>
                  <a:lnTo>
                    <a:pt x="1204" y="5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8"/>
            <p:cNvSpPr/>
            <p:nvPr/>
          </p:nvSpPr>
          <p:spPr>
            <a:xfrm>
              <a:off x="5806110" y="4193554"/>
              <a:ext cx="24790" cy="7248"/>
            </a:xfrm>
            <a:custGeom>
              <a:avLst/>
              <a:gdLst/>
              <a:ahLst/>
              <a:cxnLst/>
              <a:rect l="l" t="t" r="r" b="b"/>
              <a:pathLst>
                <a:path w="1204" h="352" extrusionOk="0">
                  <a:moveTo>
                    <a:pt x="0" y="0"/>
                  </a:moveTo>
                  <a:lnTo>
                    <a:pt x="0" y="301"/>
                  </a:lnTo>
                  <a:lnTo>
                    <a:pt x="1178" y="351"/>
                  </a:lnTo>
                  <a:lnTo>
                    <a:pt x="1203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8"/>
            <p:cNvSpPr/>
            <p:nvPr/>
          </p:nvSpPr>
          <p:spPr>
            <a:xfrm>
              <a:off x="6106939" y="4278691"/>
              <a:ext cx="8792" cy="35621"/>
            </a:xfrm>
            <a:custGeom>
              <a:avLst/>
              <a:gdLst/>
              <a:ahLst/>
              <a:cxnLst/>
              <a:rect l="l" t="t" r="r" b="b"/>
              <a:pathLst>
                <a:path w="427" h="1730" extrusionOk="0">
                  <a:moveTo>
                    <a:pt x="302" y="1"/>
                  </a:moveTo>
                  <a:lnTo>
                    <a:pt x="1" y="26"/>
                  </a:lnTo>
                  <a:lnTo>
                    <a:pt x="101" y="1730"/>
                  </a:lnTo>
                  <a:lnTo>
                    <a:pt x="427" y="1705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8"/>
            <p:cNvSpPr/>
            <p:nvPr/>
          </p:nvSpPr>
          <p:spPr>
            <a:xfrm>
              <a:off x="6129649" y="4631138"/>
              <a:ext cx="8277" cy="33047"/>
            </a:xfrm>
            <a:custGeom>
              <a:avLst/>
              <a:gdLst/>
              <a:ahLst/>
              <a:cxnLst/>
              <a:rect l="l" t="t" r="r" b="b"/>
              <a:pathLst>
                <a:path w="402" h="1605" extrusionOk="0">
                  <a:moveTo>
                    <a:pt x="301" y="0"/>
                  </a:moveTo>
                  <a:lnTo>
                    <a:pt x="1" y="26"/>
                  </a:lnTo>
                  <a:lnTo>
                    <a:pt x="101" y="1604"/>
                  </a:lnTo>
                  <a:lnTo>
                    <a:pt x="402" y="157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8"/>
            <p:cNvSpPr/>
            <p:nvPr/>
          </p:nvSpPr>
          <p:spPr>
            <a:xfrm>
              <a:off x="5724062" y="4316884"/>
              <a:ext cx="390139" cy="23246"/>
            </a:xfrm>
            <a:custGeom>
              <a:avLst/>
              <a:gdLst/>
              <a:ahLst/>
              <a:cxnLst/>
              <a:rect l="l" t="t" r="r" b="b"/>
              <a:pathLst>
                <a:path w="18948" h="1129" extrusionOk="0">
                  <a:moveTo>
                    <a:pt x="25" y="0"/>
                  </a:moveTo>
                  <a:lnTo>
                    <a:pt x="0" y="301"/>
                  </a:lnTo>
                  <a:lnTo>
                    <a:pt x="18923" y="1128"/>
                  </a:lnTo>
                  <a:lnTo>
                    <a:pt x="18948" y="80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8"/>
            <p:cNvSpPr/>
            <p:nvPr/>
          </p:nvSpPr>
          <p:spPr>
            <a:xfrm>
              <a:off x="5720439" y="4348365"/>
              <a:ext cx="395307" cy="17563"/>
            </a:xfrm>
            <a:custGeom>
              <a:avLst/>
              <a:gdLst/>
              <a:ahLst/>
              <a:cxnLst/>
              <a:rect l="l" t="t" r="r" b="b"/>
              <a:pathLst>
                <a:path w="19199" h="853" extrusionOk="0">
                  <a:moveTo>
                    <a:pt x="1" y="0"/>
                  </a:moveTo>
                  <a:lnTo>
                    <a:pt x="1" y="326"/>
                  </a:lnTo>
                  <a:lnTo>
                    <a:pt x="19174" y="852"/>
                  </a:lnTo>
                  <a:lnTo>
                    <a:pt x="19199" y="5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8"/>
            <p:cNvSpPr/>
            <p:nvPr/>
          </p:nvSpPr>
          <p:spPr>
            <a:xfrm>
              <a:off x="5674525" y="4752923"/>
              <a:ext cx="466528" cy="12910"/>
            </a:xfrm>
            <a:custGeom>
              <a:avLst/>
              <a:gdLst/>
              <a:ahLst/>
              <a:cxnLst/>
              <a:rect l="l" t="t" r="r" b="b"/>
              <a:pathLst>
                <a:path w="22658" h="627" extrusionOk="0">
                  <a:moveTo>
                    <a:pt x="0" y="0"/>
                  </a:moveTo>
                  <a:lnTo>
                    <a:pt x="0" y="301"/>
                  </a:lnTo>
                  <a:lnTo>
                    <a:pt x="22657" y="627"/>
                  </a:lnTo>
                  <a:lnTo>
                    <a:pt x="22657" y="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8"/>
            <p:cNvSpPr/>
            <p:nvPr/>
          </p:nvSpPr>
          <p:spPr>
            <a:xfrm>
              <a:off x="5678128" y="4720413"/>
              <a:ext cx="461360" cy="21167"/>
            </a:xfrm>
            <a:custGeom>
              <a:avLst/>
              <a:gdLst/>
              <a:ahLst/>
              <a:cxnLst/>
              <a:rect l="l" t="t" r="r" b="b"/>
              <a:pathLst>
                <a:path w="22407" h="1028" extrusionOk="0">
                  <a:moveTo>
                    <a:pt x="1" y="0"/>
                  </a:moveTo>
                  <a:lnTo>
                    <a:pt x="1" y="301"/>
                  </a:lnTo>
                  <a:lnTo>
                    <a:pt x="22407" y="1028"/>
                  </a:lnTo>
                  <a:lnTo>
                    <a:pt x="22407" y="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" name="Google Shape;921;p29"/>
          <p:cNvCxnSpPr/>
          <p:nvPr/>
        </p:nvCxnSpPr>
        <p:spPr>
          <a:xfrm>
            <a:off x="127675" y="5069300"/>
            <a:ext cx="888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2" name="Google Shape;922;p29"/>
          <p:cNvGrpSpPr/>
          <p:nvPr/>
        </p:nvGrpSpPr>
        <p:grpSpPr>
          <a:xfrm>
            <a:off x="7547751" y="4521400"/>
            <a:ext cx="1236129" cy="547902"/>
            <a:chOff x="6072884" y="2507191"/>
            <a:chExt cx="468071" cy="207460"/>
          </a:xfrm>
        </p:grpSpPr>
        <p:sp>
          <p:nvSpPr>
            <p:cNvPr id="923" name="Google Shape;923;p29"/>
            <p:cNvSpPr/>
            <p:nvPr/>
          </p:nvSpPr>
          <p:spPr>
            <a:xfrm>
              <a:off x="6115195" y="2542275"/>
              <a:ext cx="311197" cy="98070"/>
            </a:xfrm>
            <a:custGeom>
              <a:avLst/>
              <a:gdLst/>
              <a:ahLst/>
              <a:cxnLst/>
              <a:rect l="l" t="t" r="r" b="b"/>
              <a:pathLst>
                <a:path w="15114" h="4763" extrusionOk="0">
                  <a:moveTo>
                    <a:pt x="2457" y="0"/>
                  </a:moveTo>
                  <a:cubicBezTo>
                    <a:pt x="1179" y="0"/>
                    <a:pt x="1" y="1178"/>
                    <a:pt x="1" y="2456"/>
                  </a:cubicBezTo>
                  <a:cubicBezTo>
                    <a:pt x="1" y="3735"/>
                    <a:pt x="1204" y="4762"/>
                    <a:pt x="2482" y="4762"/>
                  </a:cubicBezTo>
                  <a:lnTo>
                    <a:pt x="15114" y="4762"/>
                  </a:lnTo>
                  <a:lnTo>
                    <a:pt x="15114" y="4111"/>
                  </a:lnTo>
                  <a:lnTo>
                    <a:pt x="14437" y="4111"/>
                  </a:lnTo>
                  <a:lnTo>
                    <a:pt x="14437" y="802"/>
                  </a:lnTo>
                  <a:lnTo>
                    <a:pt x="15114" y="802"/>
                  </a:lnTo>
                  <a:lnTo>
                    <a:pt x="15114" y="126"/>
                  </a:lnTo>
                  <a:lnTo>
                    <a:pt x="2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6222012" y="2542275"/>
              <a:ext cx="311197" cy="98070"/>
            </a:xfrm>
            <a:custGeom>
              <a:avLst/>
              <a:gdLst/>
              <a:ahLst/>
              <a:cxnLst/>
              <a:rect l="l" t="t" r="r" b="b"/>
              <a:pathLst>
                <a:path w="15114" h="4763" extrusionOk="0">
                  <a:moveTo>
                    <a:pt x="2457" y="0"/>
                  </a:moveTo>
                  <a:cubicBezTo>
                    <a:pt x="1179" y="0"/>
                    <a:pt x="1" y="1178"/>
                    <a:pt x="1" y="2456"/>
                  </a:cubicBezTo>
                  <a:cubicBezTo>
                    <a:pt x="1" y="3735"/>
                    <a:pt x="1204" y="4762"/>
                    <a:pt x="2482" y="4762"/>
                  </a:cubicBezTo>
                  <a:lnTo>
                    <a:pt x="15114" y="4762"/>
                  </a:lnTo>
                  <a:lnTo>
                    <a:pt x="15114" y="4111"/>
                  </a:lnTo>
                  <a:lnTo>
                    <a:pt x="14437" y="4111"/>
                  </a:lnTo>
                  <a:lnTo>
                    <a:pt x="14437" y="802"/>
                  </a:lnTo>
                  <a:lnTo>
                    <a:pt x="15114" y="802"/>
                  </a:lnTo>
                  <a:lnTo>
                    <a:pt x="15114" y="126"/>
                  </a:lnTo>
                  <a:lnTo>
                    <a:pt x="2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6107454" y="2640321"/>
              <a:ext cx="433502" cy="74330"/>
            </a:xfrm>
            <a:custGeom>
              <a:avLst/>
              <a:gdLst/>
              <a:ahLst/>
              <a:cxnLst/>
              <a:rect l="l" t="t" r="r" b="b"/>
              <a:pathLst>
                <a:path w="21054" h="3610" extrusionOk="0">
                  <a:moveTo>
                    <a:pt x="1" y="0"/>
                  </a:moveTo>
                  <a:lnTo>
                    <a:pt x="1" y="501"/>
                  </a:lnTo>
                  <a:lnTo>
                    <a:pt x="527" y="501"/>
                  </a:lnTo>
                  <a:lnTo>
                    <a:pt x="527" y="3008"/>
                  </a:lnTo>
                  <a:lnTo>
                    <a:pt x="1" y="3008"/>
                  </a:lnTo>
                  <a:lnTo>
                    <a:pt x="1" y="3609"/>
                  </a:lnTo>
                  <a:lnTo>
                    <a:pt x="19199" y="3609"/>
                  </a:lnTo>
                  <a:cubicBezTo>
                    <a:pt x="20177" y="3609"/>
                    <a:pt x="21054" y="2732"/>
                    <a:pt x="21054" y="1755"/>
                  </a:cubicBezTo>
                  <a:cubicBezTo>
                    <a:pt x="21054" y="802"/>
                    <a:pt x="20151" y="0"/>
                    <a:pt x="191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6072884" y="2640321"/>
              <a:ext cx="188378" cy="74330"/>
            </a:xfrm>
            <a:custGeom>
              <a:avLst/>
              <a:gdLst/>
              <a:ahLst/>
              <a:cxnLst/>
              <a:rect l="l" t="t" r="r" b="b"/>
              <a:pathLst>
                <a:path w="9149" h="3610" extrusionOk="0">
                  <a:moveTo>
                    <a:pt x="1" y="0"/>
                  </a:moveTo>
                  <a:lnTo>
                    <a:pt x="1" y="501"/>
                  </a:lnTo>
                  <a:lnTo>
                    <a:pt x="502" y="501"/>
                  </a:lnTo>
                  <a:lnTo>
                    <a:pt x="502" y="3008"/>
                  </a:lnTo>
                  <a:lnTo>
                    <a:pt x="1" y="3008"/>
                  </a:lnTo>
                  <a:lnTo>
                    <a:pt x="1" y="3609"/>
                  </a:lnTo>
                  <a:lnTo>
                    <a:pt x="7294" y="3609"/>
                  </a:lnTo>
                  <a:cubicBezTo>
                    <a:pt x="8271" y="3609"/>
                    <a:pt x="9149" y="2732"/>
                    <a:pt x="9149" y="1755"/>
                  </a:cubicBezTo>
                  <a:cubicBezTo>
                    <a:pt x="9149" y="802"/>
                    <a:pt x="8246" y="0"/>
                    <a:pt x="7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6083220" y="2650636"/>
              <a:ext cx="163073" cy="51619"/>
            </a:xfrm>
            <a:custGeom>
              <a:avLst/>
              <a:gdLst/>
              <a:ahLst/>
              <a:cxnLst/>
              <a:rect l="l" t="t" r="r" b="b"/>
              <a:pathLst>
                <a:path w="7920" h="2507" extrusionOk="0">
                  <a:moveTo>
                    <a:pt x="0" y="0"/>
                  </a:moveTo>
                  <a:lnTo>
                    <a:pt x="0" y="2507"/>
                  </a:lnTo>
                  <a:lnTo>
                    <a:pt x="6667" y="2507"/>
                  </a:lnTo>
                  <a:cubicBezTo>
                    <a:pt x="7368" y="2507"/>
                    <a:pt x="7920" y="1930"/>
                    <a:pt x="7920" y="1254"/>
                  </a:cubicBezTo>
                  <a:cubicBezTo>
                    <a:pt x="7920" y="577"/>
                    <a:pt x="7368" y="0"/>
                    <a:pt x="66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6083220" y="2687779"/>
              <a:ext cx="147074" cy="8277"/>
            </a:xfrm>
            <a:custGeom>
              <a:avLst/>
              <a:gdLst/>
              <a:ahLst/>
              <a:cxnLst/>
              <a:rect l="l" t="t" r="r" b="b"/>
              <a:pathLst>
                <a:path w="7143" h="402" extrusionOk="0">
                  <a:moveTo>
                    <a:pt x="7143" y="1"/>
                  </a:moveTo>
                  <a:lnTo>
                    <a:pt x="0" y="201"/>
                  </a:lnTo>
                  <a:lnTo>
                    <a:pt x="0" y="402"/>
                  </a:lnTo>
                  <a:lnTo>
                    <a:pt x="7143" y="227"/>
                  </a:lnTo>
                  <a:lnTo>
                    <a:pt x="7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6083220" y="2674375"/>
              <a:ext cx="125414" cy="5168"/>
            </a:xfrm>
            <a:custGeom>
              <a:avLst/>
              <a:gdLst/>
              <a:ahLst/>
              <a:cxnLst/>
              <a:rect l="l" t="t" r="r" b="b"/>
              <a:pathLst>
                <a:path w="6091" h="251" extrusionOk="0">
                  <a:moveTo>
                    <a:pt x="6065" y="0"/>
                  </a:moveTo>
                  <a:lnTo>
                    <a:pt x="0" y="25"/>
                  </a:lnTo>
                  <a:lnTo>
                    <a:pt x="0" y="251"/>
                  </a:lnTo>
                  <a:lnTo>
                    <a:pt x="6090" y="201"/>
                  </a:lnTo>
                  <a:lnTo>
                    <a:pt x="60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6083220" y="2655289"/>
              <a:ext cx="137274" cy="4653"/>
            </a:xfrm>
            <a:custGeom>
              <a:avLst/>
              <a:gdLst/>
              <a:ahLst/>
              <a:cxnLst/>
              <a:rect l="l" t="t" r="r" b="b"/>
              <a:pathLst>
                <a:path w="6667" h="226" extrusionOk="0">
                  <a:moveTo>
                    <a:pt x="0" y="0"/>
                  </a:moveTo>
                  <a:lnTo>
                    <a:pt x="0" y="226"/>
                  </a:lnTo>
                  <a:lnTo>
                    <a:pt x="6667" y="226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6096624" y="2507191"/>
              <a:ext cx="385507" cy="37165"/>
            </a:xfrm>
            <a:custGeom>
              <a:avLst/>
              <a:gdLst/>
              <a:ahLst/>
              <a:cxnLst/>
              <a:rect l="l" t="t" r="r" b="b"/>
              <a:pathLst>
                <a:path w="18723" h="1805" extrusionOk="0">
                  <a:moveTo>
                    <a:pt x="18723" y="0"/>
                  </a:moveTo>
                  <a:lnTo>
                    <a:pt x="1" y="476"/>
                  </a:lnTo>
                  <a:lnTo>
                    <a:pt x="1" y="1704"/>
                  </a:lnTo>
                  <a:lnTo>
                    <a:pt x="18622" y="1805"/>
                  </a:lnTo>
                  <a:lnTo>
                    <a:pt x="187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6242148" y="2558787"/>
              <a:ext cx="277141" cy="68132"/>
            </a:xfrm>
            <a:custGeom>
              <a:avLst/>
              <a:gdLst/>
              <a:ahLst/>
              <a:cxnLst/>
              <a:rect l="l" t="t" r="r" b="b"/>
              <a:pathLst>
                <a:path w="13460" h="3309" extrusionOk="0">
                  <a:moveTo>
                    <a:pt x="1655" y="0"/>
                  </a:moveTo>
                  <a:cubicBezTo>
                    <a:pt x="752" y="0"/>
                    <a:pt x="0" y="752"/>
                    <a:pt x="0" y="1654"/>
                  </a:cubicBezTo>
                  <a:cubicBezTo>
                    <a:pt x="0" y="2557"/>
                    <a:pt x="752" y="3309"/>
                    <a:pt x="1655" y="3309"/>
                  </a:cubicBezTo>
                  <a:lnTo>
                    <a:pt x="13459" y="3309"/>
                  </a:lnTo>
                  <a:lnTo>
                    <a:pt x="134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6263293" y="2567558"/>
              <a:ext cx="255995" cy="9307"/>
            </a:xfrm>
            <a:custGeom>
              <a:avLst/>
              <a:gdLst/>
              <a:ahLst/>
              <a:cxnLst/>
              <a:rect l="l" t="t" r="r" b="b"/>
              <a:pathLst>
                <a:path w="12433" h="452" extrusionOk="0">
                  <a:moveTo>
                    <a:pt x="12432" y="0"/>
                  </a:moveTo>
                  <a:lnTo>
                    <a:pt x="1" y="251"/>
                  </a:lnTo>
                  <a:lnTo>
                    <a:pt x="1" y="451"/>
                  </a:lnTo>
                  <a:lnTo>
                    <a:pt x="12432" y="201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6292715" y="2589754"/>
              <a:ext cx="226572" cy="5168"/>
            </a:xfrm>
            <a:custGeom>
              <a:avLst/>
              <a:gdLst/>
              <a:ahLst/>
              <a:cxnLst/>
              <a:rect l="l" t="t" r="r" b="b"/>
              <a:pathLst>
                <a:path w="11004" h="251" extrusionOk="0">
                  <a:moveTo>
                    <a:pt x="11003" y="0"/>
                  </a:moveTo>
                  <a:lnTo>
                    <a:pt x="1" y="50"/>
                  </a:lnTo>
                  <a:lnTo>
                    <a:pt x="1" y="251"/>
                  </a:lnTo>
                  <a:lnTo>
                    <a:pt x="11003" y="201"/>
                  </a:lnTo>
                  <a:lnTo>
                    <a:pt x="11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6276203" y="2615552"/>
              <a:ext cx="243086" cy="4653"/>
            </a:xfrm>
            <a:custGeom>
              <a:avLst/>
              <a:gdLst/>
              <a:ahLst/>
              <a:cxnLst/>
              <a:rect l="l" t="t" r="r" b="b"/>
              <a:pathLst>
                <a:path w="11806" h="226" extrusionOk="0">
                  <a:moveTo>
                    <a:pt x="1" y="0"/>
                  </a:moveTo>
                  <a:lnTo>
                    <a:pt x="1" y="226"/>
                  </a:lnTo>
                  <a:lnTo>
                    <a:pt x="11805" y="226"/>
                  </a:lnTo>
                  <a:lnTo>
                    <a:pt x="118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29"/>
          <p:cNvGrpSpPr/>
          <p:nvPr/>
        </p:nvGrpSpPr>
        <p:grpSpPr>
          <a:xfrm>
            <a:off x="279614" y="3864321"/>
            <a:ext cx="870975" cy="1205759"/>
            <a:chOff x="4007769" y="4010866"/>
            <a:chExt cx="573349" cy="793680"/>
          </a:xfrm>
        </p:grpSpPr>
        <p:sp>
          <p:nvSpPr>
            <p:cNvPr id="937" name="Google Shape;937;p29"/>
            <p:cNvSpPr/>
            <p:nvPr/>
          </p:nvSpPr>
          <p:spPr>
            <a:xfrm>
              <a:off x="4007769" y="4010866"/>
              <a:ext cx="573349" cy="792674"/>
            </a:xfrm>
            <a:custGeom>
              <a:avLst/>
              <a:gdLst/>
              <a:ahLst/>
              <a:cxnLst/>
              <a:rect l="l" t="t" r="r" b="b"/>
              <a:pathLst>
                <a:path w="27846" h="38498" extrusionOk="0">
                  <a:moveTo>
                    <a:pt x="11930" y="1"/>
                  </a:moveTo>
                  <a:cubicBezTo>
                    <a:pt x="11930" y="1"/>
                    <a:pt x="4863" y="17846"/>
                    <a:pt x="8848" y="35314"/>
                  </a:cubicBezTo>
                  <a:cubicBezTo>
                    <a:pt x="6943" y="29400"/>
                    <a:pt x="3835" y="23786"/>
                    <a:pt x="0" y="18322"/>
                  </a:cubicBezTo>
                  <a:lnTo>
                    <a:pt x="0" y="18322"/>
                  </a:lnTo>
                  <a:cubicBezTo>
                    <a:pt x="577" y="27846"/>
                    <a:pt x="2206" y="36167"/>
                    <a:pt x="9224" y="38497"/>
                  </a:cubicBezTo>
                  <a:lnTo>
                    <a:pt x="19825" y="38497"/>
                  </a:lnTo>
                  <a:cubicBezTo>
                    <a:pt x="23585" y="36693"/>
                    <a:pt x="26066" y="33259"/>
                    <a:pt x="27845" y="28923"/>
                  </a:cubicBezTo>
                  <a:lnTo>
                    <a:pt x="27845" y="28923"/>
                  </a:lnTo>
                  <a:cubicBezTo>
                    <a:pt x="23216" y="30515"/>
                    <a:pt x="20526" y="31844"/>
                    <a:pt x="18160" y="35436"/>
                  </a:cubicBezTo>
                  <a:lnTo>
                    <a:pt x="18160" y="35436"/>
                  </a:lnTo>
                  <a:cubicBezTo>
                    <a:pt x="23146" y="27698"/>
                    <a:pt x="24881" y="22058"/>
                    <a:pt x="26517" y="10803"/>
                  </a:cubicBezTo>
                  <a:lnTo>
                    <a:pt x="26517" y="10803"/>
                  </a:lnTo>
                  <a:cubicBezTo>
                    <a:pt x="20903" y="16969"/>
                    <a:pt x="16742" y="23660"/>
                    <a:pt x="15113" y="31254"/>
                  </a:cubicBezTo>
                  <a:cubicBezTo>
                    <a:pt x="16742" y="22883"/>
                    <a:pt x="1193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4186833" y="4737440"/>
              <a:ext cx="33047" cy="66073"/>
            </a:xfrm>
            <a:custGeom>
              <a:avLst/>
              <a:gdLst/>
              <a:ahLst/>
              <a:cxnLst/>
              <a:rect l="l" t="t" r="r" b="b"/>
              <a:pathLst>
                <a:path w="1605" h="3209" extrusionOk="0">
                  <a:moveTo>
                    <a:pt x="301" y="0"/>
                  </a:moveTo>
                  <a:lnTo>
                    <a:pt x="0" y="76"/>
                  </a:lnTo>
                  <a:cubicBezTo>
                    <a:pt x="25" y="151"/>
                    <a:pt x="602" y="1980"/>
                    <a:pt x="1329" y="3208"/>
                  </a:cubicBezTo>
                  <a:lnTo>
                    <a:pt x="1604" y="3033"/>
                  </a:lnTo>
                  <a:cubicBezTo>
                    <a:pt x="903" y="1855"/>
                    <a:pt x="3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4271969" y="4653848"/>
              <a:ext cx="50075" cy="150698"/>
            </a:xfrm>
            <a:custGeom>
              <a:avLst/>
              <a:gdLst/>
              <a:ahLst/>
              <a:cxnLst/>
              <a:rect l="l" t="t" r="r" b="b"/>
              <a:pathLst>
                <a:path w="2432" h="7319" extrusionOk="0">
                  <a:moveTo>
                    <a:pt x="2106" y="0"/>
                  </a:moveTo>
                  <a:cubicBezTo>
                    <a:pt x="1705" y="2406"/>
                    <a:pt x="1003" y="4812"/>
                    <a:pt x="1" y="7193"/>
                  </a:cubicBezTo>
                  <a:lnTo>
                    <a:pt x="301" y="7319"/>
                  </a:lnTo>
                  <a:cubicBezTo>
                    <a:pt x="1304" y="4913"/>
                    <a:pt x="2006" y="2481"/>
                    <a:pt x="2432" y="50"/>
                  </a:cubicBezTo>
                  <a:lnTo>
                    <a:pt x="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4359700" y="4744152"/>
              <a:ext cx="21681" cy="59361"/>
            </a:xfrm>
            <a:custGeom>
              <a:avLst/>
              <a:gdLst/>
              <a:ahLst/>
              <a:cxnLst/>
              <a:rect l="l" t="t" r="r" b="b"/>
              <a:pathLst>
                <a:path w="1053" h="2883" extrusionOk="0">
                  <a:moveTo>
                    <a:pt x="752" y="0"/>
                  </a:moveTo>
                  <a:cubicBezTo>
                    <a:pt x="351" y="902"/>
                    <a:pt x="101" y="1855"/>
                    <a:pt x="0" y="2857"/>
                  </a:cubicBezTo>
                  <a:lnTo>
                    <a:pt x="326" y="2882"/>
                  </a:lnTo>
                  <a:cubicBezTo>
                    <a:pt x="401" y="1930"/>
                    <a:pt x="652" y="1003"/>
                    <a:pt x="1053" y="126"/>
                  </a:cubicBezTo>
                  <a:lnTo>
                    <a:pt x="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4230688" y="4150729"/>
              <a:ext cx="22217" cy="652806"/>
            </a:xfrm>
            <a:custGeom>
              <a:avLst/>
              <a:gdLst/>
              <a:ahLst/>
              <a:cxnLst/>
              <a:rect l="l" t="t" r="r" b="b"/>
              <a:pathLst>
                <a:path w="1079" h="31705" extrusionOk="0">
                  <a:moveTo>
                    <a:pt x="527" y="0"/>
                  </a:moveTo>
                  <a:cubicBezTo>
                    <a:pt x="1" y="11729"/>
                    <a:pt x="76" y="22105"/>
                    <a:pt x="752" y="31704"/>
                  </a:cubicBezTo>
                  <a:lnTo>
                    <a:pt x="1078" y="31679"/>
                  </a:lnTo>
                  <a:cubicBezTo>
                    <a:pt x="377" y="22105"/>
                    <a:pt x="301" y="11729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4237400" y="4290571"/>
              <a:ext cx="51104" cy="50075"/>
            </a:xfrm>
            <a:custGeom>
              <a:avLst/>
              <a:gdLst/>
              <a:ahLst/>
              <a:cxnLst/>
              <a:rect l="l" t="t" r="r" b="b"/>
              <a:pathLst>
                <a:path w="2482" h="2432" extrusionOk="0">
                  <a:moveTo>
                    <a:pt x="2181" y="0"/>
                  </a:moveTo>
                  <a:cubicBezTo>
                    <a:pt x="1805" y="952"/>
                    <a:pt x="1078" y="1654"/>
                    <a:pt x="0" y="2155"/>
                  </a:cubicBezTo>
                  <a:lnTo>
                    <a:pt x="126" y="2431"/>
                  </a:lnTo>
                  <a:cubicBezTo>
                    <a:pt x="1279" y="1905"/>
                    <a:pt x="2081" y="1128"/>
                    <a:pt x="2482" y="125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4182180" y="4497493"/>
              <a:ext cx="56272" cy="35106"/>
            </a:xfrm>
            <a:custGeom>
              <a:avLst/>
              <a:gdLst/>
              <a:ahLst/>
              <a:cxnLst/>
              <a:rect l="l" t="t" r="r" b="b"/>
              <a:pathLst>
                <a:path w="2733" h="1705" extrusionOk="0">
                  <a:moveTo>
                    <a:pt x="226" y="0"/>
                  </a:moveTo>
                  <a:lnTo>
                    <a:pt x="1" y="201"/>
                  </a:lnTo>
                  <a:cubicBezTo>
                    <a:pt x="652" y="928"/>
                    <a:pt x="1555" y="1454"/>
                    <a:pt x="2657" y="1704"/>
                  </a:cubicBezTo>
                  <a:lnTo>
                    <a:pt x="2733" y="1379"/>
                  </a:lnTo>
                  <a:cubicBezTo>
                    <a:pt x="1680" y="1153"/>
                    <a:pt x="853" y="677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4239974" y="4612052"/>
              <a:ext cx="57302" cy="45422"/>
            </a:xfrm>
            <a:custGeom>
              <a:avLst/>
              <a:gdLst/>
              <a:ahLst/>
              <a:cxnLst/>
              <a:rect l="l" t="t" r="r" b="b"/>
              <a:pathLst>
                <a:path w="2783" h="2206" extrusionOk="0">
                  <a:moveTo>
                    <a:pt x="2532" y="0"/>
                  </a:moveTo>
                  <a:cubicBezTo>
                    <a:pt x="1830" y="902"/>
                    <a:pt x="978" y="1554"/>
                    <a:pt x="1" y="1930"/>
                  </a:cubicBezTo>
                  <a:lnTo>
                    <a:pt x="101" y="2206"/>
                  </a:lnTo>
                  <a:cubicBezTo>
                    <a:pt x="1129" y="1830"/>
                    <a:pt x="2031" y="1153"/>
                    <a:pt x="2783" y="201"/>
                  </a:cubicBezTo>
                  <a:lnTo>
                    <a:pt x="2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5" name="Google Shape;945;p29"/>
          <p:cNvGrpSpPr/>
          <p:nvPr/>
        </p:nvGrpSpPr>
        <p:grpSpPr>
          <a:xfrm flipH="1">
            <a:off x="-685067" y="1060733"/>
            <a:ext cx="1400177" cy="416658"/>
            <a:chOff x="6918132" y="1224850"/>
            <a:chExt cx="860271" cy="255995"/>
          </a:xfrm>
        </p:grpSpPr>
        <p:sp>
          <p:nvSpPr>
            <p:cNvPr id="946" name="Google Shape;946;p29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9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9" name="Google Shape;949;p29"/>
          <p:cNvGrpSpPr/>
          <p:nvPr/>
        </p:nvGrpSpPr>
        <p:grpSpPr>
          <a:xfrm flipH="1">
            <a:off x="7881101" y="175881"/>
            <a:ext cx="2272495" cy="645644"/>
            <a:chOff x="3983000" y="1275438"/>
            <a:chExt cx="1621936" cy="460845"/>
          </a:xfrm>
        </p:grpSpPr>
        <p:sp>
          <p:nvSpPr>
            <p:cNvPr id="950" name="Google Shape;950;p29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6" name="Google Shape;956;p30"/>
          <p:cNvGrpSpPr/>
          <p:nvPr/>
        </p:nvGrpSpPr>
        <p:grpSpPr>
          <a:xfrm>
            <a:off x="200373" y="4733377"/>
            <a:ext cx="1139701" cy="335923"/>
            <a:chOff x="6557430" y="4683476"/>
            <a:chExt cx="402011" cy="118495"/>
          </a:xfrm>
        </p:grpSpPr>
        <p:sp>
          <p:nvSpPr>
            <p:cNvPr id="957" name="Google Shape;957;p30"/>
            <p:cNvSpPr/>
            <p:nvPr/>
          </p:nvSpPr>
          <p:spPr>
            <a:xfrm>
              <a:off x="6557430" y="4683476"/>
              <a:ext cx="336997" cy="118495"/>
            </a:xfrm>
            <a:custGeom>
              <a:avLst/>
              <a:gdLst/>
              <a:ahLst/>
              <a:cxnLst/>
              <a:rect l="l" t="t" r="r" b="b"/>
              <a:pathLst>
                <a:path w="16367" h="5755" extrusionOk="0">
                  <a:moveTo>
                    <a:pt x="8590" y="0"/>
                  </a:moveTo>
                  <a:cubicBezTo>
                    <a:pt x="6562" y="0"/>
                    <a:pt x="4174" y="729"/>
                    <a:pt x="2708" y="1443"/>
                  </a:cubicBezTo>
                  <a:cubicBezTo>
                    <a:pt x="778" y="2371"/>
                    <a:pt x="1" y="5754"/>
                    <a:pt x="1" y="5754"/>
                  </a:cubicBezTo>
                  <a:lnTo>
                    <a:pt x="15865" y="5754"/>
                  </a:lnTo>
                  <a:cubicBezTo>
                    <a:pt x="16367" y="4752"/>
                    <a:pt x="15339" y="4376"/>
                    <a:pt x="14738" y="3198"/>
                  </a:cubicBezTo>
                  <a:cubicBezTo>
                    <a:pt x="14161" y="2020"/>
                    <a:pt x="12482" y="842"/>
                    <a:pt x="10276" y="215"/>
                  </a:cubicBezTo>
                  <a:cubicBezTo>
                    <a:pt x="9769" y="66"/>
                    <a:pt x="9196" y="0"/>
                    <a:pt x="85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6776231" y="4736308"/>
              <a:ext cx="183210" cy="65662"/>
            </a:xfrm>
            <a:custGeom>
              <a:avLst/>
              <a:gdLst/>
              <a:ahLst/>
              <a:cxnLst/>
              <a:rect l="l" t="t" r="r" b="b"/>
              <a:pathLst>
                <a:path w="8898" h="3189" extrusionOk="0">
                  <a:moveTo>
                    <a:pt x="5614" y="1"/>
                  </a:moveTo>
                  <a:cubicBezTo>
                    <a:pt x="4257" y="1"/>
                    <a:pt x="2809" y="459"/>
                    <a:pt x="1780" y="807"/>
                  </a:cubicBezTo>
                  <a:cubicBezTo>
                    <a:pt x="151" y="1359"/>
                    <a:pt x="0" y="3188"/>
                    <a:pt x="0" y="3188"/>
                  </a:cubicBezTo>
                  <a:lnTo>
                    <a:pt x="8572" y="3188"/>
                  </a:lnTo>
                  <a:cubicBezTo>
                    <a:pt x="8572" y="3188"/>
                    <a:pt x="8898" y="1785"/>
                    <a:pt x="7795" y="582"/>
                  </a:cubicBezTo>
                  <a:cubicBezTo>
                    <a:pt x="7167" y="157"/>
                    <a:pt x="6406" y="1"/>
                    <a:pt x="5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6772608" y="4737440"/>
              <a:ext cx="83637" cy="64529"/>
            </a:xfrm>
            <a:custGeom>
              <a:avLst/>
              <a:gdLst/>
              <a:ahLst/>
              <a:cxnLst/>
              <a:rect l="l" t="t" r="r" b="b"/>
              <a:pathLst>
                <a:path w="4062" h="3134" extrusionOk="0">
                  <a:moveTo>
                    <a:pt x="3986" y="0"/>
                  </a:moveTo>
                  <a:cubicBezTo>
                    <a:pt x="3234" y="151"/>
                    <a:pt x="2557" y="376"/>
                    <a:pt x="1906" y="602"/>
                  </a:cubicBezTo>
                  <a:cubicBezTo>
                    <a:pt x="176" y="1178"/>
                    <a:pt x="26" y="3033"/>
                    <a:pt x="1" y="3108"/>
                  </a:cubicBezTo>
                  <a:lnTo>
                    <a:pt x="327" y="3133"/>
                  </a:lnTo>
                  <a:cubicBezTo>
                    <a:pt x="327" y="3058"/>
                    <a:pt x="477" y="1404"/>
                    <a:pt x="2006" y="903"/>
                  </a:cubicBezTo>
                  <a:cubicBezTo>
                    <a:pt x="2633" y="677"/>
                    <a:pt x="3334" y="452"/>
                    <a:pt x="4061" y="301"/>
                  </a:cubicBezTo>
                  <a:lnTo>
                    <a:pt x="39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30"/>
          <p:cNvGrpSpPr/>
          <p:nvPr/>
        </p:nvGrpSpPr>
        <p:grpSpPr>
          <a:xfrm>
            <a:off x="8016128" y="323606"/>
            <a:ext cx="825544" cy="1363866"/>
            <a:chOff x="5703411" y="1618579"/>
            <a:chExt cx="485100" cy="801425"/>
          </a:xfrm>
        </p:grpSpPr>
        <p:sp>
          <p:nvSpPr>
            <p:cNvPr id="961" name="Google Shape;961;p30"/>
            <p:cNvSpPr/>
            <p:nvPr/>
          </p:nvSpPr>
          <p:spPr>
            <a:xfrm>
              <a:off x="5754514" y="1897234"/>
              <a:ext cx="358657" cy="293655"/>
            </a:xfrm>
            <a:custGeom>
              <a:avLst/>
              <a:gdLst/>
              <a:ahLst/>
              <a:cxnLst/>
              <a:rect l="l" t="t" r="r" b="b"/>
              <a:pathLst>
                <a:path w="17419" h="14262" extrusionOk="0">
                  <a:moveTo>
                    <a:pt x="11103" y="1"/>
                  </a:moveTo>
                  <a:lnTo>
                    <a:pt x="11103" y="1"/>
                  </a:lnTo>
                  <a:cubicBezTo>
                    <a:pt x="9574" y="3685"/>
                    <a:pt x="8546" y="7344"/>
                    <a:pt x="8697" y="11003"/>
                  </a:cubicBezTo>
                  <a:cubicBezTo>
                    <a:pt x="7870" y="7971"/>
                    <a:pt x="5915" y="5364"/>
                    <a:pt x="3484" y="2933"/>
                  </a:cubicBezTo>
                  <a:lnTo>
                    <a:pt x="3484" y="2933"/>
                  </a:lnTo>
                  <a:cubicBezTo>
                    <a:pt x="4060" y="6467"/>
                    <a:pt x="4962" y="9625"/>
                    <a:pt x="6617" y="11855"/>
                  </a:cubicBezTo>
                  <a:cubicBezTo>
                    <a:pt x="4862" y="9976"/>
                    <a:pt x="2556" y="9099"/>
                    <a:pt x="0" y="8647"/>
                  </a:cubicBezTo>
                  <a:lnTo>
                    <a:pt x="0" y="8647"/>
                  </a:lnTo>
                  <a:cubicBezTo>
                    <a:pt x="1754" y="11329"/>
                    <a:pt x="3484" y="13234"/>
                    <a:pt x="6366" y="14262"/>
                  </a:cubicBezTo>
                  <a:lnTo>
                    <a:pt x="11379" y="14262"/>
                  </a:lnTo>
                  <a:cubicBezTo>
                    <a:pt x="13634" y="13334"/>
                    <a:pt x="15790" y="11429"/>
                    <a:pt x="17419" y="8823"/>
                  </a:cubicBezTo>
                  <a:lnTo>
                    <a:pt x="17419" y="8823"/>
                  </a:lnTo>
                  <a:cubicBezTo>
                    <a:pt x="15769" y="9411"/>
                    <a:pt x="14302" y="10121"/>
                    <a:pt x="13240" y="11210"/>
                  </a:cubicBezTo>
                  <a:lnTo>
                    <a:pt x="13240" y="11210"/>
                  </a:lnTo>
                  <a:cubicBezTo>
                    <a:pt x="14392" y="9842"/>
                    <a:pt x="15343" y="7791"/>
                    <a:pt x="16191" y="5364"/>
                  </a:cubicBezTo>
                  <a:lnTo>
                    <a:pt x="16191" y="5364"/>
                  </a:lnTo>
                  <a:cubicBezTo>
                    <a:pt x="13760" y="6968"/>
                    <a:pt x="11930" y="8873"/>
                    <a:pt x="11003" y="11179"/>
                  </a:cubicBezTo>
                  <a:cubicBezTo>
                    <a:pt x="11905" y="7871"/>
                    <a:pt x="11780" y="4061"/>
                    <a:pt x="11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5888158" y="2139260"/>
              <a:ext cx="25820" cy="52134"/>
            </a:xfrm>
            <a:custGeom>
              <a:avLst/>
              <a:gdLst/>
              <a:ahLst/>
              <a:cxnLst/>
              <a:rect l="l" t="t" r="r" b="b"/>
              <a:pathLst>
                <a:path w="1254" h="2532" extrusionOk="0">
                  <a:moveTo>
                    <a:pt x="251" y="0"/>
                  </a:moveTo>
                  <a:lnTo>
                    <a:pt x="0" y="201"/>
                  </a:lnTo>
                  <a:cubicBezTo>
                    <a:pt x="0" y="201"/>
                    <a:pt x="727" y="1253"/>
                    <a:pt x="953" y="2532"/>
                  </a:cubicBezTo>
                  <a:lnTo>
                    <a:pt x="1253" y="2481"/>
                  </a:lnTo>
                  <a:cubicBezTo>
                    <a:pt x="1028" y="1128"/>
                    <a:pt x="276" y="5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5930469" y="2123263"/>
              <a:ext cx="18593" cy="68647"/>
            </a:xfrm>
            <a:custGeom>
              <a:avLst/>
              <a:gdLst/>
              <a:ahLst/>
              <a:cxnLst/>
              <a:rect l="l" t="t" r="r" b="b"/>
              <a:pathLst>
                <a:path w="903" h="3334" extrusionOk="0">
                  <a:moveTo>
                    <a:pt x="301" y="0"/>
                  </a:moveTo>
                  <a:lnTo>
                    <a:pt x="0" y="25"/>
                  </a:lnTo>
                  <a:cubicBezTo>
                    <a:pt x="0" y="126"/>
                    <a:pt x="276" y="2356"/>
                    <a:pt x="602" y="3334"/>
                  </a:cubicBezTo>
                  <a:lnTo>
                    <a:pt x="903" y="3233"/>
                  </a:lnTo>
                  <a:cubicBezTo>
                    <a:pt x="577" y="2281"/>
                    <a:pt x="301" y="25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5955753" y="2126866"/>
              <a:ext cx="28394" cy="65559"/>
            </a:xfrm>
            <a:custGeom>
              <a:avLst/>
              <a:gdLst/>
              <a:ahLst/>
              <a:cxnLst/>
              <a:rect l="l" t="t" r="r" b="b"/>
              <a:pathLst>
                <a:path w="1379" h="3184" extrusionOk="0">
                  <a:moveTo>
                    <a:pt x="1078" y="1"/>
                  </a:moveTo>
                  <a:cubicBezTo>
                    <a:pt x="928" y="978"/>
                    <a:pt x="602" y="1956"/>
                    <a:pt x="1" y="3033"/>
                  </a:cubicBezTo>
                  <a:lnTo>
                    <a:pt x="276" y="3184"/>
                  </a:lnTo>
                  <a:cubicBezTo>
                    <a:pt x="878" y="2081"/>
                    <a:pt x="1254" y="1053"/>
                    <a:pt x="1379" y="51"/>
                  </a:cubicBezTo>
                  <a:lnTo>
                    <a:pt x="10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5971236" y="2133063"/>
              <a:ext cx="51104" cy="59361"/>
            </a:xfrm>
            <a:custGeom>
              <a:avLst/>
              <a:gdLst/>
              <a:ahLst/>
              <a:cxnLst/>
              <a:rect l="l" t="t" r="r" b="b"/>
              <a:pathLst>
                <a:path w="2482" h="2883" extrusionOk="0">
                  <a:moveTo>
                    <a:pt x="2256" y="0"/>
                  </a:moveTo>
                  <a:cubicBezTo>
                    <a:pt x="2206" y="76"/>
                    <a:pt x="677" y="1605"/>
                    <a:pt x="0" y="2732"/>
                  </a:cubicBezTo>
                  <a:lnTo>
                    <a:pt x="276" y="2883"/>
                  </a:lnTo>
                  <a:cubicBezTo>
                    <a:pt x="928" y="1805"/>
                    <a:pt x="2482" y="251"/>
                    <a:pt x="2482" y="226"/>
                  </a:cubicBezTo>
                  <a:lnTo>
                    <a:pt x="2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5720439" y="2174859"/>
              <a:ext cx="451045" cy="245145"/>
            </a:xfrm>
            <a:custGeom>
              <a:avLst/>
              <a:gdLst/>
              <a:ahLst/>
              <a:cxnLst/>
              <a:rect l="l" t="t" r="r" b="b"/>
              <a:pathLst>
                <a:path w="21906" h="11906" extrusionOk="0">
                  <a:moveTo>
                    <a:pt x="76" y="1"/>
                  </a:moveTo>
                  <a:cubicBezTo>
                    <a:pt x="26" y="427"/>
                    <a:pt x="1" y="828"/>
                    <a:pt x="1" y="1254"/>
                  </a:cubicBezTo>
                  <a:cubicBezTo>
                    <a:pt x="1" y="7319"/>
                    <a:pt x="5490" y="11905"/>
                    <a:pt x="11530" y="11905"/>
                  </a:cubicBezTo>
                  <a:cubicBezTo>
                    <a:pt x="17570" y="11905"/>
                    <a:pt x="21906" y="7570"/>
                    <a:pt x="21906" y="1254"/>
                  </a:cubicBezTo>
                  <a:cubicBezTo>
                    <a:pt x="21906" y="828"/>
                    <a:pt x="21881" y="427"/>
                    <a:pt x="2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5703411" y="2202202"/>
              <a:ext cx="485100" cy="6733"/>
            </a:xfrm>
            <a:custGeom>
              <a:avLst/>
              <a:gdLst/>
              <a:ahLst/>
              <a:cxnLst/>
              <a:rect l="l" t="t" r="r" b="b"/>
              <a:pathLst>
                <a:path w="23560" h="327" extrusionOk="0">
                  <a:moveTo>
                    <a:pt x="1" y="1"/>
                  </a:moveTo>
                  <a:lnTo>
                    <a:pt x="1" y="327"/>
                  </a:lnTo>
                  <a:lnTo>
                    <a:pt x="23560" y="327"/>
                  </a:lnTo>
                  <a:lnTo>
                    <a:pt x="23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5729210" y="1621687"/>
              <a:ext cx="432472" cy="585209"/>
            </a:xfrm>
            <a:custGeom>
              <a:avLst/>
              <a:gdLst/>
              <a:ahLst/>
              <a:cxnLst/>
              <a:rect l="l" t="t" r="r" b="b"/>
              <a:pathLst>
                <a:path w="21004" h="28422" extrusionOk="0">
                  <a:moveTo>
                    <a:pt x="10477" y="0"/>
                  </a:moveTo>
                  <a:lnTo>
                    <a:pt x="1" y="28296"/>
                  </a:lnTo>
                  <a:lnTo>
                    <a:pt x="277" y="28421"/>
                  </a:lnTo>
                  <a:lnTo>
                    <a:pt x="10477" y="903"/>
                  </a:lnTo>
                  <a:lnTo>
                    <a:pt x="20728" y="28421"/>
                  </a:lnTo>
                  <a:lnTo>
                    <a:pt x="21004" y="28296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5926331" y="1618579"/>
              <a:ext cx="34612" cy="34612"/>
            </a:xfrm>
            <a:custGeom>
              <a:avLst/>
              <a:gdLst/>
              <a:ahLst/>
              <a:cxnLst/>
              <a:rect l="l" t="t" r="r" b="b"/>
              <a:pathLst>
                <a:path w="1681" h="1681" extrusionOk="0">
                  <a:moveTo>
                    <a:pt x="853" y="1"/>
                  </a:moveTo>
                  <a:cubicBezTo>
                    <a:pt x="377" y="1"/>
                    <a:pt x="1" y="377"/>
                    <a:pt x="1" y="853"/>
                  </a:cubicBezTo>
                  <a:cubicBezTo>
                    <a:pt x="1" y="1304"/>
                    <a:pt x="377" y="1680"/>
                    <a:pt x="853" y="1680"/>
                  </a:cubicBezTo>
                  <a:cubicBezTo>
                    <a:pt x="1304" y="1680"/>
                    <a:pt x="1680" y="1304"/>
                    <a:pt x="1680" y="853"/>
                  </a:cubicBezTo>
                  <a:cubicBezTo>
                    <a:pt x="1680" y="377"/>
                    <a:pt x="1304" y="1"/>
                    <a:pt x="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0" name="Google Shape;970;p30"/>
          <p:cNvCxnSpPr/>
          <p:nvPr/>
        </p:nvCxnSpPr>
        <p:spPr>
          <a:xfrm>
            <a:off x="127675" y="5069300"/>
            <a:ext cx="144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71" name="Google Shape;971;p30"/>
          <p:cNvGrpSpPr/>
          <p:nvPr/>
        </p:nvGrpSpPr>
        <p:grpSpPr>
          <a:xfrm>
            <a:off x="-1131880" y="714861"/>
            <a:ext cx="2272495" cy="645644"/>
            <a:chOff x="3983000" y="1275438"/>
            <a:chExt cx="1621936" cy="460845"/>
          </a:xfrm>
        </p:grpSpPr>
        <p:sp>
          <p:nvSpPr>
            <p:cNvPr id="972" name="Google Shape;972;p30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30"/>
          <p:cNvGrpSpPr/>
          <p:nvPr/>
        </p:nvGrpSpPr>
        <p:grpSpPr>
          <a:xfrm>
            <a:off x="7941095" y="4285686"/>
            <a:ext cx="2272495" cy="645644"/>
            <a:chOff x="3983000" y="1275438"/>
            <a:chExt cx="1621936" cy="460845"/>
          </a:xfrm>
        </p:grpSpPr>
        <p:sp>
          <p:nvSpPr>
            <p:cNvPr id="978" name="Google Shape;978;p30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○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■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○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■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○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■"/>
              <a:def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25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SwCbvVRCbwgNMk4yUgRA0kSi3VmsdZ9JQuXgnkL7btQ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 txBox="1">
            <a:spLocks noGrp="1"/>
          </p:cNvSpPr>
          <p:nvPr>
            <p:ph type="ctrTitle"/>
          </p:nvPr>
        </p:nvSpPr>
        <p:spPr>
          <a:xfrm>
            <a:off x="3912900" y="1144600"/>
            <a:ext cx="4516500" cy="28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OBSESSIVE-COMPULSIVE</a:t>
            </a:r>
            <a:r>
              <a:rPr lang="en" sz="2600"/>
              <a:t> </a:t>
            </a:r>
            <a:r>
              <a:rPr lang="en" sz="4900">
                <a:solidFill>
                  <a:schemeClr val="dk2"/>
                </a:solidFill>
              </a:rPr>
              <a:t>MOOD DISORDER </a:t>
            </a:r>
            <a:r>
              <a:rPr lang="en" sz="4900"/>
              <a:t>TREATMENT </a:t>
            </a:r>
            <a:r>
              <a:rPr lang="en" sz="2300"/>
              <a:t>CASE REPORT</a:t>
            </a:r>
            <a:endParaRPr sz="6400">
              <a:solidFill>
                <a:schemeClr val="dk2"/>
              </a:solidFill>
            </a:endParaRPr>
          </a:p>
        </p:txBody>
      </p:sp>
      <p:sp>
        <p:nvSpPr>
          <p:cNvPr id="994" name="Google Shape;994;p34"/>
          <p:cNvSpPr txBox="1">
            <a:spLocks noGrp="1"/>
          </p:cNvSpPr>
          <p:nvPr>
            <p:ph type="subTitle" idx="1"/>
          </p:nvPr>
        </p:nvSpPr>
        <p:spPr>
          <a:xfrm>
            <a:off x="4279500" y="3887550"/>
            <a:ext cx="4149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995" name="Google Shape;995;p34"/>
          <p:cNvGrpSpPr/>
          <p:nvPr/>
        </p:nvGrpSpPr>
        <p:grpSpPr>
          <a:xfrm>
            <a:off x="846393" y="846748"/>
            <a:ext cx="1505643" cy="427803"/>
            <a:chOff x="3983000" y="1275438"/>
            <a:chExt cx="1621936" cy="460845"/>
          </a:xfrm>
        </p:grpSpPr>
        <p:sp>
          <p:nvSpPr>
            <p:cNvPr id="996" name="Google Shape;996;p34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1" name="Google Shape;1001;p34"/>
          <p:cNvGrpSpPr/>
          <p:nvPr/>
        </p:nvGrpSpPr>
        <p:grpSpPr>
          <a:xfrm>
            <a:off x="4943551" y="1756313"/>
            <a:ext cx="798589" cy="237641"/>
            <a:chOff x="6918132" y="1224850"/>
            <a:chExt cx="860271" cy="255995"/>
          </a:xfrm>
        </p:grpSpPr>
        <p:sp>
          <p:nvSpPr>
            <p:cNvPr id="1002" name="Google Shape;1002;p34"/>
            <p:cNvSpPr/>
            <p:nvPr/>
          </p:nvSpPr>
          <p:spPr>
            <a:xfrm>
              <a:off x="6918132" y="1224850"/>
              <a:ext cx="860271" cy="255995"/>
            </a:xfrm>
            <a:custGeom>
              <a:avLst/>
              <a:gdLst/>
              <a:ahLst/>
              <a:cxnLst/>
              <a:rect l="l" t="t" r="r" b="b"/>
              <a:pathLst>
                <a:path w="41781" h="12433" extrusionOk="0">
                  <a:moveTo>
                    <a:pt x="24913" y="1"/>
                  </a:moveTo>
                  <a:cubicBezTo>
                    <a:pt x="20803" y="1"/>
                    <a:pt x="17319" y="2582"/>
                    <a:pt x="15941" y="6191"/>
                  </a:cubicBezTo>
                  <a:cubicBezTo>
                    <a:pt x="15710" y="6865"/>
                    <a:pt x="15180" y="7250"/>
                    <a:pt x="14526" y="7250"/>
                  </a:cubicBezTo>
                  <a:cubicBezTo>
                    <a:pt x="14254" y="7250"/>
                    <a:pt x="13961" y="7183"/>
                    <a:pt x="13660" y="7044"/>
                  </a:cubicBezTo>
                  <a:cubicBezTo>
                    <a:pt x="12306" y="6317"/>
                    <a:pt x="10728" y="5891"/>
                    <a:pt x="9098" y="5891"/>
                  </a:cubicBezTo>
                  <a:cubicBezTo>
                    <a:pt x="4863" y="5891"/>
                    <a:pt x="1279" y="8623"/>
                    <a:pt x="1" y="12432"/>
                  </a:cubicBezTo>
                  <a:lnTo>
                    <a:pt x="41780" y="12432"/>
                  </a:lnTo>
                  <a:cubicBezTo>
                    <a:pt x="40652" y="10953"/>
                    <a:pt x="38898" y="10026"/>
                    <a:pt x="36918" y="10026"/>
                  </a:cubicBezTo>
                  <a:cubicBezTo>
                    <a:pt x="36617" y="10026"/>
                    <a:pt x="36342" y="10026"/>
                    <a:pt x="36066" y="10076"/>
                  </a:cubicBezTo>
                  <a:cubicBezTo>
                    <a:pt x="35971" y="10095"/>
                    <a:pt x="35877" y="10104"/>
                    <a:pt x="35784" y="10104"/>
                  </a:cubicBezTo>
                  <a:cubicBezTo>
                    <a:pt x="35115" y="10104"/>
                    <a:pt x="34525" y="9637"/>
                    <a:pt x="34437" y="8823"/>
                  </a:cubicBezTo>
                  <a:cubicBezTo>
                    <a:pt x="34061" y="3886"/>
                    <a:pt x="29926" y="1"/>
                    <a:pt x="24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7205557" y="1369860"/>
              <a:ext cx="94467" cy="83101"/>
            </a:xfrm>
            <a:custGeom>
              <a:avLst/>
              <a:gdLst/>
              <a:ahLst/>
              <a:cxnLst/>
              <a:rect l="l" t="t" r="r" b="b"/>
              <a:pathLst>
                <a:path w="4588" h="4036" extrusionOk="0">
                  <a:moveTo>
                    <a:pt x="151" y="1"/>
                  </a:moveTo>
                  <a:lnTo>
                    <a:pt x="1" y="276"/>
                  </a:lnTo>
                  <a:cubicBezTo>
                    <a:pt x="26" y="301"/>
                    <a:pt x="2983" y="1905"/>
                    <a:pt x="4311" y="4036"/>
                  </a:cubicBezTo>
                  <a:lnTo>
                    <a:pt x="4587" y="3885"/>
                  </a:lnTo>
                  <a:cubicBezTo>
                    <a:pt x="3209" y="1680"/>
                    <a:pt x="276" y="76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7469757" y="1428684"/>
              <a:ext cx="57302" cy="28929"/>
            </a:xfrm>
            <a:custGeom>
              <a:avLst/>
              <a:gdLst/>
              <a:ahLst/>
              <a:cxnLst/>
              <a:rect l="l" t="t" r="r" b="b"/>
              <a:pathLst>
                <a:path w="2783" h="1405" extrusionOk="0">
                  <a:moveTo>
                    <a:pt x="2758" y="1"/>
                  </a:moveTo>
                  <a:cubicBezTo>
                    <a:pt x="803" y="276"/>
                    <a:pt x="51" y="1154"/>
                    <a:pt x="1" y="1204"/>
                  </a:cubicBezTo>
                  <a:lnTo>
                    <a:pt x="251" y="1404"/>
                  </a:lnTo>
                  <a:cubicBezTo>
                    <a:pt x="251" y="1379"/>
                    <a:pt x="978" y="577"/>
                    <a:pt x="2783" y="302"/>
                  </a:cubicBezTo>
                  <a:lnTo>
                    <a:pt x="2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34"/>
          <p:cNvGrpSpPr/>
          <p:nvPr/>
        </p:nvGrpSpPr>
        <p:grpSpPr>
          <a:xfrm>
            <a:off x="1388420" y="1132704"/>
            <a:ext cx="2710934" cy="3098541"/>
            <a:chOff x="4708522" y="1465765"/>
            <a:chExt cx="2920321" cy="3337865"/>
          </a:xfrm>
        </p:grpSpPr>
        <p:sp>
          <p:nvSpPr>
            <p:cNvPr id="1006" name="Google Shape;1006;p34"/>
            <p:cNvSpPr/>
            <p:nvPr/>
          </p:nvSpPr>
          <p:spPr>
            <a:xfrm>
              <a:off x="4708522" y="1465765"/>
              <a:ext cx="2920321" cy="3337865"/>
            </a:xfrm>
            <a:custGeom>
              <a:avLst/>
              <a:gdLst/>
              <a:ahLst/>
              <a:cxnLst/>
              <a:rect l="l" t="t" r="r" b="b"/>
              <a:pathLst>
                <a:path w="141832" h="162111" extrusionOk="0">
                  <a:moveTo>
                    <a:pt x="62129" y="1"/>
                  </a:moveTo>
                  <a:cubicBezTo>
                    <a:pt x="48368" y="1"/>
                    <a:pt x="34562" y="3905"/>
                    <a:pt x="23284" y="11583"/>
                  </a:cubicBezTo>
                  <a:cubicBezTo>
                    <a:pt x="11555" y="19553"/>
                    <a:pt x="3860" y="32360"/>
                    <a:pt x="1805" y="46345"/>
                  </a:cubicBezTo>
                  <a:cubicBezTo>
                    <a:pt x="1" y="58576"/>
                    <a:pt x="2357" y="73914"/>
                    <a:pt x="9174" y="84466"/>
                  </a:cubicBezTo>
                  <a:cubicBezTo>
                    <a:pt x="9174" y="84466"/>
                    <a:pt x="24412" y="108000"/>
                    <a:pt x="25665" y="121584"/>
                  </a:cubicBezTo>
                  <a:cubicBezTo>
                    <a:pt x="26918" y="135168"/>
                    <a:pt x="14888" y="162110"/>
                    <a:pt x="14888" y="162110"/>
                  </a:cubicBezTo>
                  <a:lnTo>
                    <a:pt x="92633" y="162110"/>
                  </a:lnTo>
                  <a:lnTo>
                    <a:pt x="100477" y="145143"/>
                  </a:lnTo>
                  <a:cubicBezTo>
                    <a:pt x="100477" y="145143"/>
                    <a:pt x="124162" y="141233"/>
                    <a:pt x="128448" y="133639"/>
                  </a:cubicBezTo>
                  <a:cubicBezTo>
                    <a:pt x="131255" y="128551"/>
                    <a:pt x="127044" y="122787"/>
                    <a:pt x="126844" y="120907"/>
                  </a:cubicBezTo>
                  <a:cubicBezTo>
                    <a:pt x="126643" y="119053"/>
                    <a:pt x="130678" y="114040"/>
                    <a:pt x="130503" y="112687"/>
                  </a:cubicBezTo>
                  <a:cubicBezTo>
                    <a:pt x="130327" y="111358"/>
                    <a:pt x="127646" y="109654"/>
                    <a:pt x="127646" y="109654"/>
                  </a:cubicBezTo>
                  <a:cubicBezTo>
                    <a:pt x="127646" y="109654"/>
                    <a:pt x="130829" y="108376"/>
                    <a:pt x="131305" y="106897"/>
                  </a:cubicBezTo>
                  <a:cubicBezTo>
                    <a:pt x="131806" y="105418"/>
                    <a:pt x="128623" y="98802"/>
                    <a:pt x="130428" y="94190"/>
                  </a:cubicBezTo>
                  <a:cubicBezTo>
                    <a:pt x="131305" y="93263"/>
                    <a:pt x="138748" y="92185"/>
                    <a:pt x="140002" y="88827"/>
                  </a:cubicBezTo>
                  <a:cubicBezTo>
                    <a:pt x="141831" y="84341"/>
                    <a:pt x="126042" y="65844"/>
                    <a:pt x="125941" y="64090"/>
                  </a:cubicBezTo>
                  <a:cubicBezTo>
                    <a:pt x="125866" y="62361"/>
                    <a:pt x="127646" y="58551"/>
                    <a:pt x="127646" y="58551"/>
                  </a:cubicBezTo>
                  <a:cubicBezTo>
                    <a:pt x="128648" y="56421"/>
                    <a:pt x="125440" y="48977"/>
                    <a:pt x="124713" y="46746"/>
                  </a:cubicBezTo>
                  <a:cubicBezTo>
                    <a:pt x="123560" y="43037"/>
                    <a:pt x="122132" y="39403"/>
                    <a:pt x="120453" y="35919"/>
                  </a:cubicBezTo>
                  <a:cubicBezTo>
                    <a:pt x="117420" y="29629"/>
                    <a:pt x="113510" y="23789"/>
                    <a:pt x="108673" y="18726"/>
                  </a:cubicBezTo>
                  <a:cubicBezTo>
                    <a:pt x="96619" y="6156"/>
                    <a:pt x="79409" y="1"/>
                    <a:pt x="62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4932491" y="1589527"/>
              <a:ext cx="2104957" cy="1125161"/>
            </a:xfrm>
            <a:custGeom>
              <a:avLst/>
              <a:gdLst/>
              <a:ahLst/>
              <a:cxnLst/>
              <a:rect l="l" t="t" r="r" b="b"/>
              <a:pathLst>
                <a:path w="102232" h="54646" extrusionOk="0">
                  <a:moveTo>
                    <a:pt x="49420" y="0"/>
                  </a:moveTo>
                  <a:cubicBezTo>
                    <a:pt x="47039" y="0"/>
                    <a:pt x="44713" y="668"/>
                    <a:pt x="42958" y="2139"/>
                  </a:cubicBezTo>
                  <a:cubicBezTo>
                    <a:pt x="41830" y="3116"/>
                    <a:pt x="40978" y="4369"/>
                    <a:pt x="39599" y="4996"/>
                  </a:cubicBezTo>
                  <a:cubicBezTo>
                    <a:pt x="38864" y="5333"/>
                    <a:pt x="38091" y="5455"/>
                    <a:pt x="37296" y="5455"/>
                  </a:cubicBezTo>
                  <a:cubicBezTo>
                    <a:pt x="35432" y="5455"/>
                    <a:pt x="33444" y="4786"/>
                    <a:pt x="31529" y="4645"/>
                  </a:cubicBezTo>
                  <a:cubicBezTo>
                    <a:pt x="31294" y="4627"/>
                    <a:pt x="31058" y="4619"/>
                    <a:pt x="30823" y="4619"/>
                  </a:cubicBezTo>
                  <a:cubicBezTo>
                    <a:pt x="27398" y="4619"/>
                    <a:pt x="24028" y="6464"/>
                    <a:pt x="22456" y="9231"/>
                  </a:cubicBezTo>
                  <a:cubicBezTo>
                    <a:pt x="21579" y="10760"/>
                    <a:pt x="21178" y="12540"/>
                    <a:pt x="19875" y="13743"/>
                  </a:cubicBezTo>
                  <a:cubicBezTo>
                    <a:pt x="18145" y="15322"/>
                    <a:pt x="15439" y="15397"/>
                    <a:pt x="13108" y="16074"/>
                  </a:cubicBezTo>
                  <a:cubicBezTo>
                    <a:pt x="10376" y="16876"/>
                    <a:pt x="8020" y="18730"/>
                    <a:pt x="6566" y="21061"/>
                  </a:cubicBezTo>
                  <a:cubicBezTo>
                    <a:pt x="4812" y="23893"/>
                    <a:pt x="4987" y="26550"/>
                    <a:pt x="5589" y="29658"/>
                  </a:cubicBezTo>
                  <a:cubicBezTo>
                    <a:pt x="6140" y="32590"/>
                    <a:pt x="4010" y="35222"/>
                    <a:pt x="2481" y="37577"/>
                  </a:cubicBezTo>
                  <a:cubicBezTo>
                    <a:pt x="727" y="40334"/>
                    <a:pt x="0" y="43793"/>
                    <a:pt x="952" y="46951"/>
                  </a:cubicBezTo>
                  <a:cubicBezTo>
                    <a:pt x="2531" y="52189"/>
                    <a:pt x="7744" y="54645"/>
                    <a:pt x="13183" y="54645"/>
                  </a:cubicBezTo>
                  <a:lnTo>
                    <a:pt x="91830" y="54645"/>
                  </a:lnTo>
                  <a:cubicBezTo>
                    <a:pt x="93509" y="54645"/>
                    <a:pt x="95640" y="54194"/>
                    <a:pt x="96517" y="53768"/>
                  </a:cubicBezTo>
                  <a:cubicBezTo>
                    <a:pt x="99650" y="51788"/>
                    <a:pt x="101605" y="48480"/>
                    <a:pt x="101955" y="45071"/>
                  </a:cubicBezTo>
                  <a:cubicBezTo>
                    <a:pt x="102231" y="42615"/>
                    <a:pt x="101630" y="40059"/>
                    <a:pt x="100026" y="37953"/>
                  </a:cubicBezTo>
                  <a:cubicBezTo>
                    <a:pt x="98948" y="36500"/>
                    <a:pt x="97244" y="35648"/>
                    <a:pt x="96216" y="34144"/>
                  </a:cubicBezTo>
                  <a:cubicBezTo>
                    <a:pt x="93033" y="29608"/>
                    <a:pt x="97469" y="23442"/>
                    <a:pt x="93083" y="19307"/>
                  </a:cubicBezTo>
                  <a:cubicBezTo>
                    <a:pt x="91980" y="18254"/>
                    <a:pt x="90577" y="17477"/>
                    <a:pt x="89023" y="17126"/>
                  </a:cubicBezTo>
                  <a:cubicBezTo>
                    <a:pt x="87544" y="16775"/>
                    <a:pt x="86016" y="16675"/>
                    <a:pt x="84687" y="15923"/>
                  </a:cubicBezTo>
                  <a:cubicBezTo>
                    <a:pt x="80026" y="13317"/>
                    <a:pt x="80928" y="7552"/>
                    <a:pt x="73534" y="5347"/>
                  </a:cubicBezTo>
                  <a:cubicBezTo>
                    <a:pt x="72520" y="5093"/>
                    <a:pt x="71513" y="5004"/>
                    <a:pt x="70521" y="5004"/>
                  </a:cubicBezTo>
                  <a:cubicBezTo>
                    <a:pt x="68206" y="5004"/>
                    <a:pt x="65969" y="5488"/>
                    <a:pt x="63897" y="5488"/>
                  </a:cubicBezTo>
                  <a:cubicBezTo>
                    <a:pt x="63258" y="5488"/>
                    <a:pt x="62635" y="5442"/>
                    <a:pt x="62030" y="5322"/>
                  </a:cubicBezTo>
                  <a:cubicBezTo>
                    <a:pt x="59248" y="4770"/>
                    <a:pt x="58296" y="3016"/>
                    <a:pt x="55865" y="1663"/>
                  </a:cubicBezTo>
                  <a:cubicBezTo>
                    <a:pt x="53956" y="593"/>
                    <a:pt x="51664" y="0"/>
                    <a:pt x="494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523376" y="4450529"/>
              <a:ext cx="254945" cy="58846"/>
            </a:xfrm>
            <a:custGeom>
              <a:avLst/>
              <a:gdLst/>
              <a:ahLst/>
              <a:cxnLst/>
              <a:rect l="l" t="t" r="r" b="b"/>
              <a:pathLst>
                <a:path w="12382" h="2858" extrusionOk="0">
                  <a:moveTo>
                    <a:pt x="12306" y="0"/>
                  </a:moveTo>
                  <a:cubicBezTo>
                    <a:pt x="12231" y="26"/>
                    <a:pt x="5464" y="1479"/>
                    <a:pt x="1" y="2557"/>
                  </a:cubicBezTo>
                  <a:lnTo>
                    <a:pt x="51" y="2858"/>
                  </a:lnTo>
                  <a:cubicBezTo>
                    <a:pt x="5514" y="1780"/>
                    <a:pt x="12306" y="326"/>
                    <a:pt x="12382" y="326"/>
                  </a:cubicBezTo>
                  <a:lnTo>
                    <a:pt x="12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4"/>
          <p:cNvGrpSpPr/>
          <p:nvPr/>
        </p:nvGrpSpPr>
        <p:grpSpPr>
          <a:xfrm>
            <a:off x="1764945" y="1613244"/>
            <a:ext cx="386107" cy="513057"/>
            <a:chOff x="5114129" y="1983420"/>
            <a:chExt cx="415929" cy="552685"/>
          </a:xfrm>
        </p:grpSpPr>
        <p:sp>
          <p:nvSpPr>
            <p:cNvPr id="1010" name="Google Shape;1010;p34"/>
            <p:cNvSpPr/>
            <p:nvPr/>
          </p:nvSpPr>
          <p:spPr>
            <a:xfrm>
              <a:off x="5203918" y="1983420"/>
              <a:ext cx="187328" cy="357628"/>
            </a:xfrm>
            <a:custGeom>
              <a:avLst/>
              <a:gdLst/>
              <a:ahLst/>
              <a:cxnLst/>
              <a:rect l="l" t="t" r="r" b="b"/>
              <a:pathLst>
                <a:path w="9098" h="17369" extrusionOk="0">
                  <a:moveTo>
                    <a:pt x="3233" y="0"/>
                  </a:moveTo>
                  <a:cubicBezTo>
                    <a:pt x="0" y="10953"/>
                    <a:pt x="2657" y="17369"/>
                    <a:pt x="2657" y="17369"/>
                  </a:cubicBezTo>
                  <a:lnTo>
                    <a:pt x="9098" y="17369"/>
                  </a:lnTo>
                  <a:cubicBezTo>
                    <a:pt x="7920" y="7795"/>
                    <a:pt x="3233" y="0"/>
                    <a:pt x="3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5195662" y="2198084"/>
              <a:ext cx="123355" cy="142956"/>
            </a:xfrm>
            <a:custGeom>
              <a:avLst/>
              <a:gdLst/>
              <a:ahLst/>
              <a:cxnLst/>
              <a:rect l="l" t="t" r="r" b="b"/>
              <a:pathLst>
                <a:path w="5991" h="6943" extrusionOk="0">
                  <a:moveTo>
                    <a:pt x="0" y="0"/>
                  </a:moveTo>
                  <a:lnTo>
                    <a:pt x="0" y="0"/>
                  </a:lnTo>
                  <a:cubicBezTo>
                    <a:pt x="1278" y="2331"/>
                    <a:pt x="2206" y="4662"/>
                    <a:pt x="2030" y="6943"/>
                  </a:cubicBezTo>
                  <a:lnTo>
                    <a:pt x="5990" y="6943"/>
                  </a:lnTo>
                  <a:cubicBezTo>
                    <a:pt x="4837" y="4086"/>
                    <a:pt x="2732" y="18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5336018" y="2066498"/>
              <a:ext cx="95476" cy="274547"/>
            </a:xfrm>
            <a:custGeom>
              <a:avLst/>
              <a:gdLst/>
              <a:ahLst/>
              <a:cxnLst/>
              <a:rect l="l" t="t" r="r" b="b"/>
              <a:pathLst>
                <a:path w="4637" h="13334" extrusionOk="0">
                  <a:moveTo>
                    <a:pt x="4637" y="0"/>
                  </a:moveTo>
                  <a:cubicBezTo>
                    <a:pt x="2431" y="3158"/>
                    <a:pt x="0" y="9424"/>
                    <a:pt x="25" y="13334"/>
                  </a:cubicBezTo>
                  <a:lnTo>
                    <a:pt x="3935" y="13334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5114129" y="2263187"/>
              <a:ext cx="170815" cy="77851"/>
            </a:xfrm>
            <a:custGeom>
              <a:avLst/>
              <a:gdLst/>
              <a:ahLst/>
              <a:cxnLst/>
              <a:rect l="l" t="t" r="r" b="b"/>
              <a:pathLst>
                <a:path w="8296" h="3781" extrusionOk="0">
                  <a:moveTo>
                    <a:pt x="2665" y="1"/>
                  </a:moveTo>
                  <a:cubicBezTo>
                    <a:pt x="1150" y="1"/>
                    <a:pt x="0" y="498"/>
                    <a:pt x="0" y="498"/>
                  </a:cubicBezTo>
                  <a:cubicBezTo>
                    <a:pt x="3534" y="924"/>
                    <a:pt x="5338" y="3781"/>
                    <a:pt x="5338" y="3781"/>
                  </a:cubicBezTo>
                  <a:lnTo>
                    <a:pt x="8296" y="3781"/>
                  </a:lnTo>
                  <a:cubicBezTo>
                    <a:pt x="6785" y="704"/>
                    <a:pt x="4467" y="1"/>
                    <a:pt x="26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5357163" y="2168662"/>
              <a:ext cx="172894" cy="172379"/>
            </a:xfrm>
            <a:custGeom>
              <a:avLst/>
              <a:gdLst/>
              <a:ahLst/>
              <a:cxnLst/>
              <a:rect l="l" t="t" r="r" b="b"/>
              <a:pathLst>
                <a:path w="8397" h="8372" extrusionOk="0">
                  <a:moveTo>
                    <a:pt x="8397" y="1"/>
                  </a:moveTo>
                  <a:cubicBezTo>
                    <a:pt x="1880" y="2206"/>
                    <a:pt x="1" y="8372"/>
                    <a:pt x="1" y="8372"/>
                  </a:cubicBezTo>
                  <a:lnTo>
                    <a:pt x="3810" y="8372"/>
                  </a:lnTo>
                  <a:cubicBezTo>
                    <a:pt x="4537" y="3309"/>
                    <a:pt x="8397" y="1"/>
                    <a:pt x="83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5229201" y="2275479"/>
              <a:ext cx="58331" cy="59382"/>
            </a:xfrm>
            <a:custGeom>
              <a:avLst/>
              <a:gdLst/>
              <a:ahLst/>
              <a:cxnLst/>
              <a:rect l="l" t="t" r="r" b="b"/>
              <a:pathLst>
                <a:path w="2833" h="2884" extrusionOk="0">
                  <a:moveTo>
                    <a:pt x="125" y="1"/>
                  </a:moveTo>
                  <a:lnTo>
                    <a:pt x="0" y="302"/>
                  </a:lnTo>
                  <a:cubicBezTo>
                    <a:pt x="0" y="302"/>
                    <a:pt x="1704" y="1154"/>
                    <a:pt x="2557" y="2883"/>
                  </a:cubicBezTo>
                  <a:lnTo>
                    <a:pt x="2832" y="2733"/>
                  </a:lnTo>
                  <a:cubicBezTo>
                    <a:pt x="1930" y="903"/>
                    <a:pt x="201" y="5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5236408" y="2228535"/>
              <a:ext cx="72786" cy="102703"/>
            </a:xfrm>
            <a:custGeom>
              <a:avLst/>
              <a:gdLst/>
              <a:ahLst/>
              <a:cxnLst/>
              <a:rect l="l" t="t" r="r" b="b"/>
              <a:pathLst>
                <a:path w="3535" h="4988" extrusionOk="0">
                  <a:moveTo>
                    <a:pt x="201" y="0"/>
                  </a:moveTo>
                  <a:lnTo>
                    <a:pt x="1" y="226"/>
                  </a:lnTo>
                  <a:cubicBezTo>
                    <a:pt x="26" y="251"/>
                    <a:pt x="2733" y="2531"/>
                    <a:pt x="3209" y="4988"/>
                  </a:cubicBezTo>
                  <a:lnTo>
                    <a:pt x="3535" y="4937"/>
                  </a:lnTo>
                  <a:cubicBezTo>
                    <a:pt x="3034" y="2381"/>
                    <a:pt x="302" y="10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5332909" y="2205826"/>
              <a:ext cx="33562" cy="124899"/>
            </a:xfrm>
            <a:custGeom>
              <a:avLst/>
              <a:gdLst/>
              <a:ahLst/>
              <a:cxnLst/>
              <a:rect l="l" t="t" r="r" b="b"/>
              <a:pathLst>
                <a:path w="1630" h="6066" extrusionOk="0">
                  <a:moveTo>
                    <a:pt x="1329" y="0"/>
                  </a:moveTo>
                  <a:cubicBezTo>
                    <a:pt x="1329" y="25"/>
                    <a:pt x="151" y="3309"/>
                    <a:pt x="1" y="6040"/>
                  </a:cubicBezTo>
                  <a:lnTo>
                    <a:pt x="327" y="6066"/>
                  </a:lnTo>
                  <a:cubicBezTo>
                    <a:pt x="477" y="3359"/>
                    <a:pt x="1630" y="126"/>
                    <a:pt x="1630" y="10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5410839" y="2236277"/>
              <a:ext cx="14454" cy="91873"/>
            </a:xfrm>
            <a:custGeom>
              <a:avLst/>
              <a:gdLst/>
              <a:ahLst/>
              <a:cxnLst/>
              <a:rect l="l" t="t" r="r" b="b"/>
              <a:pathLst>
                <a:path w="702" h="4462" extrusionOk="0">
                  <a:moveTo>
                    <a:pt x="401" y="0"/>
                  </a:moveTo>
                  <a:cubicBezTo>
                    <a:pt x="376" y="125"/>
                    <a:pt x="0" y="3033"/>
                    <a:pt x="0" y="4461"/>
                  </a:cubicBezTo>
                  <a:lnTo>
                    <a:pt x="326" y="4461"/>
                  </a:lnTo>
                  <a:cubicBezTo>
                    <a:pt x="326" y="3033"/>
                    <a:pt x="702" y="75"/>
                    <a:pt x="702" y="50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5213718" y="2339470"/>
              <a:ext cx="222949" cy="196635"/>
            </a:xfrm>
            <a:custGeom>
              <a:avLst/>
              <a:gdLst/>
              <a:ahLst/>
              <a:cxnLst/>
              <a:rect l="l" t="t" r="r" b="b"/>
              <a:pathLst>
                <a:path w="10828" h="9550" extrusionOk="0">
                  <a:moveTo>
                    <a:pt x="301" y="1"/>
                  </a:moveTo>
                  <a:cubicBezTo>
                    <a:pt x="301" y="1"/>
                    <a:pt x="0" y="7670"/>
                    <a:pt x="2782" y="9550"/>
                  </a:cubicBezTo>
                  <a:lnTo>
                    <a:pt x="8346" y="9550"/>
                  </a:lnTo>
                  <a:cubicBezTo>
                    <a:pt x="10752" y="8647"/>
                    <a:pt x="10827" y="1"/>
                    <a:pt x="108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5204433" y="2328126"/>
              <a:ext cx="248748" cy="59361"/>
            </a:xfrm>
            <a:custGeom>
              <a:avLst/>
              <a:gdLst/>
              <a:ahLst/>
              <a:cxnLst/>
              <a:rect l="l" t="t" r="r" b="b"/>
              <a:pathLst>
                <a:path w="12081" h="2883" extrusionOk="0">
                  <a:moveTo>
                    <a:pt x="12080" y="0"/>
                  </a:moveTo>
                  <a:lnTo>
                    <a:pt x="0" y="251"/>
                  </a:lnTo>
                  <a:lnTo>
                    <a:pt x="276" y="2882"/>
                  </a:lnTo>
                  <a:lnTo>
                    <a:pt x="11755" y="2882"/>
                  </a:lnTo>
                  <a:lnTo>
                    <a:pt x="12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5219895" y="2384376"/>
              <a:ext cx="216772" cy="6198"/>
            </a:xfrm>
            <a:custGeom>
              <a:avLst/>
              <a:gdLst/>
              <a:ahLst/>
              <a:cxnLst/>
              <a:rect l="l" t="t" r="r" b="b"/>
              <a:pathLst>
                <a:path w="10528" h="301" extrusionOk="0">
                  <a:moveTo>
                    <a:pt x="1" y="0"/>
                  </a:moveTo>
                  <a:lnTo>
                    <a:pt x="1" y="301"/>
                  </a:lnTo>
                  <a:lnTo>
                    <a:pt x="10527" y="301"/>
                  </a:lnTo>
                  <a:lnTo>
                    <a:pt x="10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2" name="Google Shape;1022;p34"/>
          <p:cNvGrpSpPr/>
          <p:nvPr/>
        </p:nvGrpSpPr>
        <p:grpSpPr>
          <a:xfrm>
            <a:off x="1072273" y="1597437"/>
            <a:ext cx="1053874" cy="2632746"/>
            <a:chOff x="4367956" y="1966393"/>
            <a:chExt cx="1135273" cy="2836094"/>
          </a:xfrm>
        </p:grpSpPr>
        <p:sp>
          <p:nvSpPr>
            <p:cNvPr id="1023" name="Google Shape;1023;p34"/>
            <p:cNvSpPr/>
            <p:nvPr/>
          </p:nvSpPr>
          <p:spPr>
            <a:xfrm>
              <a:off x="4804158" y="2467186"/>
              <a:ext cx="514379" cy="537770"/>
            </a:xfrm>
            <a:custGeom>
              <a:avLst/>
              <a:gdLst/>
              <a:ahLst/>
              <a:cxnLst/>
              <a:rect l="l" t="t" r="r" b="b"/>
              <a:pathLst>
                <a:path w="24982" h="26118" extrusionOk="0">
                  <a:moveTo>
                    <a:pt x="5614" y="1"/>
                  </a:moveTo>
                  <a:cubicBezTo>
                    <a:pt x="1317" y="1"/>
                    <a:pt x="1" y="4331"/>
                    <a:pt x="3025" y="8610"/>
                  </a:cubicBezTo>
                  <a:cubicBezTo>
                    <a:pt x="3025" y="8610"/>
                    <a:pt x="15306" y="24099"/>
                    <a:pt x="17236" y="25051"/>
                  </a:cubicBezTo>
                  <a:cubicBezTo>
                    <a:pt x="18292" y="25801"/>
                    <a:pt x="19293" y="26118"/>
                    <a:pt x="20184" y="26118"/>
                  </a:cubicBezTo>
                  <a:cubicBezTo>
                    <a:pt x="23224" y="26118"/>
                    <a:pt x="24981" y="22423"/>
                    <a:pt x="23276" y="19612"/>
                  </a:cubicBezTo>
                  <a:cubicBezTo>
                    <a:pt x="21997" y="16454"/>
                    <a:pt x="11797" y="1993"/>
                    <a:pt x="8840" y="665"/>
                  </a:cubicBezTo>
                  <a:cubicBezTo>
                    <a:pt x="7632" y="207"/>
                    <a:pt x="6552" y="1"/>
                    <a:pt x="5614" y="1"/>
                  </a:cubicBezTo>
                  <a:close/>
                </a:path>
              </a:pathLst>
            </a:custGeom>
            <a:solidFill>
              <a:srgbClr val="F9B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4828248" y="4672708"/>
              <a:ext cx="362796" cy="129779"/>
            </a:xfrm>
            <a:custGeom>
              <a:avLst/>
              <a:gdLst/>
              <a:ahLst/>
              <a:cxnLst/>
              <a:rect l="l" t="t" r="r" b="b"/>
              <a:pathLst>
                <a:path w="17620" h="6303" extrusionOk="0">
                  <a:moveTo>
                    <a:pt x="6695" y="1"/>
                  </a:moveTo>
                  <a:cubicBezTo>
                    <a:pt x="4458" y="1"/>
                    <a:pt x="577" y="763"/>
                    <a:pt x="577" y="763"/>
                  </a:cubicBezTo>
                  <a:lnTo>
                    <a:pt x="101" y="4673"/>
                  </a:lnTo>
                  <a:cubicBezTo>
                    <a:pt x="0" y="5475"/>
                    <a:pt x="201" y="6302"/>
                    <a:pt x="878" y="6302"/>
                  </a:cubicBezTo>
                  <a:lnTo>
                    <a:pt x="16617" y="6302"/>
                  </a:lnTo>
                  <a:cubicBezTo>
                    <a:pt x="17619" y="5149"/>
                    <a:pt x="14687" y="3144"/>
                    <a:pt x="10176" y="2117"/>
                  </a:cubicBezTo>
                  <a:cubicBezTo>
                    <a:pt x="10176" y="2117"/>
                    <a:pt x="8597" y="1440"/>
                    <a:pt x="8221" y="387"/>
                  </a:cubicBezTo>
                  <a:cubicBezTo>
                    <a:pt x="8120" y="104"/>
                    <a:pt x="7519" y="1"/>
                    <a:pt x="66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4407178" y="4672708"/>
              <a:ext cx="362796" cy="129779"/>
            </a:xfrm>
            <a:custGeom>
              <a:avLst/>
              <a:gdLst/>
              <a:ahLst/>
              <a:cxnLst/>
              <a:rect l="l" t="t" r="r" b="b"/>
              <a:pathLst>
                <a:path w="17620" h="6303" extrusionOk="0">
                  <a:moveTo>
                    <a:pt x="6684" y="1"/>
                  </a:moveTo>
                  <a:cubicBezTo>
                    <a:pt x="4445" y="1"/>
                    <a:pt x="577" y="763"/>
                    <a:pt x="577" y="763"/>
                  </a:cubicBezTo>
                  <a:lnTo>
                    <a:pt x="100" y="4673"/>
                  </a:lnTo>
                  <a:cubicBezTo>
                    <a:pt x="0" y="5475"/>
                    <a:pt x="201" y="6302"/>
                    <a:pt x="877" y="6302"/>
                  </a:cubicBezTo>
                  <a:lnTo>
                    <a:pt x="16617" y="6302"/>
                  </a:lnTo>
                  <a:cubicBezTo>
                    <a:pt x="17619" y="5149"/>
                    <a:pt x="14687" y="3144"/>
                    <a:pt x="10176" y="2117"/>
                  </a:cubicBezTo>
                  <a:cubicBezTo>
                    <a:pt x="10176" y="2117"/>
                    <a:pt x="8597" y="1440"/>
                    <a:pt x="8221" y="387"/>
                  </a:cubicBezTo>
                  <a:cubicBezTo>
                    <a:pt x="8113" y="104"/>
                    <a:pt x="7509" y="1"/>
                    <a:pt x="6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4376274" y="3245604"/>
              <a:ext cx="705908" cy="1451821"/>
            </a:xfrm>
            <a:custGeom>
              <a:avLst/>
              <a:gdLst/>
              <a:ahLst/>
              <a:cxnLst/>
              <a:rect l="l" t="t" r="r" b="b"/>
              <a:pathLst>
                <a:path w="34284" h="70511" extrusionOk="0">
                  <a:moveTo>
                    <a:pt x="29095" y="1"/>
                  </a:moveTo>
                  <a:lnTo>
                    <a:pt x="6063" y="577"/>
                  </a:lnTo>
                  <a:cubicBezTo>
                    <a:pt x="1281" y="13821"/>
                    <a:pt x="0" y="70077"/>
                    <a:pt x="1146" y="70077"/>
                  </a:cubicBezTo>
                  <a:cubicBezTo>
                    <a:pt x="1148" y="70077"/>
                    <a:pt x="1149" y="70077"/>
                    <a:pt x="1150" y="70076"/>
                  </a:cubicBezTo>
                  <a:cubicBezTo>
                    <a:pt x="1651" y="70377"/>
                    <a:pt x="2955" y="70477"/>
                    <a:pt x="4470" y="70477"/>
                  </a:cubicBezTo>
                  <a:cubicBezTo>
                    <a:pt x="7499" y="70477"/>
                    <a:pt x="11376" y="70076"/>
                    <a:pt x="11376" y="70076"/>
                  </a:cubicBezTo>
                  <a:lnTo>
                    <a:pt x="16714" y="9800"/>
                  </a:lnTo>
                  <a:lnTo>
                    <a:pt x="17366" y="9851"/>
                  </a:lnTo>
                  <a:lnTo>
                    <a:pt x="21526" y="70076"/>
                  </a:lnTo>
                  <a:cubicBezTo>
                    <a:pt x="21927" y="70402"/>
                    <a:pt x="23158" y="70511"/>
                    <a:pt x="24621" y="70511"/>
                  </a:cubicBezTo>
                  <a:cubicBezTo>
                    <a:pt x="27547" y="70511"/>
                    <a:pt x="31401" y="70076"/>
                    <a:pt x="31401" y="70076"/>
                  </a:cubicBezTo>
                  <a:cubicBezTo>
                    <a:pt x="31401" y="70076"/>
                    <a:pt x="34283" y="13886"/>
                    <a:pt x="29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4546505" y="3401959"/>
              <a:ext cx="273518" cy="45957"/>
            </a:xfrm>
            <a:custGeom>
              <a:avLst/>
              <a:gdLst/>
              <a:ahLst/>
              <a:cxnLst/>
              <a:rect l="l" t="t" r="r" b="b"/>
              <a:pathLst>
                <a:path w="13284" h="2232" extrusionOk="0">
                  <a:moveTo>
                    <a:pt x="125" y="1"/>
                  </a:moveTo>
                  <a:lnTo>
                    <a:pt x="0" y="277"/>
                  </a:lnTo>
                  <a:cubicBezTo>
                    <a:pt x="2957" y="1580"/>
                    <a:pt x="6040" y="2231"/>
                    <a:pt x="9198" y="2231"/>
                  </a:cubicBezTo>
                  <a:cubicBezTo>
                    <a:pt x="10551" y="2231"/>
                    <a:pt x="11905" y="2106"/>
                    <a:pt x="13283" y="1881"/>
                  </a:cubicBezTo>
                  <a:lnTo>
                    <a:pt x="13233" y="1555"/>
                  </a:lnTo>
                  <a:cubicBezTo>
                    <a:pt x="11877" y="1787"/>
                    <a:pt x="10532" y="1903"/>
                    <a:pt x="9202" y="1903"/>
                  </a:cubicBezTo>
                  <a:cubicBezTo>
                    <a:pt x="6082" y="1903"/>
                    <a:pt x="3042" y="1266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4975316" y="3325593"/>
              <a:ext cx="29423" cy="36135"/>
            </a:xfrm>
            <a:custGeom>
              <a:avLst/>
              <a:gdLst/>
              <a:ahLst/>
              <a:cxnLst/>
              <a:rect l="l" t="t" r="r" b="b"/>
              <a:pathLst>
                <a:path w="1429" h="1755" extrusionOk="0">
                  <a:moveTo>
                    <a:pt x="1178" y="1"/>
                  </a:moveTo>
                  <a:lnTo>
                    <a:pt x="0" y="1554"/>
                  </a:lnTo>
                  <a:lnTo>
                    <a:pt x="251" y="1755"/>
                  </a:lnTo>
                  <a:lnTo>
                    <a:pt x="1429" y="20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4633289" y="2085069"/>
              <a:ext cx="298699" cy="403688"/>
            </a:xfrm>
            <a:custGeom>
              <a:avLst/>
              <a:gdLst/>
              <a:ahLst/>
              <a:cxnLst/>
              <a:rect l="l" t="t" r="r" b="b"/>
              <a:pathLst>
                <a:path w="14507" h="19606" extrusionOk="0">
                  <a:moveTo>
                    <a:pt x="9469" y="1"/>
                  </a:moveTo>
                  <a:lnTo>
                    <a:pt x="4883" y="3484"/>
                  </a:lnTo>
                  <a:lnTo>
                    <a:pt x="1449" y="8597"/>
                  </a:lnTo>
                  <a:lnTo>
                    <a:pt x="1098" y="16367"/>
                  </a:lnTo>
                  <a:cubicBezTo>
                    <a:pt x="1" y="18486"/>
                    <a:pt x="1033" y="19606"/>
                    <a:pt x="4399" y="19606"/>
                  </a:cubicBezTo>
                  <a:cubicBezTo>
                    <a:pt x="5491" y="19606"/>
                    <a:pt x="6828" y="19488"/>
                    <a:pt x="8417" y="19249"/>
                  </a:cubicBezTo>
                  <a:lnTo>
                    <a:pt x="8492" y="15114"/>
                  </a:lnTo>
                  <a:cubicBezTo>
                    <a:pt x="8492" y="15114"/>
                    <a:pt x="8973" y="15265"/>
                    <a:pt x="9788" y="15265"/>
                  </a:cubicBezTo>
                  <a:cubicBezTo>
                    <a:pt x="10338" y="15265"/>
                    <a:pt x="11041" y="15196"/>
                    <a:pt x="11850" y="14963"/>
                  </a:cubicBezTo>
                  <a:cubicBezTo>
                    <a:pt x="13855" y="14387"/>
                    <a:pt x="13204" y="9499"/>
                    <a:pt x="13204" y="9499"/>
                  </a:cubicBezTo>
                  <a:cubicBezTo>
                    <a:pt x="13204" y="9499"/>
                    <a:pt x="14507" y="8923"/>
                    <a:pt x="14507" y="8422"/>
                  </a:cubicBezTo>
                  <a:cubicBezTo>
                    <a:pt x="14507" y="7920"/>
                    <a:pt x="13580" y="7219"/>
                    <a:pt x="13379" y="5489"/>
                  </a:cubicBezTo>
                  <a:cubicBezTo>
                    <a:pt x="13204" y="3785"/>
                    <a:pt x="11499" y="301"/>
                    <a:pt x="11499" y="301"/>
                  </a:cubicBezTo>
                  <a:lnTo>
                    <a:pt x="9469" y="1"/>
                  </a:lnTo>
                  <a:close/>
                </a:path>
              </a:pathLst>
            </a:custGeom>
            <a:solidFill>
              <a:srgbClr val="F9B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4557850" y="1966393"/>
              <a:ext cx="350421" cy="363311"/>
            </a:xfrm>
            <a:custGeom>
              <a:avLst/>
              <a:gdLst/>
              <a:ahLst/>
              <a:cxnLst/>
              <a:rect l="l" t="t" r="r" b="b"/>
              <a:pathLst>
                <a:path w="17019" h="17645" extrusionOk="0">
                  <a:moveTo>
                    <a:pt x="15690" y="0"/>
                  </a:moveTo>
                  <a:lnTo>
                    <a:pt x="15690" y="0"/>
                  </a:lnTo>
                  <a:cubicBezTo>
                    <a:pt x="8146" y="1479"/>
                    <a:pt x="1554" y="3283"/>
                    <a:pt x="2457" y="7494"/>
                  </a:cubicBezTo>
                  <a:cubicBezTo>
                    <a:pt x="0" y="8421"/>
                    <a:pt x="326" y="13033"/>
                    <a:pt x="5113" y="17519"/>
                  </a:cubicBezTo>
                  <a:cubicBezTo>
                    <a:pt x="5512" y="17602"/>
                    <a:pt x="5904" y="17645"/>
                    <a:pt x="6286" y="17645"/>
                  </a:cubicBezTo>
                  <a:cubicBezTo>
                    <a:pt x="7988" y="17645"/>
                    <a:pt x="9471" y="16785"/>
                    <a:pt x="10351" y="14737"/>
                  </a:cubicBezTo>
                  <a:cubicBezTo>
                    <a:pt x="10828" y="13509"/>
                    <a:pt x="10527" y="12381"/>
                    <a:pt x="10777" y="11253"/>
                  </a:cubicBezTo>
                  <a:cubicBezTo>
                    <a:pt x="10921" y="10839"/>
                    <a:pt x="11265" y="10649"/>
                    <a:pt x="11673" y="10649"/>
                  </a:cubicBezTo>
                  <a:cubicBezTo>
                    <a:pt x="12623" y="10649"/>
                    <a:pt x="13915" y="11678"/>
                    <a:pt x="13810" y="13309"/>
                  </a:cubicBezTo>
                  <a:cubicBezTo>
                    <a:pt x="13862" y="13323"/>
                    <a:pt x="13911" y="13329"/>
                    <a:pt x="13955" y="13329"/>
                  </a:cubicBezTo>
                  <a:cubicBezTo>
                    <a:pt x="14466" y="13329"/>
                    <a:pt x="14487" y="12481"/>
                    <a:pt x="14487" y="12481"/>
                  </a:cubicBezTo>
                  <a:cubicBezTo>
                    <a:pt x="14437" y="10151"/>
                    <a:pt x="14161" y="9123"/>
                    <a:pt x="13384" y="7394"/>
                  </a:cubicBezTo>
                  <a:cubicBezTo>
                    <a:pt x="16968" y="5940"/>
                    <a:pt x="17018" y="3208"/>
                    <a:pt x="1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4805023" y="2374555"/>
              <a:ext cx="6218" cy="21702"/>
            </a:xfrm>
            <a:custGeom>
              <a:avLst/>
              <a:gdLst/>
              <a:ahLst/>
              <a:cxnLst/>
              <a:rect l="l" t="t" r="r" b="b"/>
              <a:pathLst>
                <a:path w="302" h="1054" extrusionOk="0">
                  <a:moveTo>
                    <a:pt x="0" y="1"/>
                  </a:moveTo>
                  <a:lnTo>
                    <a:pt x="0" y="1054"/>
                  </a:lnTo>
                  <a:lnTo>
                    <a:pt x="301" y="1054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4791887" y="2523538"/>
              <a:ext cx="495807" cy="367552"/>
            </a:xfrm>
            <a:custGeom>
              <a:avLst/>
              <a:gdLst/>
              <a:ahLst/>
              <a:cxnLst/>
              <a:rect l="l" t="t" r="r" b="b"/>
              <a:pathLst>
                <a:path w="24080" h="17851" extrusionOk="0">
                  <a:moveTo>
                    <a:pt x="20574" y="0"/>
                  </a:moveTo>
                  <a:cubicBezTo>
                    <a:pt x="20135" y="0"/>
                    <a:pt x="19716" y="96"/>
                    <a:pt x="19385" y="309"/>
                  </a:cubicBezTo>
                  <a:cubicBezTo>
                    <a:pt x="19385" y="309"/>
                    <a:pt x="4398" y="9306"/>
                    <a:pt x="3195" y="11086"/>
                  </a:cubicBezTo>
                  <a:cubicBezTo>
                    <a:pt x="1" y="14816"/>
                    <a:pt x="2246" y="17851"/>
                    <a:pt x="5304" y="17851"/>
                  </a:cubicBezTo>
                  <a:cubicBezTo>
                    <a:pt x="5965" y="17851"/>
                    <a:pt x="6665" y="17709"/>
                    <a:pt x="7355" y="17402"/>
                  </a:cubicBezTo>
                  <a:cubicBezTo>
                    <a:pt x="11190" y="15998"/>
                    <a:pt x="22619" y="2790"/>
                    <a:pt x="22619" y="2790"/>
                  </a:cubicBezTo>
                  <a:cubicBezTo>
                    <a:pt x="24079" y="1310"/>
                    <a:pt x="22198" y="0"/>
                    <a:pt x="20574" y="0"/>
                  </a:cubicBezTo>
                  <a:close/>
                </a:path>
              </a:pathLst>
            </a:custGeom>
            <a:solidFill>
              <a:srgbClr val="F9B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5151271" y="2397162"/>
              <a:ext cx="143883" cy="182963"/>
            </a:xfrm>
            <a:custGeom>
              <a:avLst/>
              <a:gdLst/>
              <a:ahLst/>
              <a:cxnLst/>
              <a:rect l="l" t="t" r="r" b="b"/>
              <a:pathLst>
                <a:path w="6988" h="8886" extrusionOk="0">
                  <a:moveTo>
                    <a:pt x="6208" y="0"/>
                  </a:moveTo>
                  <a:cubicBezTo>
                    <a:pt x="5977" y="0"/>
                    <a:pt x="5745" y="111"/>
                    <a:pt x="5615" y="382"/>
                  </a:cubicBezTo>
                  <a:cubicBezTo>
                    <a:pt x="5615" y="382"/>
                    <a:pt x="5054" y="2990"/>
                    <a:pt x="4245" y="2990"/>
                  </a:cubicBezTo>
                  <a:cubicBezTo>
                    <a:pt x="4234" y="2990"/>
                    <a:pt x="4223" y="2989"/>
                    <a:pt x="4211" y="2988"/>
                  </a:cubicBezTo>
                  <a:cubicBezTo>
                    <a:pt x="3660" y="2913"/>
                    <a:pt x="3409" y="206"/>
                    <a:pt x="3409" y="206"/>
                  </a:cubicBezTo>
                  <a:cubicBezTo>
                    <a:pt x="1" y="2211"/>
                    <a:pt x="527" y="7349"/>
                    <a:pt x="2732" y="8727"/>
                  </a:cubicBezTo>
                  <a:cubicBezTo>
                    <a:pt x="3006" y="8841"/>
                    <a:pt x="3303" y="8885"/>
                    <a:pt x="3598" y="8885"/>
                  </a:cubicBezTo>
                  <a:cubicBezTo>
                    <a:pt x="4602" y="8885"/>
                    <a:pt x="5590" y="8377"/>
                    <a:pt x="5590" y="8377"/>
                  </a:cubicBezTo>
                  <a:cubicBezTo>
                    <a:pt x="5590" y="8377"/>
                    <a:pt x="6342" y="7550"/>
                    <a:pt x="6367" y="3940"/>
                  </a:cubicBezTo>
                  <a:cubicBezTo>
                    <a:pt x="6417" y="3189"/>
                    <a:pt x="6893" y="707"/>
                    <a:pt x="6893" y="707"/>
                  </a:cubicBezTo>
                  <a:cubicBezTo>
                    <a:pt x="6987" y="314"/>
                    <a:pt x="6598" y="0"/>
                    <a:pt x="6208" y="0"/>
                  </a:cubicBezTo>
                  <a:close/>
                </a:path>
              </a:pathLst>
            </a:custGeom>
            <a:solidFill>
              <a:srgbClr val="F9B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5133832" y="2534307"/>
              <a:ext cx="322501" cy="470605"/>
            </a:xfrm>
            <a:custGeom>
              <a:avLst/>
              <a:gdLst/>
              <a:ahLst/>
              <a:cxnLst/>
              <a:rect l="l" t="t" r="r" b="b"/>
              <a:pathLst>
                <a:path w="15663" h="22856" extrusionOk="0">
                  <a:moveTo>
                    <a:pt x="13557" y="0"/>
                  </a:moveTo>
                  <a:cubicBezTo>
                    <a:pt x="12930" y="0"/>
                    <a:pt x="12285" y="282"/>
                    <a:pt x="11925" y="863"/>
                  </a:cubicBezTo>
                  <a:cubicBezTo>
                    <a:pt x="11925" y="863"/>
                    <a:pt x="1349" y="15099"/>
                    <a:pt x="1023" y="17229"/>
                  </a:cubicBezTo>
                  <a:cubicBezTo>
                    <a:pt x="1" y="20962"/>
                    <a:pt x="1858" y="22856"/>
                    <a:pt x="4042" y="22856"/>
                  </a:cubicBezTo>
                  <a:cubicBezTo>
                    <a:pt x="5232" y="22856"/>
                    <a:pt x="6518" y="22295"/>
                    <a:pt x="7489" y="21164"/>
                  </a:cubicBezTo>
                  <a:cubicBezTo>
                    <a:pt x="10371" y="18257"/>
                    <a:pt x="15108" y="2417"/>
                    <a:pt x="15108" y="2417"/>
                  </a:cubicBezTo>
                  <a:cubicBezTo>
                    <a:pt x="15663" y="833"/>
                    <a:pt x="14635" y="0"/>
                    <a:pt x="13557" y="0"/>
                  </a:cubicBezTo>
                  <a:close/>
                </a:path>
              </a:pathLst>
            </a:custGeom>
            <a:solidFill>
              <a:srgbClr val="F9B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4367956" y="2419974"/>
              <a:ext cx="684803" cy="902954"/>
            </a:xfrm>
            <a:custGeom>
              <a:avLst/>
              <a:gdLst/>
              <a:ahLst/>
              <a:cxnLst/>
              <a:rect l="l" t="t" r="r" b="b"/>
              <a:pathLst>
                <a:path w="33259" h="43854" extrusionOk="0">
                  <a:moveTo>
                    <a:pt x="13985" y="0"/>
                  </a:moveTo>
                  <a:cubicBezTo>
                    <a:pt x="12908" y="126"/>
                    <a:pt x="11880" y="176"/>
                    <a:pt x="10777" y="502"/>
                  </a:cubicBezTo>
                  <a:cubicBezTo>
                    <a:pt x="0" y="3108"/>
                    <a:pt x="5238" y="25314"/>
                    <a:pt x="5715" y="30351"/>
                  </a:cubicBezTo>
                  <a:cubicBezTo>
                    <a:pt x="6216" y="35389"/>
                    <a:pt x="5589" y="42632"/>
                    <a:pt x="5589" y="42632"/>
                  </a:cubicBezTo>
                  <a:cubicBezTo>
                    <a:pt x="8431" y="43379"/>
                    <a:pt x="11844" y="43853"/>
                    <a:pt x="15761" y="43853"/>
                  </a:cubicBezTo>
                  <a:cubicBezTo>
                    <a:pt x="19999" y="43853"/>
                    <a:pt x="24824" y="43298"/>
                    <a:pt x="30151" y="41930"/>
                  </a:cubicBezTo>
                  <a:cubicBezTo>
                    <a:pt x="30151" y="41930"/>
                    <a:pt x="30076" y="28397"/>
                    <a:pt x="31630" y="22131"/>
                  </a:cubicBezTo>
                  <a:cubicBezTo>
                    <a:pt x="33209" y="15840"/>
                    <a:pt x="33259" y="5740"/>
                    <a:pt x="31604" y="4086"/>
                  </a:cubicBezTo>
                  <a:cubicBezTo>
                    <a:pt x="30677" y="2858"/>
                    <a:pt x="26617" y="802"/>
                    <a:pt x="21354" y="51"/>
                  </a:cubicBezTo>
                  <a:cubicBezTo>
                    <a:pt x="20213" y="307"/>
                    <a:pt x="19034" y="422"/>
                    <a:pt x="17870" y="422"/>
                  </a:cubicBezTo>
                  <a:cubicBezTo>
                    <a:pt x="16528" y="422"/>
                    <a:pt x="15206" y="269"/>
                    <a:pt x="139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4485603" y="3086675"/>
              <a:ext cx="48531" cy="113039"/>
            </a:xfrm>
            <a:custGeom>
              <a:avLst/>
              <a:gdLst/>
              <a:ahLst/>
              <a:cxnLst/>
              <a:rect l="l" t="t" r="r" b="b"/>
              <a:pathLst>
                <a:path w="2357" h="5490" extrusionOk="0">
                  <a:moveTo>
                    <a:pt x="301" y="1"/>
                  </a:moveTo>
                  <a:lnTo>
                    <a:pt x="1" y="101"/>
                  </a:lnTo>
                  <a:lnTo>
                    <a:pt x="2081" y="5489"/>
                  </a:lnTo>
                  <a:lnTo>
                    <a:pt x="2357" y="538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4804158" y="2467186"/>
              <a:ext cx="405335" cy="412788"/>
            </a:xfrm>
            <a:custGeom>
              <a:avLst/>
              <a:gdLst/>
              <a:ahLst/>
              <a:cxnLst/>
              <a:rect l="l" t="t" r="r" b="b"/>
              <a:pathLst>
                <a:path w="19686" h="20048" extrusionOk="0">
                  <a:moveTo>
                    <a:pt x="5614" y="1"/>
                  </a:moveTo>
                  <a:cubicBezTo>
                    <a:pt x="1317" y="1"/>
                    <a:pt x="1" y="4331"/>
                    <a:pt x="3025" y="8610"/>
                  </a:cubicBezTo>
                  <a:cubicBezTo>
                    <a:pt x="3025" y="8610"/>
                    <a:pt x="7261" y="15276"/>
                    <a:pt x="11321" y="20038"/>
                  </a:cubicBezTo>
                  <a:cubicBezTo>
                    <a:pt x="11368" y="20044"/>
                    <a:pt x="11416" y="20047"/>
                    <a:pt x="11466" y="20047"/>
                  </a:cubicBezTo>
                  <a:cubicBezTo>
                    <a:pt x="13914" y="20047"/>
                    <a:pt x="19686" y="12937"/>
                    <a:pt x="19391" y="12520"/>
                  </a:cubicBezTo>
                  <a:cubicBezTo>
                    <a:pt x="19391" y="12520"/>
                    <a:pt x="13702" y="3171"/>
                    <a:pt x="8840" y="665"/>
                  </a:cubicBezTo>
                  <a:cubicBezTo>
                    <a:pt x="7632" y="207"/>
                    <a:pt x="6552" y="1"/>
                    <a:pt x="56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5221460" y="2768798"/>
              <a:ext cx="54193" cy="78983"/>
            </a:xfrm>
            <a:custGeom>
              <a:avLst/>
              <a:gdLst/>
              <a:ahLst/>
              <a:cxnLst/>
              <a:rect l="l" t="t" r="r" b="b"/>
              <a:pathLst>
                <a:path w="2632" h="3836" extrusionOk="0">
                  <a:moveTo>
                    <a:pt x="251" y="1"/>
                  </a:moveTo>
                  <a:lnTo>
                    <a:pt x="0" y="176"/>
                  </a:lnTo>
                  <a:lnTo>
                    <a:pt x="2381" y="3835"/>
                  </a:lnTo>
                  <a:lnTo>
                    <a:pt x="2632" y="3660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4891189" y="2712569"/>
              <a:ext cx="119237" cy="133670"/>
            </a:xfrm>
            <a:custGeom>
              <a:avLst/>
              <a:gdLst/>
              <a:ahLst/>
              <a:cxnLst/>
              <a:rect l="l" t="t" r="r" b="b"/>
              <a:pathLst>
                <a:path w="5791" h="6492" extrusionOk="0">
                  <a:moveTo>
                    <a:pt x="252" y="0"/>
                  </a:moveTo>
                  <a:lnTo>
                    <a:pt x="1" y="201"/>
                  </a:lnTo>
                  <a:lnTo>
                    <a:pt x="5565" y="6491"/>
                  </a:lnTo>
                  <a:lnTo>
                    <a:pt x="5790" y="626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5359346" y="2397162"/>
              <a:ext cx="143883" cy="192290"/>
            </a:xfrm>
            <a:custGeom>
              <a:avLst/>
              <a:gdLst/>
              <a:ahLst/>
              <a:cxnLst/>
              <a:rect l="l" t="t" r="r" b="b"/>
              <a:pathLst>
                <a:path w="6988" h="9339" extrusionOk="0">
                  <a:moveTo>
                    <a:pt x="791" y="0"/>
                  </a:moveTo>
                  <a:cubicBezTo>
                    <a:pt x="400" y="0"/>
                    <a:pt x="1" y="314"/>
                    <a:pt x="95" y="707"/>
                  </a:cubicBezTo>
                  <a:cubicBezTo>
                    <a:pt x="95" y="707"/>
                    <a:pt x="596" y="3189"/>
                    <a:pt x="622" y="3940"/>
                  </a:cubicBezTo>
                  <a:cubicBezTo>
                    <a:pt x="672" y="4692"/>
                    <a:pt x="997" y="7550"/>
                    <a:pt x="997" y="7550"/>
                  </a:cubicBezTo>
                  <a:cubicBezTo>
                    <a:pt x="1067" y="8450"/>
                    <a:pt x="1375" y="9339"/>
                    <a:pt x="2403" y="9339"/>
                  </a:cubicBezTo>
                  <a:cubicBezTo>
                    <a:pt x="2863" y="9339"/>
                    <a:pt x="3466" y="9161"/>
                    <a:pt x="4256" y="8727"/>
                  </a:cubicBezTo>
                  <a:cubicBezTo>
                    <a:pt x="6486" y="7349"/>
                    <a:pt x="6987" y="2211"/>
                    <a:pt x="3579" y="206"/>
                  </a:cubicBezTo>
                  <a:cubicBezTo>
                    <a:pt x="3579" y="206"/>
                    <a:pt x="3353" y="2913"/>
                    <a:pt x="2802" y="2988"/>
                  </a:cubicBezTo>
                  <a:cubicBezTo>
                    <a:pt x="2790" y="2989"/>
                    <a:pt x="2778" y="2990"/>
                    <a:pt x="2767" y="2990"/>
                  </a:cubicBezTo>
                  <a:cubicBezTo>
                    <a:pt x="1934" y="2990"/>
                    <a:pt x="1373" y="382"/>
                    <a:pt x="1373" y="382"/>
                  </a:cubicBezTo>
                  <a:cubicBezTo>
                    <a:pt x="1252" y="111"/>
                    <a:pt x="1023" y="0"/>
                    <a:pt x="791" y="0"/>
                  </a:cubicBezTo>
                  <a:close/>
                </a:path>
              </a:pathLst>
            </a:custGeom>
            <a:solidFill>
              <a:srgbClr val="F9B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5022260" y="2704312"/>
              <a:ext cx="171865" cy="159984"/>
            </a:xfrm>
            <a:custGeom>
              <a:avLst/>
              <a:gdLst/>
              <a:ahLst/>
              <a:cxnLst/>
              <a:rect l="l" t="t" r="r" b="b"/>
              <a:pathLst>
                <a:path w="8347" h="7770" extrusionOk="0">
                  <a:moveTo>
                    <a:pt x="8096" y="0"/>
                  </a:moveTo>
                  <a:cubicBezTo>
                    <a:pt x="5565" y="3509"/>
                    <a:pt x="2457" y="6366"/>
                    <a:pt x="1" y="7469"/>
                  </a:cubicBezTo>
                  <a:lnTo>
                    <a:pt x="151" y="7769"/>
                  </a:lnTo>
                  <a:cubicBezTo>
                    <a:pt x="2683" y="6617"/>
                    <a:pt x="5740" y="3784"/>
                    <a:pt x="8347" y="201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" name="Google Shape;1042;p34"/>
          <p:cNvGrpSpPr/>
          <p:nvPr/>
        </p:nvGrpSpPr>
        <p:grpSpPr>
          <a:xfrm>
            <a:off x="2311976" y="1274561"/>
            <a:ext cx="450319" cy="743963"/>
            <a:chOff x="5703411" y="1618579"/>
            <a:chExt cx="485100" cy="801425"/>
          </a:xfrm>
        </p:grpSpPr>
        <p:sp>
          <p:nvSpPr>
            <p:cNvPr id="1043" name="Google Shape;1043;p34"/>
            <p:cNvSpPr/>
            <p:nvPr/>
          </p:nvSpPr>
          <p:spPr>
            <a:xfrm>
              <a:off x="5754514" y="1897234"/>
              <a:ext cx="358657" cy="293655"/>
            </a:xfrm>
            <a:custGeom>
              <a:avLst/>
              <a:gdLst/>
              <a:ahLst/>
              <a:cxnLst/>
              <a:rect l="l" t="t" r="r" b="b"/>
              <a:pathLst>
                <a:path w="17419" h="14262" extrusionOk="0">
                  <a:moveTo>
                    <a:pt x="11103" y="1"/>
                  </a:moveTo>
                  <a:lnTo>
                    <a:pt x="11103" y="1"/>
                  </a:lnTo>
                  <a:cubicBezTo>
                    <a:pt x="9574" y="3685"/>
                    <a:pt x="8546" y="7344"/>
                    <a:pt x="8697" y="11003"/>
                  </a:cubicBezTo>
                  <a:cubicBezTo>
                    <a:pt x="7870" y="7971"/>
                    <a:pt x="5915" y="5364"/>
                    <a:pt x="3484" y="2933"/>
                  </a:cubicBezTo>
                  <a:lnTo>
                    <a:pt x="3484" y="2933"/>
                  </a:lnTo>
                  <a:cubicBezTo>
                    <a:pt x="4060" y="6467"/>
                    <a:pt x="4962" y="9625"/>
                    <a:pt x="6617" y="11855"/>
                  </a:cubicBezTo>
                  <a:cubicBezTo>
                    <a:pt x="4862" y="9976"/>
                    <a:pt x="2556" y="9099"/>
                    <a:pt x="0" y="8647"/>
                  </a:cubicBezTo>
                  <a:lnTo>
                    <a:pt x="0" y="8647"/>
                  </a:lnTo>
                  <a:cubicBezTo>
                    <a:pt x="1754" y="11329"/>
                    <a:pt x="3484" y="13234"/>
                    <a:pt x="6366" y="14262"/>
                  </a:cubicBezTo>
                  <a:lnTo>
                    <a:pt x="11379" y="14262"/>
                  </a:lnTo>
                  <a:cubicBezTo>
                    <a:pt x="13634" y="13334"/>
                    <a:pt x="15790" y="11429"/>
                    <a:pt x="17419" y="8823"/>
                  </a:cubicBezTo>
                  <a:lnTo>
                    <a:pt x="17419" y="8823"/>
                  </a:lnTo>
                  <a:cubicBezTo>
                    <a:pt x="15769" y="9411"/>
                    <a:pt x="14302" y="10121"/>
                    <a:pt x="13240" y="11210"/>
                  </a:cubicBezTo>
                  <a:lnTo>
                    <a:pt x="13240" y="11210"/>
                  </a:lnTo>
                  <a:cubicBezTo>
                    <a:pt x="14392" y="9842"/>
                    <a:pt x="15343" y="7791"/>
                    <a:pt x="16191" y="5364"/>
                  </a:cubicBezTo>
                  <a:lnTo>
                    <a:pt x="16191" y="5364"/>
                  </a:lnTo>
                  <a:cubicBezTo>
                    <a:pt x="13760" y="6968"/>
                    <a:pt x="11930" y="8873"/>
                    <a:pt x="11003" y="11179"/>
                  </a:cubicBezTo>
                  <a:cubicBezTo>
                    <a:pt x="11905" y="7871"/>
                    <a:pt x="11780" y="4061"/>
                    <a:pt x="11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5888158" y="2139260"/>
              <a:ext cx="25820" cy="52134"/>
            </a:xfrm>
            <a:custGeom>
              <a:avLst/>
              <a:gdLst/>
              <a:ahLst/>
              <a:cxnLst/>
              <a:rect l="l" t="t" r="r" b="b"/>
              <a:pathLst>
                <a:path w="1254" h="2532" extrusionOk="0">
                  <a:moveTo>
                    <a:pt x="251" y="0"/>
                  </a:moveTo>
                  <a:lnTo>
                    <a:pt x="0" y="201"/>
                  </a:lnTo>
                  <a:cubicBezTo>
                    <a:pt x="0" y="201"/>
                    <a:pt x="727" y="1253"/>
                    <a:pt x="953" y="2532"/>
                  </a:cubicBezTo>
                  <a:lnTo>
                    <a:pt x="1253" y="2481"/>
                  </a:lnTo>
                  <a:cubicBezTo>
                    <a:pt x="1028" y="1128"/>
                    <a:pt x="276" y="5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5930469" y="2123263"/>
              <a:ext cx="18593" cy="68647"/>
            </a:xfrm>
            <a:custGeom>
              <a:avLst/>
              <a:gdLst/>
              <a:ahLst/>
              <a:cxnLst/>
              <a:rect l="l" t="t" r="r" b="b"/>
              <a:pathLst>
                <a:path w="903" h="3334" extrusionOk="0">
                  <a:moveTo>
                    <a:pt x="301" y="0"/>
                  </a:moveTo>
                  <a:lnTo>
                    <a:pt x="0" y="25"/>
                  </a:lnTo>
                  <a:cubicBezTo>
                    <a:pt x="0" y="126"/>
                    <a:pt x="276" y="2356"/>
                    <a:pt x="602" y="3334"/>
                  </a:cubicBezTo>
                  <a:lnTo>
                    <a:pt x="903" y="3233"/>
                  </a:lnTo>
                  <a:cubicBezTo>
                    <a:pt x="577" y="2281"/>
                    <a:pt x="301" y="25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5955753" y="2126866"/>
              <a:ext cx="28394" cy="65559"/>
            </a:xfrm>
            <a:custGeom>
              <a:avLst/>
              <a:gdLst/>
              <a:ahLst/>
              <a:cxnLst/>
              <a:rect l="l" t="t" r="r" b="b"/>
              <a:pathLst>
                <a:path w="1379" h="3184" extrusionOk="0">
                  <a:moveTo>
                    <a:pt x="1078" y="1"/>
                  </a:moveTo>
                  <a:cubicBezTo>
                    <a:pt x="928" y="978"/>
                    <a:pt x="602" y="1956"/>
                    <a:pt x="1" y="3033"/>
                  </a:cubicBezTo>
                  <a:lnTo>
                    <a:pt x="276" y="3184"/>
                  </a:lnTo>
                  <a:cubicBezTo>
                    <a:pt x="878" y="2081"/>
                    <a:pt x="1254" y="1053"/>
                    <a:pt x="1379" y="51"/>
                  </a:cubicBezTo>
                  <a:lnTo>
                    <a:pt x="10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5971236" y="2133063"/>
              <a:ext cx="51104" cy="59361"/>
            </a:xfrm>
            <a:custGeom>
              <a:avLst/>
              <a:gdLst/>
              <a:ahLst/>
              <a:cxnLst/>
              <a:rect l="l" t="t" r="r" b="b"/>
              <a:pathLst>
                <a:path w="2482" h="2883" extrusionOk="0">
                  <a:moveTo>
                    <a:pt x="2256" y="0"/>
                  </a:moveTo>
                  <a:cubicBezTo>
                    <a:pt x="2206" y="76"/>
                    <a:pt x="677" y="1605"/>
                    <a:pt x="0" y="2732"/>
                  </a:cubicBezTo>
                  <a:lnTo>
                    <a:pt x="276" y="2883"/>
                  </a:lnTo>
                  <a:cubicBezTo>
                    <a:pt x="928" y="1805"/>
                    <a:pt x="2482" y="251"/>
                    <a:pt x="2482" y="226"/>
                  </a:cubicBezTo>
                  <a:lnTo>
                    <a:pt x="2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5720439" y="2174859"/>
              <a:ext cx="451045" cy="245145"/>
            </a:xfrm>
            <a:custGeom>
              <a:avLst/>
              <a:gdLst/>
              <a:ahLst/>
              <a:cxnLst/>
              <a:rect l="l" t="t" r="r" b="b"/>
              <a:pathLst>
                <a:path w="21906" h="11906" extrusionOk="0">
                  <a:moveTo>
                    <a:pt x="76" y="1"/>
                  </a:moveTo>
                  <a:cubicBezTo>
                    <a:pt x="26" y="427"/>
                    <a:pt x="1" y="828"/>
                    <a:pt x="1" y="1254"/>
                  </a:cubicBezTo>
                  <a:cubicBezTo>
                    <a:pt x="1" y="7319"/>
                    <a:pt x="5490" y="11905"/>
                    <a:pt x="11530" y="11905"/>
                  </a:cubicBezTo>
                  <a:cubicBezTo>
                    <a:pt x="17570" y="11905"/>
                    <a:pt x="21906" y="7570"/>
                    <a:pt x="21906" y="1254"/>
                  </a:cubicBezTo>
                  <a:cubicBezTo>
                    <a:pt x="21906" y="828"/>
                    <a:pt x="21881" y="427"/>
                    <a:pt x="2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5703411" y="2202202"/>
              <a:ext cx="485100" cy="6733"/>
            </a:xfrm>
            <a:custGeom>
              <a:avLst/>
              <a:gdLst/>
              <a:ahLst/>
              <a:cxnLst/>
              <a:rect l="l" t="t" r="r" b="b"/>
              <a:pathLst>
                <a:path w="23560" h="327" extrusionOk="0">
                  <a:moveTo>
                    <a:pt x="1" y="1"/>
                  </a:moveTo>
                  <a:lnTo>
                    <a:pt x="1" y="327"/>
                  </a:lnTo>
                  <a:lnTo>
                    <a:pt x="23560" y="327"/>
                  </a:lnTo>
                  <a:lnTo>
                    <a:pt x="23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5729210" y="1621687"/>
              <a:ext cx="432472" cy="585209"/>
            </a:xfrm>
            <a:custGeom>
              <a:avLst/>
              <a:gdLst/>
              <a:ahLst/>
              <a:cxnLst/>
              <a:rect l="l" t="t" r="r" b="b"/>
              <a:pathLst>
                <a:path w="21004" h="28422" extrusionOk="0">
                  <a:moveTo>
                    <a:pt x="10477" y="0"/>
                  </a:moveTo>
                  <a:lnTo>
                    <a:pt x="1" y="28296"/>
                  </a:lnTo>
                  <a:lnTo>
                    <a:pt x="277" y="28421"/>
                  </a:lnTo>
                  <a:lnTo>
                    <a:pt x="10477" y="903"/>
                  </a:lnTo>
                  <a:lnTo>
                    <a:pt x="20728" y="28421"/>
                  </a:lnTo>
                  <a:lnTo>
                    <a:pt x="21004" y="28296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5926331" y="1618579"/>
              <a:ext cx="34612" cy="34612"/>
            </a:xfrm>
            <a:custGeom>
              <a:avLst/>
              <a:gdLst/>
              <a:ahLst/>
              <a:cxnLst/>
              <a:rect l="l" t="t" r="r" b="b"/>
              <a:pathLst>
                <a:path w="1681" h="1681" extrusionOk="0">
                  <a:moveTo>
                    <a:pt x="853" y="1"/>
                  </a:moveTo>
                  <a:cubicBezTo>
                    <a:pt x="377" y="1"/>
                    <a:pt x="1" y="377"/>
                    <a:pt x="1" y="853"/>
                  </a:cubicBezTo>
                  <a:cubicBezTo>
                    <a:pt x="1" y="1304"/>
                    <a:pt x="377" y="1680"/>
                    <a:pt x="853" y="1680"/>
                  </a:cubicBezTo>
                  <a:cubicBezTo>
                    <a:pt x="1304" y="1680"/>
                    <a:pt x="1680" y="1304"/>
                    <a:pt x="1680" y="853"/>
                  </a:cubicBezTo>
                  <a:cubicBezTo>
                    <a:pt x="1680" y="377"/>
                    <a:pt x="1304" y="1"/>
                    <a:pt x="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34"/>
          <p:cNvGrpSpPr/>
          <p:nvPr/>
        </p:nvGrpSpPr>
        <p:grpSpPr>
          <a:xfrm>
            <a:off x="737911" y="3495321"/>
            <a:ext cx="532240" cy="736773"/>
            <a:chOff x="4007769" y="4010866"/>
            <a:chExt cx="573349" cy="793680"/>
          </a:xfrm>
        </p:grpSpPr>
        <p:sp>
          <p:nvSpPr>
            <p:cNvPr id="1053" name="Google Shape;1053;p34"/>
            <p:cNvSpPr/>
            <p:nvPr/>
          </p:nvSpPr>
          <p:spPr>
            <a:xfrm>
              <a:off x="4007769" y="4010866"/>
              <a:ext cx="573349" cy="792674"/>
            </a:xfrm>
            <a:custGeom>
              <a:avLst/>
              <a:gdLst/>
              <a:ahLst/>
              <a:cxnLst/>
              <a:rect l="l" t="t" r="r" b="b"/>
              <a:pathLst>
                <a:path w="27846" h="38498" extrusionOk="0">
                  <a:moveTo>
                    <a:pt x="11930" y="1"/>
                  </a:moveTo>
                  <a:cubicBezTo>
                    <a:pt x="11930" y="1"/>
                    <a:pt x="4863" y="17846"/>
                    <a:pt x="8848" y="35314"/>
                  </a:cubicBezTo>
                  <a:cubicBezTo>
                    <a:pt x="6943" y="29400"/>
                    <a:pt x="3835" y="23786"/>
                    <a:pt x="0" y="18322"/>
                  </a:cubicBezTo>
                  <a:lnTo>
                    <a:pt x="0" y="18322"/>
                  </a:lnTo>
                  <a:cubicBezTo>
                    <a:pt x="577" y="27846"/>
                    <a:pt x="2206" y="36167"/>
                    <a:pt x="9224" y="38497"/>
                  </a:cubicBezTo>
                  <a:lnTo>
                    <a:pt x="19825" y="38497"/>
                  </a:lnTo>
                  <a:cubicBezTo>
                    <a:pt x="23585" y="36693"/>
                    <a:pt x="26066" y="33259"/>
                    <a:pt x="27845" y="28923"/>
                  </a:cubicBezTo>
                  <a:lnTo>
                    <a:pt x="27845" y="28923"/>
                  </a:lnTo>
                  <a:cubicBezTo>
                    <a:pt x="23216" y="30515"/>
                    <a:pt x="20526" y="31844"/>
                    <a:pt x="18160" y="35436"/>
                  </a:cubicBezTo>
                  <a:lnTo>
                    <a:pt x="18160" y="35436"/>
                  </a:lnTo>
                  <a:cubicBezTo>
                    <a:pt x="23146" y="27698"/>
                    <a:pt x="24881" y="22058"/>
                    <a:pt x="26517" y="10803"/>
                  </a:cubicBezTo>
                  <a:lnTo>
                    <a:pt x="26517" y="10803"/>
                  </a:lnTo>
                  <a:cubicBezTo>
                    <a:pt x="20903" y="16969"/>
                    <a:pt x="16742" y="23660"/>
                    <a:pt x="15113" y="31254"/>
                  </a:cubicBezTo>
                  <a:cubicBezTo>
                    <a:pt x="16742" y="22883"/>
                    <a:pt x="1193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4186833" y="4737440"/>
              <a:ext cx="33047" cy="66073"/>
            </a:xfrm>
            <a:custGeom>
              <a:avLst/>
              <a:gdLst/>
              <a:ahLst/>
              <a:cxnLst/>
              <a:rect l="l" t="t" r="r" b="b"/>
              <a:pathLst>
                <a:path w="1605" h="3209" extrusionOk="0">
                  <a:moveTo>
                    <a:pt x="301" y="0"/>
                  </a:moveTo>
                  <a:lnTo>
                    <a:pt x="0" y="76"/>
                  </a:lnTo>
                  <a:cubicBezTo>
                    <a:pt x="25" y="151"/>
                    <a:pt x="602" y="1980"/>
                    <a:pt x="1329" y="3208"/>
                  </a:cubicBezTo>
                  <a:lnTo>
                    <a:pt x="1604" y="3033"/>
                  </a:lnTo>
                  <a:cubicBezTo>
                    <a:pt x="903" y="1855"/>
                    <a:pt x="3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4271969" y="4653848"/>
              <a:ext cx="50075" cy="150698"/>
            </a:xfrm>
            <a:custGeom>
              <a:avLst/>
              <a:gdLst/>
              <a:ahLst/>
              <a:cxnLst/>
              <a:rect l="l" t="t" r="r" b="b"/>
              <a:pathLst>
                <a:path w="2432" h="7319" extrusionOk="0">
                  <a:moveTo>
                    <a:pt x="2106" y="0"/>
                  </a:moveTo>
                  <a:cubicBezTo>
                    <a:pt x="1705" y="2406"/>
                    <a:pt x="1003" y="4812"/>
                    <a:pt x="1" y="7193"/>
                  </a:cubicBezTo>
                  <a:lnTo>
                    <a:pt x="301" y="7319"/>
                  </a:lnTo>
                  <a:cubicBezTo>
                    <a:pt x="1304" y="4913"/>
                    <a:pt x="2006" y="2481"/>
                    <a:pt x="2432" y="50"/>
                  </a:cubicBezTo>
                  <a:lnTo>
                    <a:pt x="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4359700" y="4744152"/>
              <a:ext cx="21681" cy="59361"/>
            </a:xfrm>
            <a:custGeom>
              <a:avLst/>
              <a:gdLst/>
              <a:ahLst/>
              <a:cxnLst/>
              <a:rect l="l" t="t" r="r" b="b"/>
              <a:pathLst>
                <a:path w="1053" h="2883" extrusionOk="0">
                  <a:moveTo>
                    <a:pt x="752" y="0"/>
                  </a:moveTo>
                  <a:cubicBezTo>
                    <a:pt x="351" y="902"/>
                    <a:pt x="101" y="1855"/>
                    <a:pt x="0" y="2857"/>
                  </a:cubicBezTo>
                  <a:lnTo>
                    <a:pt x="326" y="2882"/>
                  </a:lnTo>
                  <a:cubicBezTo>
                    <a:pt x="401" y="1930"/>
                    <a:pt x="652" y="1003"/>
                    <a:pt x="1053" y="126"/>
                  </a:cubicBezTo>
                  <a:lnTo>
                    <a:pt x="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4230688" y="4150729"/>
              <a:ext cx="22217" cy="652806"/>
            </a:xfrm>
            <a:custGeom>
              <a:avLst/>
              <a:gdLst/>
              <a:ahLst/>
              <a:cxnLst/>
              <a:rect l="l" t="t" r="r" b="b"/>
              <a:pathLst>
                <a:path w="1079" h="31705" extrusionOk="0">
                  <a:moveTo>
                    <a:pt x="527" y="0"/>
                  </a:moveTo>
                  <a:cubicBezTo>
                    <a:pt x="1" y="11729"/>
                    <a:pt x="76" y="22105"/>
                    <a:pt x="752" y="31704"/>
                  </a:cubicBezTo>
                  <a:lnTo>
                    <a:pt x="1078" y="31679"/>
                  </a:lnTo>
                  <a:cubicBezTo>
                    <a:pt x="377" y="22105"/>
                    <a:pt x="301" y="11729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4237400" y="4290571"/>
              <a:ext cx="51104" cy="50075"/>
            </a:xfrm>
            <a:custGeom>
              <a:avLst/>
              <a:gdLst/>
              <a:ahLst/>
              <a:cxnLst/>
              <a:rect l="l" t="t" r="r" b="b"/>
              <a:pathLst>
                <a:path w="2482" h="2432" extrusionOk="0">
                  <a:moveTo>
                    <a:pt x="2181" y="0"/>
                  </a:moveTo>
                  <a:cubicBezTo>
                    <a:pt x="1805" y="952"/>
                    <a:pt x="1078" y="1654"/>
                    <a:pt x="0" y="2155"/>
                  </a:cubicBezTo>
                  <a:lnTo>
                    <a:pt x="126" y="2431"/>
                  </a:lnTo>
                  <a:cubicBezTo>
                    <a:pt x="1279" y="1905"/>
                    <a:pt x="2081" y="1128"/>
                    <a:pt x="2482" y="125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4182180" y="4497493"/>
              <a:ext cx="56272" cy="35106"/>
            </a:xfrm>
            <a:custGeom>
              <a:avLst/>
              <a:gdLst/>
              <a:ahLst/>
              <a:cxnLst/>
              <a:rect l="l" t="t" r="r" b="b"/>
              <a:pathLst>
                <a:path w="2733" h="1705" extrusionOk="0">
                  <a:moveTo>
                    <a:pt x="226" y="0"/>
                  </a:moveTo>
                  <a:lnTo>
                    <a:pt x="1" y="201"/>
                  </a:lnTo>
                  <a:cubicBezTo>
                    <a:pt x="652" y="928"/>
                    <a:pt x="1555" y="1454"/>
                    <a:pt x="2657" y="1704"/>
                  </a:cubicBezTo>
                  <a:lnTo>
                    <a:pt x="2733" y="1379"/>
                  </a:lnTo>
                  <a:cubicBezTo>
                    <a:pt x="1680" y="1153"/>
                    <a:pt x="853" y="677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4239974" y="4612052"/>
              <a:ext cx="57302" cy="45422"/>
            </a:xfrm>
            <a:custGeom>
              <a:avLst/>
              <a:gdLst/>
              <a:ahLst/>
              <a:cxnLst/>
              <a:rect l="l" t="t" r="r" b="b"/>
              <a:pathLst>
                <a:path w="2783" h="2206" extrusionOk="0">
                  <a:moveTo>
                    <a:pt x="2532" y="0"/>
                  </a:moveTo>
                  <a:cubicBezTo>
                    <a:pt x="1830" y="902"/>
                    <a:pt x="978" y="1554"/>
                    <a:pt x="1" y="1930"/>
                  </a:cubicBezTo>
                  <a:lnTo>
                    <a:pt x="101" y="2206"/>
                  </a:lnTo>
                  <a:cubicBezTo>
                    <a:pt x="1129" y="1830"/>
                    <a:pt x="2031" y="1153"/>
                    <a:pt x="2783" y="201"/>
                  </a:cubicBezTo>
                  <a:lnTo>
                    <a:pt x="2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4"/>
          <p:cNvGrpSpPr/>
          <p:nvPr/>
        </p:nvGrpSpPr>
        <p:grpSpPr>
          <a:xfrm>
            <a:off x="1950990" y="3575558"/>
            <a:ext cx="957893" cy="655597"/>
            <a:chOff x="5314544" y="4097300"/>
            <a:chExt cx="1031879" cy="706234"/>
          </a:xfrm>
        </p:grpSpPr>
        <p:sp>
          <p:nvSpPr>
            <p:cNvPr id="1062" name="Google Shape;1062;p34"/>
            <p:cNvSpPr/>
            <p:nvPr/>
          </p:nvSpPr>
          <p:spPr>
            <a:xfrm>
              <a:off x="5671416" y="4194563"/>
              <a:ext cx="471182" cy="608970"/>
            </a:xfrm>
            <a:custGeom>
              <a:avLst/>
              <a:gdLst/>
              <a:ahLst/>
              <a:cxnLst/>
              <a:rect l="l" t="t" r="r" b="b"/>
              <a:pathLst>
                <a:path w="22884" h="29576" extrusionOk="0">
                  <a:moveTo>
                    <a:pt x="4263" y="0"/>
                  </a:moveTo>
                  <a:cubicBezTo>
                    <a:pt x="3634" y="0"/>
                    <a:pt x="3134" y="467"/>
                    <a:pt x="3134" y="1029"/>
                  </a:cubicBezTo>
                  <a:lnTo>
                    <a:pt x="1" y="28598"/>
                  </a:lnTo>
                  <a:cubicBezTo>
                    <a:pt x="1" y="29149"/>
                    <a:pt x="502" y="29575"/>
                    <a:pt x="1104" y="29575"/>
                  </a:cubicBezTo>
                  <a:lnTo>
                    <a:pt x="21755" y="29525"/>
                  </a:lnTo>
                  <a:cubicBezTo>
                    <a:pt x="22357" y="29525"/>
                    <a:pt x="22858" y="29099"/>
                    <a:pt x="22883" y="28548"/>
                  </a:cubicBezTo>
                  <a:lnTo>
                    <a:pt x="21154" y="1706"/>
                  </a:lnTo>
                  <a:cubicBezTo>
                    <a:pt x="21179" y="1154"/>
                    <a:pt x="20703" y="703"/>
                    <a:pt x="20101" y="678"/>
                  </a:cubicBezTo>
                  <a:lnTo>
                    <a:pt x="4312" y="1"/>
                  </a:lnTo>
                  <a:cubicBezTo>
                    <a:pt x="4295" y="1"/>
                    <a:pt x="4279" y="0"/>
                    <a:pt x="4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5804051" y="4114965"/>
              <a:ext cx="240491" cy="110095"/>
            </a:xfrm>
            <a:custGeom>
              <a:avLst/>
              <a:gdLst/>
              <a:ahLst/>
              <a:cxnLst/>
              <a:rect l="l" t="t" r="r" b="b"/>
              <a:pathLst>
                <a:path w="11680" h="5347" extrusionOk="0">
                  <a:moveTo>
                    <a:pt x="5861" y="1"/>
                  </a:moveTo>
                  <a:cubicBezTo>
                    <a:pt x="1509" y="1"/>
                    <a:pt x="0" y="4169"/>
                    <a:pt x="0" y="4218"/>
                  </a:cubicBezTo>
                  <a:lnTo>
                    <a:pt x="1028" y="4594"/>
                  </a:lnTo>
                  <a:cubicBezTo>
                    <a:pt x="1077" y="4447"/>
                    <a:pt x="2303" y="1106"/>
                    <a:pt x="5881" y="1106"/>
                  </a:cubicBezTo>
                  <a:cubicBezTo>
                    <a:pt x="5958" y="1106"/>
                    <a:pt x="6036" y="1107"/>
                    <a:pt x="6115" y="1110"/>
                  </a:cubicBezTo>
                  <a:cubicBezTo>
                    <a:pt x="9825" y="1286"/>
                    <a:pt x="10602" y="5296"/>
                    <a:pt x="10602" y="5346"/>
                  </a:cubicBezTo>
                  <a:lnTo>
                    <a:pt x="11679" y="5146"/>
                  </a:lnTo>
                  <a:cubicBezTo>
                    <a:pt x="11679" y="5095"/>
                    <a:pt x="10752" y="208"/>
                    <a:pt x="6166" y="8"/>
                  </a:cubicBezTo>
                  <a:cubicBezTo>
                    <a:pt x="6062" y="3"/>
                    <a:pt x="5961" y="1"/>
                    <a:pt x="58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454179" y="4225550"/>
              <a:ext cx="315830" cy="537214"/>
            </a:xfrm>
            <a:custGeom>
              <a:avLst/>
              <a:gdLst/>
              <a:ahLst/>
              <a:cxnLst/>
              <a:rect l="l" t="t" r="r" b="b"/>
              <a:pathLst>
                <a:path w="15339" h="26091" extrusionOk="0">
                  <a:moveTo>
                    <a:pt x="1830" y="0"/>
                  </a:moveTo>
                  <a:lnTo>
                    <a:pt x="0" y="1955"/>
                  </a:lnTo>
                  <a:lnTo>
                    <a:pt x="12582" y="26090"/>
                  </a:lnTo>
                  <a:lnTo>
                    <a:pt x="15339" y="16767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5314544" y="4097300"/>
              <a:ext cx="224802" cy="197087"/>
            </a:xfrm>
            <a:custGeom>
              <a:avLst/>
              <a:gdLst/>
              <a:ahLst/>
              <a:cxnLst/>
              <a:rect l="l" t="t" r="r" b="b"/>
              <a:pathLst>
                <a:path w="10918" h="9572" extrusionOk="0">
                  <a:moveTo>
                    <a:pt x="9215" y="0"/>
                  </a:moveTo>
                  <a:cubicBezTo>
                    <a:pt x="6016" y="0"/>
                    <a:pt x="1" y="7323"/>
                    <a:pt x="1093" y="9212"/>
                  </a:cubicBezTo>
                  <a:cubicBezTo>
                    <a:pt x="1375" y="9464"/>
                    <a:pt x="1828" y="9571"/>
                    <a:pt x="2372" y="9571"/>
                  </a:cubicBezTo>
                  <a:cubicBezTo>
                    <a:pt x="3715" y="9571"/>
                    <a:pt x="5605" y="8916"/>
                    <a:pt x="6782" y="8184"/>
                  </a:cubicBezTo>
                  <a:lnTo>
                    <a:pt x="8612" y="6229"/>
                  </a:lnTo>
                  <a:cubicBezTo>
                    <a:pt x="9915" y="3923"/>
                    <a:pt x="10918" y="1417"/>
                    <a:pt x="10091" y="239"/>
                  </a:cubicBezTo>
                  <a:cubicBezTo>
                    <a:pt x="9835" y="75"/>
                    <a:pt x="9539" y="0"/>
                    <a:pt x="92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6065658" y="4229647"/>
              <a:ext cx="280765" cy="465519"/>
            </a:xfrm>
            <a:custGeom>
              <a:avLst/>
              <a:gdLst/>
              <a:ahLst/>
              <a:cxnLst/>
              <a:rect l="l" t="t" r="r" b="b"/>
              <a:pathLst>
                <a:path w="13636" h="22609" extrusionOk="0">
                  <a:moveTo>
                    <a:pt x="7783" y="1"/>
                  </a:moveTo>
                  <a:cubicBezTo>
                    <a:pt x="7754" y="1"/>
                    <a:pt x="7724" y="1"/>
                    <a:pt x="7695" y="2"/>
                  </a:cubicBezTo>
                  <a:cubicBezTo>
                    <a:pt x="3911" y="52"/>
                    <a:pt x="477" y="3962"/>
                    <a:pt x="352" y="4137"/>
                  </a:cubicBezTo>
                  <a:lnTo>
                    <a:pt x="1379" y="5014"/>
                  </a:lnTo>
                  <a:cubicBezTo>
                    <a:pt x="1404" y="4964"/>
                    <a:pt x="4537" y="1405"/>
                    <a:pt x="7695" y="1355"/>
                  </a:cubicBezTo>
                  <a:lnTo>
                    <a:pt x="7770" y="1355"/>
                  </a:lnTo>
                  <a:cubicBezTo>
                    <a:pt x="8948" y="1355"/>
                    <a:pt x="9951" y="1831"/>
                    <a:pt x="10878" y="2834"/>
                  </a:cubicBezTo>
                  <a:cubicBezTo>
                    <a:pt x="12181" y="4262"/>
                    <a:pt x="12056" y="6343"/>
                    <a:pt x="11705" y="7821"/>
                  </a:cubicBezTo>
                  <a:cubicBezTo>
                    <a:pt x="10477" y="13084"/>
                    <a:pt x="5013" y="19375"/>
                    <a:pt x="1" y="21330"/>
                  </a:cubicBezTo>
                  <a:lnTo>
                    <a:pt x="502" y="22608"/>
                  </a:lnTo>
                  <a:cubicBezTo>
                    <a:pt x="5866" y="20503"/>
                    <a:pt x="11705" y="13761"/>
                    <a:pt x="13034" y="8147"/>
                  </a:cubicBezTo>
                  <a:cubicBezTo>
                    <a:pt x="13635" y="5540"/>
                    <a:pt x="13234" y="3410"/>
                    <a:pt x="11881" y="1906"/>
                  </a:cubicBezTo>
                  <a:cubicBezTo>
                    <a:pt x="10700" y="652"/>
                    <a:pt x="9326" y="1"/>
                    <a:pt x="77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5680187" y="4487157"/>
              <a:ext cx="66094" cy="216772"/>
            </a:xfrm>
            <a:custGeom>
              <a:avLst/>
              <a:gdLst/>
              <a:ahLst/>
              <a:cxnLst/>
              <a:rect l="l" t="t" r="r" b="b"/>
              <a:pathLst>
                <a:path w="3210" h="10528" extrusionOk="0">
                  <a:moveTo>
                    <a:pt x="1304" y="1"/>
                  </a:moveTo>
                  <a:lnTo>
                    <a:pt x="1104" y="252"/>
                  </a:lnTo>
                  <a:cubicBezTo>
                    <a:pt x="2582" y="1430"/>
                    <a:pt x="2883" y="4713"/>
                    <a:pt x="2332" y="7069"/>
                  </a:cubicBezTo>
                  <a:cubicBezTo>
                    <a:pt x="1906" y="8848"/>
                    <a:pt x="1054" y="10001"/>
                    <a:pt x="1" y="10227"/>
                  </a:cubicBezTo>
                  <a:lnTo>
                    <a:pt x="51" y="10527"/>
                  </a:lnTo>
                  <a:cubicBezTo>
                    <a:pt x="1254" y="10277"/>
                    <a:pt x="2181" y="9049"/>
                    <a:pt x="2633" y="7144"/>
                  </a:cubicBezTo>
                  <a:cubicBezTo>
                    <a:pt x="3209" y="4688"/>
                    <a:pt x="2858" y="1254"/>
                    <a:pt x="1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5452121" y="4223985"/>
              <a:ext cx="42848" cy="44927"/>
            </a:xfrm>
            <a:custGeom>
              <a:avLst/>
              <a:gdLst/>
              <a:ahLst/>
              <a:cxnLst/>
              <a:rect l="l" t="t" r="r" b="b"/>
              <a:pathLst>
                <a:path w="2081" h="2182" extrusionOk="0">
                  <a:moveTo>
                    <a:pt x="1805" y="1"/>
                  </a:moveTo>
                  <a:cubicBezTo>
                    <a:pt x="1404" y="703"/>
                    <a:pt x="802" y="1354"/>
                    <a:pt x="0" y="1906"/>
                  </a:cubicBezTo>
                  <a:lnTo>
                    <a:pt x="176" y="2181"/>
                  </a:lnTo>
                  <a:cubicBezTo>
                    <a:pt x="1028" y="1580"/>
                    <a:pt x="1654" y="903"/>
                    <a:pt x="2080" y="151"/>
                  </a:cubicBezTo>
                  <a:lnTo>
                    <a:pt x="18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5336533" y="4100656"/>
              <a:ext cx="196635" cy="189943"/>
            </a:xfrm>
            <a:custGeom>
              <a:avLst/>
              <a:gdLst/>
              <a:ahLst/>
              <a:cxnLst/>
              <a:rect l="l" t="t" r="r" b="b"/>
              <a:pathLst>
                <a:path w="9550" h="9225" extrusionOk="0">
                  <a:moveTo>
                    <a:pt x="9173" y="1"/>
                  </a:moveTo>
                  <a:lnTo>
                    <a:pt x="8897" y="151"/>
                  </a:lnTo>
                  <a:cubicBezTo>
                    <a:pt x="9123" y="577"/>
                    <a:pt x="8722" y="1630"/>
                    <a:pt x="7820" y="2908"/>
                  </a:cubicBezTo>
                  <a:cubicBezTo>
                    <a:pt x="6094" y="5437"/>
                    <a:pt x="2481" y="8908"/>
                    <a:pt x="253" y="8908"/>
                  </a:cubicBezTo>
                  <a:cubicBezTo>
                    <a:pt x="184" y="8908"/>
                    <a:pt x="116" y="8905"/>
                    <a:pt x="50" y="8898"/>
                  </a:cubicBezTo>
                  <a:lnTo>
                    <a:pt x="0" y="9199"/>
                  </a:lnTo>
                  <a:cubicBezTo>
                    <a:pt x="75" y="9199"/>
                    <a:pt x="176" y="9224"/>
                    <a:pt x="251" y="9224"/>
                  </a:cubicBezTo>
                  <a:cubicBezTo>
                    <a:pt x="2632" y="9224"/>
                    <a:pt x="6291" y="5740"/>
                    <a:pt x="8095" y="3109"/>
                  </a:cubicBezTo>
                  <a:cubicBezTo>
                    <a:pt x="8647" y="2257"/>
                    <a:pt x="9549" y="753"/>
                    <a:pt x="9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6016120" y="4202325"/>
              <a:ext cx="24790" cy="7248"/>
            </a:xfrm>
            <a:custGeom>
              <a:avLst/>
              <a:gdLst/>
              <a:ahLst/>
              <a:cxnLst/>
              <a:rect l="l" t="t" r="r" b="b"/>
              <a:pathLst>
                <a:path w="1204" h="352" extrusionOk="0">
                  <a:moveTo>
                    <a:pt x="26" y="0"/>
                  </a:moveTo>
                  <a:lnTo>
                    <a:pt x="1" y="301"/>
                  </a:lnTo>
                  <a:lnTo>
                    <a:pt x="1179" y="351"/>
                  </a:lnTo>
                  <a:lnTo>
                    <a:pt x="1204" y="5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5806110" y="4193554"/>
              <a:ext cx="24790" cy="7248"/>
            </a:xfrm>
            <a:custGeom>
              <a:avLst/>
              <a:gdLst/>
              <a:ahLst/>
              <a:cxnLst/>
              <a:rect l="l" t="t" r="r" b="b"/>
              <a:pathLst>
                <a:path w="1204" h="352" extrusionOk="0">
                  <a:moveTo>
                    <a:pt x="0" y="0"/>
                  </a:moveTo>
                  <a:lnTo>
                    <a:pt x="0" y="301"/>
                  </a:lnTo>
                  <a:lnTo>
                    <a:pt x="1178" y="351"/>
                  </a:lnTo>
                  <a:lnTo>
                    <a:pt x="1203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106939" y="4278691"/>
              <a:ext cx="8792" cy="35621"/>
            </a:xfrm>
            <a:custGeom>
              <a:avLst/>
              <a:gdLst/>
              <a:ahLst/>
              <a:cxnLst/>
              <a:rect l="l" t="t" r="r" b="b"/>
              <a:pathLst>
                <a:path w="427" h="1730" extrusionOk="0">
                  <a:moveTo>
                    <a:pt x="302" y="1"/>
                  </a:moveTo>
                  <a:lnTo>
                    <a:pt x="1" y="26"/>
                  </a:lnTo>
                  <a:lnTo>
                    <a:pt x="101" y="1730"/>
                  </a:lnTo>
                  <a:lnTo>
                    <a:pt x="427" y="1705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6129649" y="4631138"/>
              <a:ext cx="8277" cy="33047"/>
            </a:xfrm>
            <a:custGeom>
              <a:avLst/>
              <a:gdLst/>
              <a:ahLst/>
              <a:cxnLst/>
              <a:rect l="l" t="t" r="r" b="b"/>
              <a:pathLst>
                <a:path w="402" h="1605" extrusionOk="0">
                  <a:moveTo>
                    <a:pt x="301" y="0"/>
                  </a:moveTo>
                  <a:lnTo>
                    <a:pt x="1" y="26"/>
                  </a:lnTo>
                  <a:lnTo>
                    <a:pt x="101" y="1604"/>
                  </a:lnTo>
                  <a:lnTo>
                    <a:pt x="402" y="157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5724062" y="4316884"/>
              <a:ext cx="390139" cy="23246"/>
            </a:xfrm>
            <a:custGeom>
              <a:avLst/>
              <a:gdLst/>
              <a:ahLst/>
              <a:cxnLst/>
              <a:rect l="l" t="t" r="r" b="b"/>
              <a:pathLst>
                <a:path w="18948" h="1129" extrusionOk="0">
                  <a:moveTo>
                    <a:pt x="25" y="0"/>
                  </a:moveTo>
                  <a:lnTo>
                    <a:pt x="0" y="301"/>
                  </a:lnTo>
                  <a:lnTo>
                    <a:pt x="18923" y="1128"/>
                  </a:lnTo>
                  <a:lnTo>
                    <a:pt x="18948" y="80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5720439" y="4348365"/>
              <a:ext cx="395307" cy="17563"/>
            </a:xfrm>
            <a:custGeom>
              <a:avLst/>
              <a:gdLst/>
              <a:ahLst/>
              <a:cxnLst/>
              <a:rect l="l" t="t" r="r" b="b"/>
              <a:pathLst>
                <a:path w="19199" h="853" extrusionOk="0">
                  <a:moveTo>
                    <a:pt x="1" y="0"/>
                  </a:moveTo>
                  <a:lnTo>
                    <a:pt x="1" y="326"/>
                  </a:lnTo>
                  <a:lnTo>
                    <a:pt x="19174" y="852"/>
                  </a:lnTo>
                  <a:lnTo>
                    <a:pt x="19199" y="5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5674525" y="4752923"/>
              <a:ext cx="466528" cy="12910"/>
            </a:xfrm>
            <a:custGeom>
              <a:avLst/>
              <a:gdLst/>
              <a:ahLst/>
              <a:cxnLst/>
              <a:rect l="l" t="t" r="r" b="b"/>
              <a:pathLst>
                <a:path w="22658" h="627" extrusionOk="0">
                  <a:moveTo>
                    <a:pt x="0" y="0"/>
                  </a:moveTo>
                  <a:lnTo>
                    <a:pt x="0" y="301"/>
                  </a:lnTo>
                  <a:lnTo>
                    <a:pt x="22657" y="627"/>
                  </a:lnTo>
                  <a:lnTo>
                    <a:pt x="22657" y="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5678128" y="4720413"/>
              <a:ext cx="461360" cy="21167"/>
            </a:xfrm>
            <a:custGeom>
              <a:avLst/>
              <a:gdLst/>
              <a:ahLst/>
              <a:cxnLst/>
              <a:rect l="l" t="t" r="r" b="b"/>
              <a:pathLst>
                <a:path w="22407" h="1028" extrusionOk="0">
                  <a:moveTo>
                    <a:pt x="1" y="0"/>
                  </a:moveTo>
                  <a:lnTo>
                    <a:pt x="1" y="301"/>
                  </a:lnTo>
                  <a:lnTo>
                    <a:pt x="22407" y="1028"/>
                  </a:lnTo>
                  <a:lnTo>
                    <a:pt x="22407" y="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8" name="Google Shape;1078;p34"/>
          <p:cNvGrpSpPr/>
          <p:nvPr/>
        </p:nvGrpSpPr>
        <p:grpSpPr>
          <a:xfrm>
            <a:off x="3163209" y="2942535"/>
            <a:ext cx="712326" cy="1289122"/>
            <a:chOff x="6620392" y="3415383"/>
            <a:chExt cx="767345" cy="1388691"/>
          </a:xfrm>
        </p:grpSpPr>
        <p:sp>
          <p:nvSpPr>
            <p:cNvPr id="1079" name="Google Shape;1079;p34"/>
            <p:cNvSpPr/>
            <p:nvPr/>
          </p:nvSpPr>
          <p:spPr>
            <a:xfrm>
              <a:off x="6690045" y="3415383"/>
              <a:ext cx="628057" cy="65044"/>
            </a:xfrm>
            <a:custGeom>
              <a:avLst/>
              <a:gdLst/>
              <a:ahLst/>
              <a:cxnLst/>
              <a:rect l="l" t="t" r="r" b="b"/>
              <a:pathLst>
                <a:path w="30503" h="3159" extrusionOk="0">
                  <a:moveTo>
                    <a:pt x="1" y="1"/>
                  </a:moveTo>
                  <a:lnTo>
                    <a:pt x="1" y="3158"/>
                  </a:lnTo>
                  <a:lnTo>
                    <a:pt x="30502" y="3158"/>
                  </a:lnTo>
                  <a:lnTo>
                    <a:pt x="30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689016" y="3895278"/>
              <a:ext cx="630116" cy="32532"/>
            </a:xfrm>
            <a:custGeom>
              <a:avLst/>
              <a:gdLst/>
              <a:ahLst/>
              <a:cxnLst/>
              <a:rect l="l" t="t" r="r" b="b"/>
              <a:pathLst>
                <a:path w="30603" h="1580" extrusionOk="0">
                  <a:moveTo>
                    <a:pt x="1" y="1"/>
                  </a:moveTo>
                  <a:lnTo>
                    <a:pt x="1" y="1580"/>
                  </a:lnTo>
                  <a:lnTo>
                    <a:pt x="30602" y="1580"/>
                  </a:lnTo>
                  <a:lnTo>
                    <a:pt x="306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623480" y="4370540"/>
              <a:ext cx="761192" cy="32532"/>
            </a:xfrm>
            <a:custGeom>
              <a:avLst/>
              <a:gdLst/>
              <a:ahLst/>
              <a:cxnLst/>
              <a:rect l="l" t="t" r="r" b="b"/>
              <a:pathLst>
                <a:path w="36969" h="1580" extrusionOk="0">
                  <a:moveTo>
                    <a:pt x="1" y="1"/>
                  </a:moveTo>
                  <a:lnTo>
                    <a:pt x="1" y="1580"/>
                  </a:lnTo>
                  <a:lnTo>
                    <a:pt x="36968" y="1580"/>
                  </a:lnTo>
                  <a:lnTo>
                    <a:pt x="369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6620392" y="3467495"/>
              <a:ext cx="165667" cy="1336579"/>
            </a:xfrm>
            <a:custGeom>
              <a:avLst/>
              <a:gdLst/>
              <a:ahLst/>
              <a:cxnLst/>
              <a:rect l="l" t="t" r="r" b="b"/>
              <a:pathLst>
                <a:path w="8046" h="64914" extrusionOk="0">
                  <a:moveTo>
                    <a:pt x="7720" y="1"/>
                  </a:moveTo>
                  <a:lnTo>
                    <a:pt x="0" y="64863"/>
                  </a:lnTo>
                  <a:lnTo>
                    <a:pt x="326" y="64914"/>
                  </a:lnTo>
                  <a:lnTo>
                    <a:pt x="8046" y="26"/>
                  </a:lnTo>
                  <a:lnTo>
                    <a:pt x="77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7222584" y="3467495"/>
              <a:ext cx="165152" cy="1336579"/>
            </a:xfrm>
            <a:custGeom>
              <a:avLst/>
              <a:gdLst/>
              <a:ahLst/>
              <a:cxnLst/>
              <a:rect l="l" t="t" r="r" b="b"/>
              <a:pathLst>
                <a:path w="8021" h="64914" extrusionOk="0">
                  <a:moveTo>
                    <a:pt x="301" y="1"/>
                  </a:moveTo>
                  <a:lnTo>
                    <a:pt x="1" y="26"/>
                  </a:lnTo>
                  <a:lnTo>
                    <a:pt x="7720" y="64914"/>
                  </a:lnTo>
                  <a:lnTo>
                    <a:pt x="8021" y="6486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4" name="Google Shape;1084;p34"/>
          <p:cNvGrpSpPr/>
          <p:nvPr/>
        </p:nvGrpSpPr>
        <p:grpSpPr>
          <a:xfrm>
            <a:off x="3035974" y="1995026"/>
            <a:ext cx="876932" cy="947542"/>
            <a:chOff x="6483330" y="2394691"/>
            <a:chExt cx="944665" cy="1020728"/>
          </a:xfrm>
        </p:grpSpPr>
        <p:sp>
          <p:nvSpPr>
            <p:cNvPr id="1085" name="Google Shape;1085;p34"/>
            <p:cNvSpPr/>
            <p:nvPr/>
          </p:nvSpPr>
          <p:spPr>
            <a:xfrm>
              <a:off x="7029087" y="2741970"/>
              <a:ext cx="77418" cy="53699"/>
            </a:xfrm>
            <a:custGeom>
              <a:avLst/>
              <a:gdLst/>
              <a:ahLst/>
              <a:cxnLst/>
              <a:rect l="l" t="t" r="r" b="b"/>
              <a:pathLst>
                <a:path w="3760" h="2608" extrusionOk="0">
                  <a:moveTo>
                    <a:pt x="3734" y="1"/>
                  </a:moveTo>
                  <a:cubicBezTo>
                    <a:pt x="2181" y="176"/>
                    <a:pt x="877" y="1003"/>
                    <a:pt x="0" y="2432"/>
                  </a:cubicBezTo>
                  <a:lnTo>
                    <a:pt x="251" y="2607"/>
                  </a:lnTo>
                  <a:cubicBezTo>
                    <a:pt x="1103" y="1254"/>
                    <a:pt x="2306" y="477"/>
                    <a:pt x="3760" y="326"/>
                  </a:cubicBez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6975411" y="2753315"/>
              <a:ext cx="30473" cy="40789"/>
            </a:xfrm>
            <a:custGeom>
              <a:avLst/>
              <a:gdLst/>
              <a:ahLst/>
              <a:cxnLst/>
              <a:rect l="l" t="t" r="r" b="b"/>
              <a:pathLst>
                <a:path w="1480" h="1981" extrusionOk="0">
                  <a:moveTo>
                    <a:pt x="76" y="1"/>
                  </a:moveTo>
                  <a:lnTo>
                    <a:pt x="1" y="302"/>
                  </a:lnTo>
                  <a:cubicBezTo>
                    <a:pt x="1028" y="628"/>
                    <a:pt x="1153" y="1956"/>
                    <a:pt x="1153" y="1981"/>
                  </a:cubicBezTo>
                  <a:lnTo>
                    <a:pt x="1479" y="1956"/>
                  </a:lnTo>
                  <a:cubicBezTo>
                    <a:pt x="1479" y="1881"/>
                    <a:pt x="1329" y="40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6483330" y="2644150"/>
              <a:ext cx="349556" cy="245247"/>
            </a:xfrm>
            <a:custGeom>
              <a:avLst/>
              <a:gdLst/>
              <a:ahLst/>
              <a:cxnLst/>
              <a:rect l="l" t="t" r="r" b="b"/>
              <a:pathLst>
                <a:path w="16977" h="11911" extrusionOk="0">
                  <a:moveTo>
                    <a:pt x="13141" y="0"/>
                  </a:moveTo>
                  <a:cubicBezTo>
                    <a:pt x="8243" y="0"/>
                    <a:pt x="1" y="9272"/>
                    <a:pt x="241" y="10366"/>
                  </a:cubicBezTo>
                  <a:cubicBezTo>
                    <a:pt x="379" y="10993"/>
                    <a:pt x="3762" y="11910"/>
                    <a:pt x="7387" y="11910"/>
                  </a:cubicBezTo>
                  <a:cubicBezTo>
                    <a:pt x="11000" y="11910"/>
                    <a:pt x="14855" y="11000"/>
                    <a:pt x="15981" y="7985"/>
                  </a:cubicBezTo>
                  <a:cubicBezTo>
                    <a:pt x="16977" y="5443"/>
                    <a:pt x="15137" y="5043"/>
                    <a:pt x="13880" y="5043"/>
                  </a:cubicBezTo>
                  <a:cubicBezTo>
                    <a:pt x="13302" y="5043"/>
                    <a:pt x="12848" y="5128"/>
                    <a:pt x="12848" y="5128"/>
                  </a:cubicBezTo>
                  <a:cubicBezTo>
                    <a:pt x="12848" y="5128"/>
                    <a:pt x="16833" y="2195"/>
                    <a:pt x="15028" y="641"/>
                  </a:cubicBezTo>
                  <a:cubicBezTo>
                    <a:pt x="14494" y="196"/>
                    <a:pt x="13853" y="0"/>
                    <a:pt x="13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6488292" y="2747982"/>
              <a:ext cx="344594" cy="141412"/>
            </a:xfrm>
            <a:custGeom>
              <a:avLst/>
              <a:gdLst/>
              <a:ahLst/>
              <a:cxnLst/>
              <a:rect l="l" t="t" r="r" b="b"/>
              <a:pathLst>
                <a:path w="16736" h="6868" extrusionOk="0">
                  <a:moveTo>
                    <a:pt x="13639" y="0"/>
                  </a:moveTo>
                  <a:cubicBezTo>
                    <a:pt x="13061" y="0"/>
                    <a:pt x="12607" y="85"/>
                    <a:pt x="12607" y="85"/>
                  </a:cubicBezTo>
                  <a:cubicBezTo>
                    <a:pt x="12607" y="85"/>
                    <a:pt x="9299" y="335"/>
                    <a:pt x="0" y="5323"/>
                  </a:cubicBezTo>
                  <a:cubicBezTo>
                    <a:pt x="138" y="5950"/>
                    <a:pt x="3521" y="6867"/>
                    <a:pt x="7146" y="6867"/>
                  </a:cubicBezTo>
                  <a:cubicBezTo>
                    <a:pt x="10759" y="6867"/>
                    <a:pt x="14614" y="5957"/>
                    <a:pt x="15740" y="2942"/>
                  </a:cubicBezTo>
                  <a:cubicBezTo>
                    <a:pt x="16736" y="400"/>
                    <a:pt x="14896" y="0"/>
                    <a:pt x="136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6574457" y="2733755"/>
              <a:ext cx="386536" cy="81516"/>
            </a:xfrm>
            <a:custGeom>
              <a:avLst/>
              <a:gdLst/>
              <a:ahLst/>
              <a:cxnLst/>
              <a:rect l="l" t="t" r="r" b="b"/>
              <a:pathLst>
                <a:path w="18773" h="3959" extrusionOk="0">
                  <a:moveTo>
                    <a:pt x="12332" y="1"/>
                  </a:moveTo>
                  <a:cubicBezTo>
                    <a:pt x="9178" y="1"/>
                    <a:pt x="5060" y="1229"/>
                    <a:pt x="1" y="3683"/>
                  </a:cubicBezTo>
                  <a:lnTo>
                    <a:pt x="151" y="3959"/>
                  </a:lnTo>
                  <a:cubicBezTo>
                    <a:pt x="5157" y="1532"/>
                    <a:pt x="9217" y="316"/>
                    <a:pt x="12309" y="316"/>
                  </a:cubicBezTo>
                  <a:cubicBezTo>
                    <a:pt x="15255" y="316"/>
                    <a:pt x="17323" y="1420"/>
                    <a:pt x="18497" y="3633"/>
                  </a:cubicBezTo>
                  <a:lnTo>
                    <a:pt x="18773" y="3482"/>
                  </a:lnTo>
                  <a:cubicBezTo>
                    <a:pt x="17550" y="1160"/>
                    <a:pt x="15396" y="1"/>
                    <a:pt x="1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6496033" y="2825048"/>
              <a:ext cx="50590" cy="30988"/>
            </a:xfrm>
            <a:custGeom>
              <a:avLst/>
              <a:gdLst/>
              <a:ahLst/>
              <a:cxnLst/>
              <a:rect l="l" t="t" r="r" b="b"/>
              <a:pathLst>
                <a:path w="2457" h="1505" extrusionOk="0">
                  <a:moveTo>
                    <a:pt x="2306" y="1"/>
                  </a:moveTo>
                  <a:cubicBezTo>
                    <a:pt x="1554" y="402"/>
                    <a:pt x="802" y="803"/>
                    <a:pt x="0" y="1229"/>
                  </a:cubicBezTo>
                  <a:lnTo>
                    <a:pt x="151" y="1504"/>
                  </a:lnTo>
                  <a:cubicBezTo>
                    <a:pt x="953" y="1078"/>
                    <a:pt x="1705" y="677"/>
                    <a:pt x="2456" y="276"/>
                  </a:cubicBezTo>
                  <a:lnTo>
                    <a:pt x="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6817513" y="2397265"/>
              <a:ext cx="261143" cy="241541"/>
            </a:xfrm>
            <a:custGeom>
              <a:avLst/>
              <a:gdLst/>
              <a:ahLst/>
              <a:cxnLst/>
              <a:rect l="l" t="t" r="r" b="b"/>
              <a:pathLst>
                <a:path w="12683" h="11731" extrusionOk="0">
                  <a:moveTo>
                    <a:pt x="2507" y="1"/>
                  </a:moveTo>
                  <a:cubicBezTo>
                    <a:pt x="2507" y="1"/>
                    <a:pt x="0" y="11329"/>
                    <a:pt x="3158" y="11705"/>
                  </a:cubicBezTo>
                  <a:cubicBezTo>
                    <a:pt x="3300" y="11722"/>
                    <a:pt x="3435" y="11730"/>
                    <a:pt x="3564" y="11730"/>
                  </a:cubicBezTo>
                  <a:cubicBezTo>
                    <a:pt x="6275" y="11730"/>
                    <a:pt x="6116" y="8121"/>
                    <a:pt x="6116" y="8121"/>
                  </a:cubicBezTo>
                  <a:lnTo>
                    <a:pt x="6116" y="8121"/>
                  </a:lnTo>
                  <a:cubicBezTo>
                    <a:pt x="6116" y="8121"/>
                    <a:pt x="7042" y="9344"/>
                    <a:pt x="8271" y="9344"/>
                  </a:cubicBezTo>
                  <a:cubicBezTo>
                    <a:pt x="8792" y="9344"/>
                    <a:pt x="9368" y="9124"/>
                    <a:pt x="9950" y="8497"/>
                  </a:cubicBezTo>
                  <a:cubicBezTo>
                    <a:pt x="12682" y="5941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6869109" y="2397265"/>
              <a:ext cx="209544" cy="192414"/>
            </a:xfrm>
            <a:custGeom>
              <a:avLst/>
              <a:gdLst/>
              <a:ahLst/>
              <a:cxnLst/>
              <a:rect l="l" t="t" r="r" b="b"/>
              <a:pathLst>
                <a:path w="10177" h="9345" extrusionOk="0">
                  <a:moveTo>
                    <a:pt x="1" y="1"/>
                  </a:moveTo>
                  <a:lnTo>
                    <a:pt x="3610" y="8121"/>
                  </a:lnTo>
                  <a:cubicBezTo>
                    <a:pt x="3610" y="8121"/>
                    <a:pt x="4536" y="9344"/>
                    <a:pt x="5765" y="9344"/>
                  </a:cubicBezTo>
                  <a:cubicBezTo>
                    <a:pt x="6286" y="9344"/>
                    <a:pt x="6862" y="9124"/>
                    <a:pt x="7444" y="8497"/>
                  </a:cubicBezTo>
                  <a:cubicBezTo>
                    <a:pt x="10176" y="594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7084802" y="2477769"/>
              <a:ext cx="273538" cy="211109"/>
            </a:xfrm>
            <a:custGeom>
              <a:avLst/>
              <a:gdLst/>
              <a:ahLst/>
              <a:cxnLst/>
              <a:rect l="l" t="t" r="r" b="b"/>
              <a:pathLst>
                <a:path w="13285" h="10253" extrusionOk="0">
                  <a:moveTo>
                    <a:pt x="13284" y="0"/>
                  </a:moveTo>
                  <a:cubicBezTo>
                    <a:pt x="7645" y="1880"/>
                    <a:pt x="2783" y="4061"/>
                    <a:pt x="1" y="7670"/>
                  </a:cubicBezTo>
                  <a:cubicBezTo>
                    <a:pt x="1" y="7670"/>
                    <a:pt x="2910" y="10253"/>
                    <a:pt x="5901" y="10253"/>
                  </a:cubicBezTo>
                  <a:cubicBezTo>
                    <a:pt x="6333" y="10253"/>
                    <a:pt x="6767" y="10199"/>
                    <a:pt x="7194" y="10076"/>
                  </a:cubicBezTo>
                  <a:cubicBezTo>
                    <a:pt x="10653" y="8848"/>
                    <a:pt x="13284" y="1"/>
                    <a:pt x="13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6661673" y="2397265"/>
              <a:ext cx="176497" cy="182819"/>
            </a:xfrm>
            <a:custGeom>
              <a:avLst/>
              <a:gdLst/>
              <a:ahLst/>
              <a:cxnLst/>
              <a:rect l="l" t="t" r="r" b="b"/>
              <a:pathLst>
                <a:path w="8572" h="887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702" y="6542"/>
                    <a:pt x="2908" y="8221"/>
                  </a:cubicBezTo>
                  <a:cubicBezTo>
                    <a:pt x="3643" y="8714"/>
                    <a:pt x="4517" y="8878"/>
                    <a:pt x="5356" y="8878"/>
                  </a:cubicBezTo>
                  <a:cubicBezTo>
                    <a:pt x="7035" y="8878"/>
                    <a:pt x="8572" y="8221"/>
                    <a:pt x="8572" y="8221"/>
                  </a:cubicBezTo>
                  <a:cubicBezTo>
                    <a:pt x="8572" y="8221"/>
                    <a:pt x="3635" y="265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7046629" y="2474680"/>
              <a:ext cx="312742" cy="206435"/>
            </a:xfrm>
            <a:custGeom>
              <a:avLst/>
              <a:gdLst/>
              <a:ahLst/>
              <a:cxnLst/>
              <a:rect l="l" t="t" r="r" b="b"/>
              <a:pathLst>
                <a:path w="15189" h="10026" extrusionOk="0">
                  <a:moveTo>
                    <a:pt x="15088" y="0"/>
                  </a:moveTo>
                  <a:cubicBezTo>
                    <a:pt x="9048" y="2181"/>
                    <a:pt x="3058" y="4887"/>
                    <a:pt x="0" y="9850"/>
                  </a:cubicBezTo>
                  <a:lnTo>
                    <a:pt x="276" y="10025"/>
                  </a:lnTo>
                  <a:cubicBezTo>
                    <a:pt x="3258" y="5113"/>
                    <a:pt x="9223" y="2456"/>
                    <a:pt x="15188" y="301"/>
                  </a:cubicBezTo>
                  <a:lnTo>
                    <a:pt x="15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7006892" y="2700174"/>
              <a:ext cx="33562" cy="93932"/>
            </a:xfrm>
            <a:custGeom>
              <a:avLst/>
              <a:gdLst/>
              <a:ahLst/>
              <a:cxnLst/>
              <a:rect l="l" t="t" r="r" b="b"/>
              <a:pathLst>
                <a:path w="1630" h="4562" extrusionOk="0">
                  <a:moveTo>
                    <a:pt x="1329" y="0"/>
                  </a:moveTo>
                  <a:cubicBezTo>
                    <a:pt x="652" y="1379"/>
                    <a:pt x="201" y="2908"/>
                    <a:pt x="0" y="4512"/>
                  </a:cubicBezTo>
                  <a:lnTo>
                    <a:pt x="301" y="4562"/>
                  </a:lnTo>
                  <a:cubicBezTo>
                    <a:pt x="502" y="2983"/>
                    <a:pt x="953" y="1504"/>
                    <a:pt x="1630" y="15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6873762" y="2413262"/>
              <a:ext cx="122325" cy="380853"/>
            </a:xfrm>
            <a:custGeom>
              <a:avLst/>
              <a:gdLst/>
              <a:ahLst/>
              <a:cxnLst/>
              <a:rect l="l" t="t" r="r" b="b"/>
              <a:pathLst>
                <a:path w="5941" h="18497" extrusionOk="0">
                  <a:moveTo>
                    <a:pt x="276" y="1"/>
                  </a:moveTo>
                  <a:lnTo>
                    <a:pt x="0" y="126"/>
                  </a:lnTo>
                  <a:cubicBezTo>
                    <a:pt x="2231" y="4412"/>
                    <a:pt x="5038" y="11053"/>
                    <a:pt x="5614" y="18497"/>
                  </a:cubicBezTo>
                  <a:lnTo>
                    <a:pt x="5940" y="18472"/>
                  </a:lnTo>
                  <a:cubicBezTo>
                    <a:pt x="5339" y="10978"/>
                    <a:pt x="2532" y="4286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6790170" y="2511823"/>
              <a:ext cx="186298" cy="283339"/>
            </a:xfrm>
            <a:custGeom>
              <a:avLst/>
              <a:gdLst/>
              <a:ahLst/>
              <a:cxnLst/>
              <a:rect l="l" t="t" r="r" b="b"/>
              <a:pathLst>
                <a:path w="9048" h="13761" extrusionOk="0">
                  <a:moveTo>
                    <a:pt x="226" y="1"/>
                  </a:moveTo>
                  <a:lnTo>
                    <a:pt x="0" y="226"/>
                  </a:lnTo>
                  <a:cubicBezTo>
                    <a:pt x="3785" y="4236"/>
                    <a:pt x="6717" y="8773"/>
                    <a:pt x="8772" y="13760"/>
                  </a:cubicBezTo>
                  <a:lnTo>
                    <a:pt x="9048" y="13635"/>
                  </a:lnTo>
                  <a:cubicBezTo>
                    <a:pt x="6993" y="8622"/>
                    <a:pt x="4035" y="4036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6659614" y="2394691"/>
              <a:ext cx="109930" cy="95991"/>
            </a:xfrm>
            <a:custGeom>
              <a:avLst/>
              <a:gdLst/>
              <a:ahLst/>
              <a:cxnLst/>
              <a:rect l="l" t="t" r="r" b="b"/>
              <a:pathLst>
                <a:path w="5339" h="4662" extrusionOk="0">
                  <a:moveTo>
                    <a:pt x="201" y="0"/>
                  </a:moveTo>
                  <a:lnTo>
                    <a:pt x="0" y="251"/>
                  </a:lnTo>
                  <a:cubicBezTo>
                    <a:pt x="1830" y="1629"/>
                    <a:pt x="3559" y="3108"/>
                    <a:pt x="5113" y="4662"/>
                  </a:cubicBezTo>
                  <a:lnTo>
                    <a:pt x="5339" y="4436"/>
                  </a:lnTo>
                  <a:cubicBezTo>
                    <a:pt x="3760" y="2883"/>
                    <a:pt x="2030" y="140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6750433" y="2786340"/>
              <a:ext cx="453618" cy="475300"/>
            </a:xfrm>
            <a:custGeom>
              <a:avLst/>
              <a:gdLst/>
              <a:ahLst/>
              <a:cxnLst/>
              <a:rect l="l" t="t" r="r" b="b"/>
              <a:pathLst>
                <a:path w="22031" h="23084" extrusionOk="0">
                  <a:moveTo>
                    <a:pt x="7920" y="1"/>
                  </a:moveTo>
                  <a:cubicBezTo>
                    <a:pt x="5038" y="3209"/>
                    <a:pt x="0" y="15339"/>
                    <a:pt x="1955" y="17520"/>
                  </a:cubicBezTo>
                  <a:cubicBezTo>
                    <a:pt x="3634" y="19400"/>
                    <a:pt x="7494" y="23084"/>
                    <a:pt x="7494" y="23084"/>
                  </a:cubicBezTo>
                  <a:lnTo>
                    <a:pt x="16492" y="23084"/>
                  </a:lnTo>
                  <a:cubicBezTo>
                    <a:pt x="16492" y="23084"/>
                    <a:pt x="20827" y="19700"/>
                    <a:pt x="22030" y="17520"/>
                  </a:cubicBezTo>
                  <a:cubicBezTo>
                    <a:pt x="21354" y="7946"/>
                    <a:pt x="16065" y="1"/>
                    <a:pt x="16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6695728" y="2978829"/>
              <a:ext cx="602752" cy="436590"/>
            </a:xfrm>
            <a:custGeom>
              <a:avLst/>
              <a:gdLst/>
              <a:ahLst/>
              <a:cxnLst/>
              <a:rect l="l" t="t" r="r" b="b"/>
              <a:pathLst>
                <a:path w="29274" h="21204" extrusionOk="0">
                  <a:moveTo>
                    <a:pt x="1" y="0"/>
                  </a:moveTo>
                  <a:lnTo>
                    <a:pt x="1" y="0"/>
                  </a:lnTo>
                  <a:cubicBezTo>
                    <a:pt x="26" y="4537"/>
                    <a:pt x="577" y="8396"/>
                    <a:pt x="1529" y="13910"/>
                  </a:cubicBezTo>
                  <a:cubicBezTo>
                    <a:pt x="1805" y="16642"/>
                    <a:pt x="1279" y="18622"/>
                    <a:pt x="1755" y="21204"/>
                  </a:cubicBezTo>
                  <a:lnTo>
                    <a:pt x="28046" y="21204"/>
                  </a:lnTo>
                  <a:cubicBezTo>
                    <a:pt x="28923" y="14988"/>
                    <a:pt x="29274" y="8396"/>
                    <a:pt x="29224" y="15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6621421" y="2978829"/>
              <a:ext cx="720424" cy="192496"/>
            </a:xfrm>
            <a:custGeom>
              <a:avLst/>
              <a:gdLst/>
              <a:ahLst/>
              <a:cxnLst/>
              <a:rect l="l" t="t" r="r" b="b"/>
              <a:pathLst>
                <a:path w="34989" h="9349" extrusionOk="0">
                  <a:moveTo>
                    <a:pt x="3610" y="0"/>
                  </a:moveTo>
                  <a:lnTo>
                    <a:pt x="1" y="7344"/>
                  </a:lnTo>
                  <a:lnTo>
                    <a:pt x="13158" y="7218"/>
                  </a:lnTo>
                  <a:lnTo>
                    <a:pt x="34988" y="9349"/>
                  </a:lnTo>
                  <a:lnTo>
                    <a:pt x="32833" y="1504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6700381" y="3123839"/>
              <a:ext cx="597069" cy="46451"/>
            </a:xfrm>
            <a:custGeom>
              <a:avLst/>
              <a:gdLst/>
              <a:ahLst/>
              <a:cxnLst/>
              <a:rect l="l" t="t" r="r" b="b"/>
              <a:pathLst>
                <a:path w="28998" h="2256" extrusionOk="0">
                  <a:moveTo>
                    <a:pt x="9298" y="0"/>
                  </a:moveTo>
                  <a:lnTo>
                    <a:pt x="0" y="100"/>
                  </a:lnTo>
                  <a:lnTo>
                    <a:pt x="0" y="426"/>
                  </a:lnTo>
                  <a:lnTo>
                    <a:pt x="9298" y="326"/>
                  </a:lnTo>
                  <a:lnTo>
                    <a:pt x="28973" y="2256"/>
                  </a:lnTo>
                  <a:lnTo>
                    <a:pt x="28998" y="1930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6891304" y="3113503"/>
              <a:ext cx="58846" cy="17049"/>
            </a:xfrm>
            <a:custGeom>
              <a:avLst/>
              <a:gdLst/>
              <a:ahLst/>
              <a:cxnLst/>
              <a:rect l="l" t="t" r="r" b="b"/>
              <a:pathLst>
                <a:path w="2858" h="828" extrusionOk="0">
                  <a:moveTo>
                    <a:pt x="2782" y="1"/>
                  </a:moveTo>
                  <a:lnTo>
                    <a:pt x="0" y="502"/>
                  </a:lnTo>
                  <a:lnTo>
                    <a:pt x="76" y="828"/>
                  </a:lnTo>
                  <a:lnTo>
                    <a:pt x="2858" y="302"/>
                  </a:lnTo>
                  <a:lnTo>
                    <a:pt x="2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6725150" y="3269858"/>
              <a:ext cx="41818" cy="59896"/>
            </a:xfrm>
            <a:custGeom>
              <a:avLst/>
              <a:gdLst/>
              <a:ahLst/>
              <a:cxnLst/>
              <a:rect l="l" t="t" r="r" b="b"/>
              <a:pathLst>
                <a:path w="2031" h="2909" extrusionOk="0">
                  <a:moveTo>
                    <a:pt x="276" y="1"/>
                  </a:moveTo>
                  <a:lnTo>
                    <a:pt x="0" y="176"/>
                  </a:lnTo>
                  <a:lnTo>
                    <a:pt x="1780" y="2908"/>
                  </a:lnTo>
                  <a:lnTo>
                    <a:pt x="2030" y="2733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6787576" y="2825192"/>
              <a:ext cx="267546" cy="260258"/>
            </a:xfrm>
            <a:custGeom>
              <a:avLst/>
              <a:gdLst/>
              <a:ahLst/>
              <a:cxnLst/>
              <a:rect l="l" t="t" r="r" b="b"/>
              <a:pathLst>
                <a:path w="12994" h="12640" extrusionOk="0">
                  <a:moveTo>
                    <a:pt x="4741" y="0"/>
                  </a:moveTo>
                  <a:cubicBezTo>
                    <a:pt x="4614" y="0"/>
                    <a:pt x="4472" y="22"/>
                    <a:pt x="4312" y="69"/>
                  </a:cubicBezTo>
                  <a:cubicBezTo>
                    <a:pt x="1" y="1447"/>
                    <a:pt x="2808" y="12249"/>
                    <a:pt x="3810" y="12625"/>
                  </a:cubicBezTo>
                  <a:cubicBezTo>
                    <a:pt x="3838" y="12635"/>
                    <a:pt x="3872" y="12640"/>
                    <a:pt x="3911" y="12640"/>
                  </a:cubicBezTo>
                  <a:cubicBezTo>
                    <a:pt x="5266" y="12640"/>
                    <a:pt x="12993" y="6817"/>
                    <a:pt x="9850" y="2675"/>
                  </a:cubicBezTo>
                  <a:cubicBezTo>
                    <a:pt x="9173" y="1743"/>
                    <a:pt x="8449" y="1440"/>
                    <a:pt x="7795" y="1440"/>
                  </a:cubicBezTo>
                  <a:cubicBezTo>
                    <a:pt x="6586" y="1440"/>
                    <a:pt x="5615" y="2475"/>
                    <a:pt x="5615" y="2475"/>
                  </a:cubicBezTo>
                  <a:cubicBezTo>
                    <a:pt x="5615" y="2475"/>
                    <a:pt x="6097" y="0"/>
                    <a:pt x="4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6866021" y="2854840"/>
              <a:ext cx="189099" cy="230608"/>
            </a:xfrm>
            <a:custGeom>
              <a:avLst/>
              <a:gdLst/>
              <a:ahLst/>
              <a:cxnLst/>
              <a:rect l="l" t="t" r="r" b="b"/>
              <a:pathLst>
                <a:path w="9184" h="11200" extrusionOk="0">
                  <a:moveTo>
                    <a:pt x="3985" y="0"/>
                  </a:moveTo>
                  <a:cubicBezTo>
                    <a:pt x="2776" y="0"/>
                    <a:pt x="1805" y="1035"/>
                    <a:pt x="1805" y="1035"/>
                  </a:cubicBezTo>
                  <a:cubicBezTo>
                    <a:pt x="1805" y="1035"/>
                    <a:pt x="226" y="7326"/>
                    <a:pt x="0" y="11185"/>
                  </a:cubicBezTo>
                  <a:cubicBezTo>
                    <a:pt x="28" y="11195"/>
                    <a:pt x="62" y="11200"/>
                    <a:pt x="101" y="11200"/>
                  </a:cubicBezTo>
                  <a:cubicBezTo>
                    <a:pt x="1456" y="11200"/>
                    <a:pt x="9183" y="5377"/>
                    <a:pt x="6040" y="1235"/>
                  </a:cubicBezTo>
                  <a:cubicBezTo>
                    <a:pt x="5363" y="303"/>
                    <a:pt x="4639" y="0"/>
                    <a:pt x="39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6865506" y="2751441"/>
              <a:ext cx="113554" cy="302755"/>
            </a:xfrm>
            <a:custGeom>
              <a:avLst/>
              <a:gdLst/>
              <a:ahLst/>
              <a:cxnLst/>
              <a:rect l="l" t="t" r="r" b="b"/>
              <a:pathLst>
                <a:path w="5515" h="14704" extrusionOk="0">
                  <a:moveTo>
                    <a:pt x="4779" y="0"/>
                  </a:moveTo>
                  <a:cubicBezTo>
                    <a:pt x="4655" y="0"/>
                    <a:pt x="4529" y="12"/>
                    <a:pt x="4411" y="42"/>
                  </a:cubicBezTo>
                  <a:cubicBezTo>
                    <a:pt x="3334" y="418"/>
                    <a:pt x="2256" y="2999"/>
                    <a:pt x="1203" y="7711"/>
                  </a:cubicBezTo>
                  <a:cubicBezTo>
                    <a:pt x="451" y="11195"/>
                    <a:pt x="0" y="14628"/>
                    <a:pt x="0" y="14653"/>
                  </a:cubicBezTo>
                  <a:lnTo>
                    <a:pt x="301" y="14704"/>
                  </a:lnTo>
                  <a:cubicBezTo>
                    <a:pt x="802" y="10944"/>
                    <a:pt x="2532" y="1019"/>
                    <a:pt x="4512" y="343"/>
                  </a:cubicBezTo>
                  <a:cubicBezTo>
                    <a:pt x="4582" y="323"/>
                    <a:pt x="4665" y="316"/>
                    <a:pt x="4750" y="316"/>
                  </a:cubicBezTo>
                  <a:cubicBezTo>
                    <a:pt x="4999" y="316"/>
                    <a:pt x="5277" y="381"/>
                    <a:pt x="5389" y="418"/>
                  </a:cubicBezTo>
                  <a:lnTo>
                    <a:pt x="5514" y="142"/>
                  </a:lnTo>
                  <a:cubicBezTo>
                    <a:pt x="5372" y="71"/>
                    <a:pt x="5080" y="0"/>
                    <a:pt x="4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7113112" y="2751853"/>
              <a:ext cx="314883" cy="339611"/>
            </a:xfrm>
            <a:custGeom>
              <a:avLst/>
              <a:gdLst/>
              <a:ahLst/>
              <a:cxnLst/>
              <a:rect l="l" t="t" r="r" b="b"/>
              <a:pathLst>
                <a:path w="15293" h="16494" extrusionOk="0">
                  <a:moveTo>
                    <a:pt x="8400" y="1"/>
                  </a:moveTo>
                  <a:cubicBezTo>
                    <a:pt x="5059" y="1"/>
                    <a:pt x="6997" y="3831"/>
                    <a:pt x="6997" y="3831"/>
                  </a:cubicBezTo>
                  <a:cubicBezTo>
                    <a:pt x="6997" y="3831"/>
                    <a:pt x="4887" y="2232"/>
                    <a:pt x="3373" y="2232"/>
                  </a:cubicBezTo>
                  <a:cubicBezTo>
                    <a:pt x="2820" y="2232"/>
                    <a:pt x="2346" y="2446"/>
                    <a:pt x="2085" y="3029"/>
                  </a:cubicBezTo>
                  <a:cubicBezTo>
                    <a:pt x="1" y="7876"/>
                    <a:pt x="10802" y="16494"/>
                    <a:pt x="12540" y="16494"/>
                  </a:cubicBezTo>
                  <a:cubicBezTo>
                    <a:pt x="12600" y="16494"/>
                    <a:pt x="12649" y="16484"/>
                    <a:pt x="12686" y="16463"/>
                  </a:cubicBezTo>
                  <a:cubicBezTo>
                    <a:pt x="13814" y="15836"/>
                    <a:pt x="15293" y="473"/>
                    <a:pt x="8852" y="22"/>
                  </a:cubicBezTo>
                  <a:cubicBezTo>
                    <a:pt x="8691" y="8"/>
                    <a:pt x="8541" y="1"/>
                    <a:pt x="8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7113112" y="2797787"/>
              <a:ext cx="261225" cy="293675"/>
            </a:xfrm>
            <a:custGeom>
              <a:avLst/>
              <a:gdLst/>
              <a:ahLst/>
              <a:cxnLst/>
              <a:rect l="l" t="t" r="r" b="b"/>
              <a:pathLst>
                <a:path w="12687" h="14263" extrusionOk="0">
                  <a:moveTo>
                    <a:pt x="3373" y="1"/>
                  </a:moveTo>
                  <a:cubicBezTo>
                    <a:pt x="2820" y="1"/>
                    <a:pt x="2346" y="215"/>
                    <a:pt x="2085" y="798"/>
                  </a:cubicBezTo>
                  <a:cubicBezTo>
                    <a:pt x="1" y="5645"/>
                    <a:pt x="10802" y="14263"/>
                    <a:pt x="12540" y="14263"/>
                  </a:cubicBezTo>
                  <a:cubicBezTo>
                    <a:pt x="12600" y="14263"/>
                    <a:pt x="12649" y="14253"/>
                    <a:pt x="12686" y="14232"/>
                  </a:cubicBezTo>
                  <a:cubicBezTo>
                    <a:pt x="12360" y="11300"/>
                    <a:pt x="9002" y="2803"/>
                    <a:pt x="6997" y="1600"/>
                  </a:cubicBezTo>
                  <a:cubicBezTo>
                    <a:pt x="6997" y="1600"/>
                    <a:pt x="4887" y="1"/>
                    <a:pt x="3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7352626" y="3022684"/>
              <a:ext cx="18593" cy="52669"/>
            </a:xfrm>
            <a:custGeom>
              <a:avLst/>
              <a:gdLst/>
              <a:ahLst/>
              <a:cxnLst/>
              <a:rect l="l" t="t" r="r" b="b"/>
              <a:pathLst>
                <a:path w="903" h="2558" extrusionOk="0">
                  <a:moveTo>
                    <a:pt x="301" y="1"/>
                  </a:moveTo>
                  <a:lnTo>
                    <a:pt x="0" y="76"/>
                  </a:lnTo>
                  <a:cubicBezTo>
                    <a:pt x="226" y="878"/>
                    <a:pt x="427" y="1705"/>
                    <a:pt x="602" y="2557"/>
                  </a:cubicBezTo>
                  <a:lnTo>
                    <a:pt x="903" y="2482"/>
                  </a:lnTo>
                  <a:cubicBezTo>
                    <a:pt x="727" y="1630"/>
                    <a:pt x="527" y="803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7105967" y="2741476"/>
              <a:ext cx="239976" cy="240985"/>
            </a:xfrm>
            <a:custGeom>
              <a:avLst/>
              <a:gdLst/>
              <a:ahLst/>
              <a:cxnLst/>
              <a:rect l="l" t="t" r="r" b="b"/>
              <a:pathLst>
                <a:path w="11655" h="11704" extrusionOk="0">
                  <a:moveTo>
                    <a:pt x="495" y="1"/>
                  </a:moveTo>
                  <a:cubicBezTo>
                    <a:pt x="327" y="1"/>
                    <a:pt x="162" y="9"/>
                    <a:pt x="0" y="25"/>
                  </a:cubicBezTo>
                  <a:lnTo>
                    <a:pt x="26" y="350"/>
                  </a:lnTo>
                  <a:cubicBezTo>
                    <a:pt x="185" y="334"/>
                    <a:pt x="347" y="326"/>
                    <a:pt x="513" y="326"/>
                  </a:cubicBezTo>
                  <a:cubicBezTo>
                    <a:pt x="3919" y="326"/>
                    <a:pt x="8605" y="3793"/>
                    <a:pt x="11354" y="11704"/>
                  </a:cubicBezTo>
                  <a:lnTo>
                    <a:pt x="11655" y="11579"/>
                  </a:lnTo>
                  <a:cubicBezTo>
                    <a:pt x="8856" y="3540"/>
                    <a:pt x="4024" y="1"/>
                    <a:pt x="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3" name="Google Shape;1113;p34"/>
          <p:cNvGrpSpPr/>
          <p:nvPr/>
        </p:nvGrpSpPr>
        <p:grpSpPr>
          <a:xfrm>
            <a:off x="3298299" y="3533662"/>
            <a:ext cx="327188" cy="298938"/>
            <a:chOff x="6765916" y="4052168"/>
            <a:chExt cx="352460" cy="322028"/>
          </a:xfrm>
        </p:grpSpPr>
        <p:sp>
          <p:nvSpPr>
            <p:cNvPr id="1114" name="Google Shape;1114;p34"/>
            <p:cNvSpPr/>
            <p:nvPr/>
          </p:nvSpPr>
          <p:spPr>
            <a:xfrm>
              <a:off x="6816483" y="4319972"/>
              <a:ext cx="251322" cy="50590"/>
            </a:xfrm>
            <a:custGeom>
              <a:avLst/>
              <a:gdLst/>
              <a:ahLst/>
              <a:cxnLst/>
              <a:rect l="l" t="t" r="r" b="b"/>
              <a:pathLst>
                <a:path w="12206" h="2457" extrusionOk="0">
                  <a:moveTo>
                    <a:pt x="0" y="1"/>
                  </a:moveTo>
                  <a:cubicBezTo>
                    <a:pt x="1153" y="1229"/>
                    <a:pt x="2682" y="2106"/>
                    <a:pt x="4411" y="2457"/>
                  </a:cubicBezTo>
                  <a:lnTo>
                    <a:pt x="7820" y="2457"/>
                  </a:lnTo>
                  <a:cubicBezTo>
                    <a:pt x="9524" y="2106"/>
                    <a:pt x="11053" y="1229"/>
                    <a:pt x="122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6765916" y="4052168"/>
              <a:ext cx="352460" cy="322028"/>
            </a:xfrm>
            <a:custGeom>
              <a:avLst/>
              <a:gdLst/>
              <a:ahLst/>
              <a:cxnLst/>
              <a:rect l="l" t="t" r="r" b="b"/>
              <a:pathLst>
                <a:path w="17118" h="15640" extrusionOk="0">
                  <a:moveTo>
                    <a:pt x="13033" y="301"/>
                  </a:moveTo>
                  <a:cubicBezTo>
                    <a:pt x="15389" y="1830"/>
                    <a:pt x="16817" y="4436"/>
                    <a:pt x="16817" y="7243"/>
                  </a:cubicBezTo>
                  <a:cubicBezTo>
                    <a:pt x="16817" y="11128"/>
                    <a:pt x="14035" y="14536"/>
                    <a:pt x="10276" y="15313"/>
                  </a:cubicBezTo>
                  <a:lnTo>
                    <a:pt x="6892" y="15313"/>
                  </a:lnTo>
                  <a:cubicBezTo>
                    <a:pt x="3083" y="14536"/>
                    <a:pt x="326" y="11128"/>
                    <a:pt x="326" y="7243"/>
                  </a:cubicBezTo>
                  <a:cubicBezTo>
                    <a:pt x="326" y="4436"/>
                    <a:pt x="1729" y="1830"/>
                    <a:pt x="4085" y="301"/>
                  </a:cubicBezTo>
                  <a:close/>
                  <a:moveTo>
                    <a:pt x="4010" y="0"/>
                  </a:moveTo>
                  <a:lnTo>
                    <a:pt x="3960" y="25"/>
                  </a:lnTo>
                  <a:cubicBezTo>
                    <a:pt x="1479" y="1604"/>
                    <a:pt x="0" y="4311"/>
                    <a:pt x="0" y="7243"/>
                  </a:cubicBezTo>
                  <a:cubicBezTo>
                    <a:pt x="0" y="11278"/>
                    <a:pt x="2882" y="14812"/>
                    <a:pt x="6867" y="15639"/>
                  </a:cubicBezTo>
                  <a:lnTo>
                    <a:pt x="10301" y="15614"/>
                  </a:lnTo>
                  <a:cubicBezTo>
                    <a:pt x="14261" y="14812"/>
                    <a:pt x="17118" y="11278"/>
                    <a:pt x="17118" y="7243"/>
                  </a:cubicBezTo>
                  <a:cubicBezTo>
                    <a:pt x="17118" y="4311"/>
                    <a:pt x="15639" y="1604"/>
                    <a:pt x="13158" y="25"/>
                  </a:cubicBezTo>
                  <a:lnTo>
                    <a:pt x="13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6787576" y="4107882"/>
              <a:ext cx="38215" cy="94982"/>
            </a:xfrm>
            <a:custGeom>
              <a:avLst/>
              <a:gdLst/>
              <a:ahLst/>
              <a:cxnLst/>
              <a:rect l="l" t="t" r="r" b="b"/>
              <a:pathLst>
                <a:path w="1856" h="4613" extrusionOk="0">
                  <a:moveTo>
                    <a:pt x="1605" y="1"/>
                  </a:moveTo>
                  <a:cubicBezTo>
                    <a:pt x="552" y="1329"/>
                    <a:pt x="1" y="2908"/>
                    <a:pt x="1" y="4612"/>
                  </a:cubicBezTo>
                  <a:lnTo>
                    <a:pt x="327" y="4612"/>
                  </a:lnTo>
                  <a:cubicBezTo>
                    <a:pt x="327" y="2983"/>
                    <a:pt x="853" y="1454"/>
                    <a:pt x="1855" y="201"/>
                  </a:cubicBezTo>
                  <a:lnTo>
                    <a:pt x="16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6836599" y="4072284"/>
              <a:ext cx="26335" cy="22731"/>
            </a:xfrm>
            <a:custGeom>
              <a:avLst/>
              <a:gdLst/>
              <a:ahLst/>
              <a:cxnLst/>
              <a:rect l="l" t="t" r="r" b="b"/>
              <a:pathLst>
                <a:path w="1279" h="1104" extrusionOk="0">
                  <a:moveTo>
                    <a:pt x="1103" y="0"/>
                  </a:moveTo>
                  <a:cubicBezTo>
                    <a:pt x="702" y="251"/>
                    <a:pt x="352" y="552"/>
                    <a:pt x="1" y="878"/>
                  </a:cubicBezTo>
                  <a:lnTo>
                    <a:pt x="226" y="1103"/>
                  </a:lnTo>
                  <a:cubicBezTo>
                    <a:pt x="552" y="802"/>
                    <a:pt x="903" y="527"/>
                    <a:pt x="1279" y="276"/>
                  </a:cubicBezTo>
                  <a:lnTo>
                    <a:pt x="1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6796347" y="4088281"/>
              <a:ext cx="283339" cy="231720"/>
            </a:xfrm>
            <a:custGeom>
              <a:avLst/>
              <a:gdLst/>
              <a:ahLst/>
              <a:cxnLst/>
              <a:rect l="l" t="t" r="r" b="b"/>
              <a:pathLst>
                <a:path w="13761" h="11254" extrusionOk="0">
                  <a:moveTo>
                    <a:pt x="8773" y="0"/>
                  </a:moveTo>
                  <a:cubicBezTo>
                    <a:pt x="7570" y="2908"/>
                    <a:pt x="6768" y="5815"/>
                    <a:pt x="6868" y="8672"/>
                  </a:cubicBezTo>
                  <a:cubicBezTo>
                    <a:pt x="6241" y="6291"/>
                    <a:pt x="4688" y="4236"/>
                    <a:pt x="2758" y="2331"/>
                  </a:cubicBezTo>
                  <a:lnTo>
                    <a:pt x="2758" y="2331"/>
                  </a:lnTo>
                  <a:cubicBezTo>
                    <a:pt x="3209" y="5113"/>
                    <a:pt x="3936" y="7594"/>
                    <a:pt x="5239" y="9374"/>
                  </a:cubicBezTo>
                  <a:cubicBezTo>
                    <a:pt x="3860" y="7870"/>
                    <a:pt x="2031" y="7168"/>
                    <a:pt x="1" y="6843"/>
                  </a:cubicBezTo>
                  <a:lnTo>
                    <a:pt x="1" y="6843"/>
                  </a:lnTo>
                  <a:cubicBezTo>
                    <a:pt x="1404" y="8948"/>
                    <a:pt x="2758" y="10452"/>
                    <a:pt x="5038" y="11254"/>
                  </a:cubicBezTo>
                  <a:lnTo>
                    <a:pt x="8998" y="11254"/>
                  </a:lnTo>
                  <a:cubicBezTo>
                    <a:pt x="10778" y="10527"/>
                    <a:pt x="12482" y="9023"/>
                    <a:pt x="13760" y="6968"/>
                  </a:cubicBezTo>
                  <a:lnTo>
                    <a:pt x="13760" y="6968"/>
                  </a:lnTo>
                  <a:cubicBezTo>
                    <a:pt x="12460" y="7424"/>
                    <a:pt x="11284" y="8005"/>
                    <a:pt x="10440" y="8862"/>
                  </a:cubicBezTo>
                  <a:lnTo>
                    <a:pt x="10440" y="8862"/>
                  </a:lnTo>
                  <a:cubicBezTo>
                    <a:pt x="11359" y="7796"/>
                    <a:pt x="12113" y="6175"/>
                    <a:pt x="12783" y="4236"/>
                  </a:cubicBezTo>
                  <a:lnTo>
                    <a:pt x="12783" y="4236"/>
                  </a:lnTo>
                  <a:cubicBezTo>
                    <a:pt x="10878" y="5514"/>
                    <a:pt x="9424" y="6993"/>
                    <a:pt x="8698" y="8823"/>
                  </a:cubicBezTo>
                  <a:cubicBezTo>
                    <a:pt x="9424" y="6216"/>
                    <a:pt x="9324" y="3208"/>
                    <a:pt x="87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6901620" y="4279206"/>
              <a:ext cx="21702" cy="41304"/>
            </a:xfrm>
            <a:custGeom>
              <a:avLst/>
              <a:gdLst/>
              <a:ahLst/>
              <a:cxnLst/>
              <a:rect l="l" t="t" r="r" b="b"/>
              <a:pathLst>
                <a:path w="1054" h="2006" extrusionOk="0">
                  <a:moveTo>
                    <a:pt x="251" y="1"/>
                  </a:moveTo>
                  <a:lnTo>
                    <a:pt x="1" y="176"/>
                  </a:lnTo>
                  <a:cubicBezTo>
                    <a:pt x="1" y="201"/>
                    <a:pt x="577" y="1003"/>
                    <a:pt x="753" y="2006"/>
                  </a:cubicBezTo>
                  <a:lnTo>
                    <a:pt x="1053" y="1956"/>
                  </a:lnTo>
                  <a:cubicBezTo>
                    <a:pt x="878" y="878"/>
                    <a:pt x="276" y="26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6934645" y="4266832"/>
              <a:ext cx="16019" cy="54193"/>
            </a:xfrm>
            <a:custGeom>
              <a:avLst/>
              <a:gdLst/>
              <a:ahLst/>
              <a:cxnLst/>
              <a:rect l="l" t="t" r="r" b="b"/>
              <a:pathLst>
                <a:path w="778" h="2632" extrusionOk="0">
                  <a:moveTo>
                    <a:pt x="326" y="0"/>
                  </a:moveTo>
                  <a:lnTo>
                    <a:pt x="1" y="25"/>
                  </a:lnTo>
                  <a:cubicBezTo>
                    <a:pt x="26" y="100"/>
                    <a:pt x="226" y="1855"/>
                    <a:pt x="477" y="2632"/>
                  </a:cubicBezTo>
                  <a:lnTo>
                    <a:pt x="778" y="2531"/>
                  </a:lnTo>
                  <a:cubicBezTo>
                    <a:pt x="527" y="1780"/>
                    <a:pt x="326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6955296" y="4269920"/>
              <a:ext cx="23226" cy="51619"/>
            </a:xfrm>
            <a:custGeom>
              <a:avLst/>
              <a:gdLst/>
              <a:ahLst/>
              <a:cxnLst/>
              <a:rect l="l" t="t" r="r" b="b"/>
              <a:pathLst>
                <a:path w="1128" h="2507" extrusionOk="0">
                  <a:moveTo>
                    <a:pt x="827" y="1"/>
                  </a:moveTo>
                  <a:cubicBezTo>
                    <a:pt x="727" y="752"/>
                    <a:pt x="451" y="1529"/>
                    <a:pt x="0" y="2356"/>
                  </a:cubicBezTo>
                  <a:lnTo>
                    <a:pt x="276" y="2507"/>
                  </a:lnTo>
                  <a:cubicBezTo>
                    <a:pt x="752" y="1630"/>
                    <a:pt x="1028" y="828"/>
                    <a:pt x="1128" y="26"/>
                  </a:cubicBezTo>
                  <a:lnTo>
                    <a:pt x="8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6967155" y="4274058"/>
              <a:ext cx="41304" cy="47481"/>
            </a:xfrm>
            <a:custGeom>
              <a:avLst/>
              <a:gdLst/>
              <a:ahLst/>
              <a:cxnLst/>
              <a:rect l="l" t="t" r="r" b="b"/>
              <a:pathLst>
                <a:path w="2006" h="2306" extrusionOk="0">
                  <a:moveTo>
                    <a:pt x="1780" y="0"/>
                  </a:moveTo>
                  <a:cubicBezTo>
                    <a:pt x="1730" y="50"/>
                    <a:pt x="527" y="1278"/>
                    <a:pt x="1" y="2155"/>
                  </a:cubicBezTo>
                  <a:lnTo>
                    <a:pt x="276" y="2306"/>
                  </a:lnTo>
                  <a:cubicBezTo>
                    <a:pt x="778" y="1479"/>
                    <a:pt x="2006" y="226"/>
                    <a:pt x="2006" y="226"/>
                  </a:cubicBezTo>
                  <a:lnTo>
                    <a:pt x="17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3" name="Google Shape;1123;p34"/>
          <p:cNvGrpSpPr/>
          <p:nvPr/>
        </p:nvGrpSpPr>
        <p:grpSpPr>
          <a:xfrm>
            <a:off x="3388818" y="3259658"/>
            <a:ext cx="409602" cy="128386"/>
            <a:chOff x="6863427" y="3757000"/>
            <a:chExt cx="441239" cy="138302"/>
          </a:xfrm>
        </p:grpSpPr>
        <p:sp>
          <p:nvSpPr>
            <p:cNvPr id="1124" name="Google Shape;1124;p34"/>
            <p:cNvSpPr/>
            <p:nvPr/>
          </p:nvSpPr>
          <p:spPr>
            <a:xfrm>
              <a:off x="6868595" y="3792599"/>
              <a:ext cx="324622" cy="102703"/>
            </a:xfrm>
            <a:custGeom>
              <a:avLst/>
              <a:gdLst/>
              <a:ahLst/>
              <a:cxnLst/>
              <a:rect l="l" t="t" r="r" b="b"/>
              <a:pathLst>
                <a:path w="15766" h="4988" extrusionOk="0">
                  <a:moveTo>
                    <a:pt x="2557" y="0"/>
                  </a:moveTo>
                  <a:cubicBezTo>
                    <a:pt x="1229" y="0"/>
                    <a:pt x="1" y="1229"/>
                    <a:pt x="1" y="2582"/>
                  </a:cubicBezTo>
                  <a:cubicBezTo>
                    <a:pt x="1" y="3910"/>
                    <a:pt x="1254" y="4988"/>
                    <a:pt x="2582" y="4988"/>
                  </a:cubicBezTo>
                  <a:lnTo>
                    <a:pt x="15765" y="4988"/>
                  </a:lnTo>
                  <a:lnTo>
                    <a:pt x="15765" y="4311"/>
                  </a:lnTo>
                  <a:lnTo>
                    <a:pt x="15063" y="4311"/>
                  </a:lnTo>
                  <a:lnTo>
                    <a:pt x="15063" y="853"/>
                  </a:lnTo>
                  <a:lnTo>
                    <a:pt x="15765" y="853"/>
                  </a:lnTo>
                  <a:lnTo>
                    <a:pt x="15765" y="151"/>
                  </a:lnTo>
                  <a:lnTo>
                    <a:pt x="2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6980064" y="3792599"/>
              <a:ext cx="324601" cy="102703"/>
            </a:xfrm>
            <a:custGeom>
              <a:avLst/>
              <a:gdLst/>
              <a:ahLst/>
              <a:cxnLst/>
              <a:rect l="l" t="t" r="r" b="b"/>
              <a:pathLst>
                <a:path w="15765" h="4988" extrusionOk="0">
                  <a:moveTo>
                    <a:pt x="2557" y="0"/>
                  </a:moveTo>
                  <a:cubicBezTo>
                    <a:pt x="1228" y="0"/>
                    <a:pt x="0" y="1229"/>
                    <a:pt x="0" y="2582"/>
                  </a:cubicBezTo>
                  <a:cubicBezTo>
                    <a:pt x="0" y="3910"/>
                    <a:pt x="1253" y="4988"/>
                    <a:pt x="2582" y="4988"/>
                  </a:cubicBezTo>
                  <a:lnTo>
                    <a:pt x="15765" y="4988"/>
                  </a:lnTo>
                  <a:lnTo>
                    <a:pt x="15765" y="4311"/>
                  </a:lnTo>
                  <a:lnTo>
                    <a:pt x="15063" y="4311"/>
                  </a:lnTo>
                  <a:lnTo>
                    <a:pt x="15063" y="853"/>
                  </a:lnTo>
                  <a:lnTo>
                    <a:pt x="15765" y="853"/>
                  </a:lnTo>
                  <a:lnTo>
                    <a:pt x="15765" y="151"/>
                  </a:lnTo>
                  <a:lnTo>
                    <a:pt x="2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7000695" y="3810141"/>
              <a:ext cx="289516" cy="71241"/>
            </a:xfrm>
            <a:custGeom>
              <a:avLst/>
              <a:gdLst/>
              <a:ahLst/>
              <a:cxnLst/>
              <a:rect l="l" t="t" r="r" b="b"/>
              <a:pathLst>
                <a:path w="14061" h="3460" extrusionOk="0">
                  <a:moveTo>
                    <a:pt x="1730" y="1"/>
                  </a:moveTo>
                  <a:cubicBezTo>
                    <a:pt x="778" y="1"/>
                    <a:pt x="1" y="778"/>
                    <a:pt x="1" y="1730"/>
                  </a:cubicBezTo>
                  <a:cubicBezTo>
                    <a:pt x="1" y="2682"/>
                    <a:pt x="778" y="3459"/>
                    <a:pt x="1730" y="3459"/>
                  </a:cubicBezTo>
                  <a:lnTo>
                    <a:pt x="14061" y="3459"/>
                  </a:lnTo>
                  <a:lnTo>
                    <a:pt x="14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7022890" y="3819427"/>
              <a:ext cx="267320" cy="9307"/>
            </a:xfrm>
            <a:custGeom>
              <a:avLst/>
              <a:gdLst/>
              <a:ahLst/>
              <a:cxnLst/>
              <a:rect l="l" t="t" r="r" b="b"/>
              <a:pathLst>
                <a:path w="12983" h="452" extrusionOk="0">
                  <a:moveTo>
                    <a:pt x="12983" y="1"/>
                  </a:moveTo>
                  <a:lnTo>
                    <a:pt x="0" y="251"/>
                  </a:lnTo>
                  <a:lnTo>
                    <a:pt x="0" y="452"/>
                  </a:lnTo>
                  <a:lnTo>
                    <a:pt x="12983" y="201"/>
                  </a:lnTo>
                  <a:lnTo>
                    <a:pt x="12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7053341" y="3842651"/>
              <a:ext cx="236867" cy="5189"/>
            </a:xfrm>
            <a:custGeom>
              <a:avLst/>
              <a:gdLst/>
              <a:ahLst/>
              <a:cxnLst/>
              <a:rect l="l" t="t" r="r" b="b"/>
              <a:pathLst>
                <a:path w="11504" h="252" extrusionOk="0">
                  <a:moveTo>
                    <a:pt x="11504" y="1"/>
                  </a:moveTo>
                  <a:lnTo>
                    <a:pt x="0" y="51"/>
                  </a:lnTo>
                  <a:lnTo>
                    <a:pt x="0" y="251"/>
                  </a:lnTo>
                  <a:lnTo>
                    <a:pt x="11504" y="201"/>
                  </a:lnTo>
                  <a:lnTo>
                    <a:pt x="115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7036829" y="3869479"/>
              <a:ext cx="253381" cy="4674"/>
            </a:xfrm>
            <a:custGeom>
              <a:avLst/>
              <a:gdLst/>
              <a:ahLst/>
              <a:cxnLst/>
              <a:rect l="l" t="t" r="r" b="b"/>
              <a:pathLst>
                <a:path w="12306" h="227" extrusionOk="0">
                  <a:moveTo>
                    <a:pt x="0" y="1"/>
                  </a:moveTo>
                  <a:lnTo>
                    <a:pt x="0" y="226"/>
                  </a:lnTo>
                  <a:lnTo>
                    <a:pt x="12306" y="226"/>
                  </a:lnTo>
                  <a:lnTo>
                    <a:pt x="1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6863427" y="3757000"/>
              <a:ext cx="428869" cy="38194"/>
            </a:xfrm>
            <a:custGeom>
              <a:avLst/>
              <a:gdLst/>
              <a:ahLst/>
              <a:cxnLst/>
              <a:rect l="l" t="t" r="r" b="b"/>
              <a:pathLst>
                <a:path w="20829" h="1855" extrusionOk="0">
                  <a:moveTo>
                    <a:pt x="302" y="0"/>
                  </a:moveTo>
                  <a:cubicBezTo>
                    <a:pt x="126" y="0"/>
                    <a:pt x="1" y="125"/>
                    <a:pt x="1" y="276"/>
                  </a:cubicBezTo>
                  <a:lnTo>
                    <a:pt x="1" y="1479"/>
                  </a:lnTo>
                  <a:cubicBezTo>
                    <a:pt x="1" y="1629"/>
                    <a:pt x="126" y="1754"/>
                    <a:pt x="277" y="1754"/>
                  </a:cubicBezTo>
                  <a:lnTo>
                    <a:pt x="20552" y="1855"/>
                  </a:lnTo>
                  <a:cubicBezTo>
                    <a:pt x="20703" y="1855"/>
                    <a:pt x="20828" y="1729"/>
                    <a:pt x="20828" y="1579"/>
                  </a:cubicBezTo>
                  <a:lnTo>
                    <a:pt x="20828" y="376"/>
                  </a:lnTo>
                  <a:cubicBezTo>
                    <a:pt x="20828" y="226"/>
                    <a:pt x="20703" y="100"/>
                    <a:pt x="20552" y="100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6895937" y="3757000"/>
              <a:ext cx="23246" cy="36650"/>
            </a:xfrm>
            <a:custGeom>
              <a:avLst/>
              <a:gdLst/>
              <a:ahLst/>
              <a:cxnLst/>
              <a:rect l="l" t="t" r="r" b="b"/>
              <a:pathLst>
                <a:path w="1129" h="1780" extrusionOk="0">
                  <a:moveTo>
                    <a:pt x="1" y="0"/>
                  </a:moveTo>
                  <a:lnTo>
                    <a:pt x="1" y="1780"/>
                  </a:lnTo>
                  <a:lnTo>
                    <a:pt x="1104" y="1780"/>
                  </a:lnTo>
                  <a:lnTo>
                    <a:pt x="1129" y="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7236523" y="3759059"/>
              <a:ext cx="23246" cy="36135"/>
            </a:xfrm>
            <a:custGeom>
              <a:avLst/>
              <a:gdLst/>
              <a:ahLst/>
              <a:cxnLst/>
              <a:rect l="l" t="t" r="r" b="b"/>
              <a:pathLst>
                <a:path w="1129" h="1755" extrusionOk="0">
                  <a:moveTo>
                    <a:pt x="25" y="0"/>
                  </a:moveTo>
                  <a:lnTo>
                    <a:pt x="0" y="1755"/>
                  </a:lnTo>
                  <a:lnTo>
                    <a:pt x="1128" y="1755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34"/>
          <p:cNvGrpSpPr/>
          <p:nvPr/>
        </p:nvGrpSpPr>
        <p:grpSpPr>
          <a:xfrm>
            <a:off x="3104762" y="4119705"/>
            <a:ext cx="373187" cy="109999"/>
            <a:chOff x="6557430" y="4683476"/>
            <a:chExt cx="402011" cy="118495"/>
          </a:xfrm>
        </p:grpSpPr>
        <p:sp>
          <p:nvSpPr>
            <p:cNvPr id="1134" name="Google Shape;1134;p34"/>
            <p:cNvSpPr/>
            <p:nvPr/>
          </p:nvSpPr>
          <p:spPr>
            <a:xfrm>
              <a:off x="6557430" y="4683476"/>
              <a:ext cx="336997" cy="118495"/>
            </a:xfrm>
            <a:custGeom>
              <a:avLst/>
              <a:gdLst/>
              <a:ahLst/>
              <a:cxnLst/>
              <a:rect l="l" t="t" r="r" b="b"/>
              <a:pathLst>
                <a:path w="16367" h="5755" extrusionOk="0">
                  <a:moveTo>
                    <a:pt x="8590" y="0"/>
                  </a:moveTo>
                  <a:cubicBezTo>
                    <a:pt x="6562" y="0"/>
                    <a:pt x="4174" y="729"/>
                    <a:pt x="2708" y="1443"/>
                  </a:cubicBezTo>
                  <a:cubicBezTo>
                    <a:pt x="778" y="2371"/>
                    <a:pt x="1" y="5754"/>
                    <a:pt x="1" y="5754"/>
                  </a:cubicBezTo>
                  <a:lnTo>
                    <a:pt x="15865" y="5754"/>
                  </a:lnTo>
                  <a:cubicBezTo>
                    <a:pt x="16367" y="4752"/>
                    <a:pt x="15339" y="4376"/>
                    <a:pt x="14738" y="3198"/>
                  </a:cubicBezTo>
                  <a:cubicBezTo>
                    <a:pt x="14161" y="2020"/>
                    <a:pt x="12482" y="842"/>
                    <a:pt x="10276" y="215"/>
                  </a:cubicBezTo>
                  <a:cubicBezTo>
                    <a:pt x="9769" y="66"/>
                    <a:pt x="9196" y="0"/>
                    <a:pt x="85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6776231" y="4736308"/>
              <a:ext cx="183210" cy="65662"/>
            </a:xfrm>
            <a:custGeom>
              <a:avLst/>
              <a:gdLst/>
              <a:ahLst/>
              <a:cxnLst/>
              <a:rect l="l" t="t" r="r" b="b"/>
              <a:pathLst>
                <a:path w="8898" h="3189" extrusionOk="0">
                  <a:moveTo>
                    <a:pt x="5614" y="1"/>
                  </a:moveTo>
                  <a:cubicBezTo>
                    <a:pt x="4257" y="1"/>
                    <a:pt x="2809" y="459"/>
                    <a:pt x="1780" y="807"/>
                  </a:cubicBezTo>
                  <a:cubicBezTo>
                    <a:pt x="151" y="1359"/>
                    <a:pt x="0" y="3188"/>
                    <a:pt x="0" y="3188"/>
                  </a:cubicBezTo>
                  <a:lnTo>
                    <a:pt x="8572" y="3188"/>
                  </a:lnTo>
                  <a:cubicBezTo>
                    <a:pt x="8572" y="3188"/>
                    <a:pt x="8898" y="1785"/>
                    <a:pt x="7795" y="582"/>
                  </a:cubicBezTo>
                  <a:cubicBezTo>
                    <a:pt x="7167" y="157"/>
                    <a:pt x="6406" y="1"/>
                    <a:pt x="5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6772608" y="4737440"/>
              <a:ext cx="83637" cy="64529"/>
            </a:xfrm>
            <a:custGeom>
              <a:avLst/>
              <a:gdLst/>
              <a:ahLst/>
              <a:cxnLst/>
              <a:rect l="l" t="t" r="r" b="b"/>
              <a:pathLst>
                <a:path w="4062" h="3134" extrusionOk="0">
                  <a:moveTo>
                    <a:pt x="3986" y="0"/>
                  </a:moveTo>
                  <a:cubicBezTo>
                    <a:pt x="3234" y="151"/>
                    <a:pt x="2557" y="376"/>
                    <a:pt x="1906" y="602"/>
                  </a:cubicBezTo>
                  <a:cubicBezTo>
                    <a:pt x="176" y="1178"/>
                    <a:pt x="26" y="3033"/>
                    <a:pt x="1" y="3108"/>
                  </a:cubicBezTo>
                  <a:lnTo>
                    <a:pt x="327" y="3133"/>
                  </a:lnTo>
                  <a:cubicBezTo>
                    <a:pt x="327" y="3058"/>
                    <a:pt x="477" y="1404"/>
                    <a:pt x="2006" y="903"/>
                  </a:cubicBezTo>
                  <a:cubicBezTo>
                    <a:pt x="2633" y="677"/>
                    <a:pt x="3334" y="452"/>
                    <a:pt x="4061" y="301"/>
                  </a:cubicBezTo>
                  <a:lnTo>
                    <a:pt x="39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34"/>
          <p:cNvGrpSpPr/>
          <p:nvPr/>
        </p:nvGrpSpPr>
        <p:grpSpPr>
          <a:xfrm>
            <a:off x="3496615" y="3964584"/>
            <a:ext cx="450797" cy="267514"/>
            <a:chOff x="6979550" y="4516373"/>
            <a:chExt cx="485615" cy="288176"/>
          </a:xfrm>
        </p:grpSpPr>
        <p:sp>
          <p:nvSpPr>
            <p:cNvPr id="1138" name="Google Shape;1138;p34"/>
            <p:cNvSpPr/>
            <p:nvPr/>
          </p:nvSpPr>
          <p:spPr>
            <a:xfrm>
              <a:off x="6979550" y="4516373"/>
              <a:ext cx="485615" cy="286633"/>
            </a:xfrm>
            <a:custGeom>
              <a:avLst/>
              <a:gdLst/>
              <a:ahLst/>
              <a:cxnLst/>
              <a:rect l="l" t="t" r="r" b="b"/>
              <a:pathLst>
                <a:path w="23585" h="13921" extrusionOk="0">
                  <a:moveTo>
                    <a:pt x="14491" y="0"/>
                  </a:moveTo>
                  <a:cubicBezTo>
                    <a:pt x="10383" y="0"/>
                    <a:pt x="11186" y="8666"/>
                    <a:pt x="11604" y="11665"/>
                  </a:cubicBezTo>
                  <a:cubicBezTo>
                    <a:pt x="11179" y="9090"/>
                    <a:pt x="9908" y="2440"/>
                    <a:pt x="7748" y="2440"/>
                  </a:cubicBezTo>
                  <a:cubicBezTo>
                    <a:pt x="7617" y="2440"/>
                    <a:pt x="7482" y="2465"/>
                    <a:pt x="7343" y="2517"/>
                  </a:cubicBezTo>
                  <a:cubicBezTo>
                    <a:pt x="4386" y="3620"/>
                    <a:pt x="10075" y="13143"/>
                    <a:pt x="10075" y="13143"/>
                  </a:cubicBezTo>
                  <a:cubicBezTo>
                    <a:pt x="10075" y="13143"/>
                    <a:pt x="6055" y="6659"/>
                    <a:pt x="3047" y="6659"/>
                  </a:cubicBezTo>
                  <a:cubicBezTo>
                    <a:pt x="2663" y="6659"/>
                    <a:pt x="2295" y="6765"/>
                    <a:pt x="1955" y="7003"/>
                  </a:cubicBezTo>
                  <a:cubicBezTo>
                    <a:pt x="0" y="8382"/>
                    <a:pt x="4010" y="12291"/>
                    <a:pt x="7920" y="13920"/>
                  </a:cubicBezTo>
                  <a:lnTo>
                    <a:pt x="16266" y="13920"/>
                  </a:lnTo>
                  <a:cubicBezTo>
                    <a:pt x="19123" y="12191"/>
                    <a:pt x="23584" y="8983"/>
                    <a:pt x="22181" y="6752"/>
                  </a:cubicBezTo>
                  <a:cubicBezTo>
                    <a:pt x="21871" y="6262"/>
                    <a:pt x="21472" y="6055"/>
                    <a:pt x="21020" y="6055"/>
                  </a:cubicBezTo>
                  <a:cubicBezTo>
                    <a:pt x="18510" y="6055"/>
                    <a:pt x="14336" y="12442"/>
                    <a:pt x="14336" y="12442"/>
                  </a:cubicBezTo>
                  <a:cubicBezTo>
                    <a:pt x="14336" y="12442"/>
                    <a:pt x="20050" y="437"/>
                    <a:pt x="14737" y="11"/>
                  </a:cubicBezTo>
                  <a:cubicBezTo>
                    <a:pt x="14653" y="4"/>
                    <a:pt x="14571" y="0"/>
                    <a:pt x="1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7059518" y="4692535"/>
              <a:ext cx="86725" cy="88784"/>
            </a:xfrm>
            <a:custGeom>
              <a:avLst/>
              <a:gdLst/>
              <a:ahLst/>
              <a:cxnLst/>
              <a:rect l="l" t="t" r="r" b="b"/>
              <a:pathLst>
                <a:path w="4212" h="4312" extrusionOk="0">
                  <a:moveTo>
                    <a:pt x="251" y="1"/>
                  </a:moveTo>
                  <a:lnTo>
                    <a:pt x="1" y="176"/>
                  </a:lnTo>
                  <a:cubicBezTo>
                    <a:pt x="978" y="1680"/>
                    <a:pt x="2282" y="3034"/>
                    <a:pt x="4036" y="4312"/>
                  </a:cubicBezTo>
                  <a:lnTo>
                    <a:pt x="4211" y="4061"/>
                  </a:lnTo>
                  <a:cubicBezTo>
                    <a:pt x="2507" y="2808"/>
                    <a:pt x="1204" y="1480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7229811" y="4550634"/>
              <a:ext cx="52134" cy="253916"/>
            </a:xfrm>
            <a:custGeom>
              <a:avLst/>
              <a:gdLst/>
              <a:ahLst/>
              <a:cxnLst/>
              <a:rect l="l" t="t" r="r" b="b"/>
              <a:pathLst>
                <a:path w="2532" h="12332" extrusionOk="0">
                  <a:moveTo>
                    <a:pt x="2206" y="1"/>
                  </a:moveTo>
                  <a:cubicBezTo>
                    <a:pt x="2031" y="4236"/>
                    <a:pt x="1304" y="8347"/>
                    <a:pt x="1" y="12231"/>
                  </a:cubicBezTo>
                  <a:lnTo>
                    <a:pt x="301" y="12332"/>
                  </a:lnTo>
                  <a:cubicBezTo>
                    <a:pt x="1605" y="8422"/>
                    <a:pt x="2356" y="4286"/>
                    <a:pt x="2532" y="26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7146734" y="4614111"/>
              <a:ext cx="66588" cy="189922"/>
            </a:xfrm>
            <a:custGeom>
              <a:avLst/>
              <a:gdLst/>
              <a:ahLst/>
              <a:cxnLst/>
              <a:rect l="l" t="t" r="r" b="b"/>
              <a:pathLst>
                <a:path w="3234" h="9224" extrusionOk="0">
                  <a:moveTo>
                    <a:pt x="301" y="0"/>
                  </a:moveTo>
                  <a:lnTo>
                    <a:pt x="0" y="76"/>
                  </a:lnTo>
                  <a:cubicBezTo>
                    <a:pt x="627" y="3033"/>
                    <a:pt x="1604" y="6091"/>
                    <a:pt x="2933" y="9224"/>
                  </a:cubicBezTo>
                  <a:lnTo>
                    <a:pt x="3234" y="9098"/>
                  </a:lnTo>
                  <a:cubicBezTo>
                    <a:pt x="1905" y="5990"/>
                    <a:pt x="928" y="2933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7302573" y="4681190"/>
              <a:ext cx="99614" cy="96011"/>
            </a:xfrm>
            <a:custGeom>
              <a:avLst/>
              <a:gdLst/>
              <a:ahLst/>
              <a:cxnLst/>
              <a:rect l="l" t="t" r="r" b="b"/>
              <a:pathLst>
                <a:path w="4838" h="4663" extrusionOk="0">
                  <a:moveTo>
                    <a:pt x="4587" y="1"/>
                  </a:moveTo>
                  <a:cubicBezTo>
                    <a:pt x="2958" y="2106"/>
                    <a:pt x="25" y="4387"/>
                    <a:pt x="0" y="4412"/>
                  </a:cubicBezTo>
                  <a:lnTo>
                    <a:pt x="201" y="4662"/>
                  </a:lnTo>
                  <a:cubicBezTo>
                    <a:pt x="226" y="4637"/>
                    <a:pt x="3158" y="2331"/>
                    <a:pt x="4838" y="201"/>
                  </a:cubicBezTo>
                  <a:lnTo>
                    <a:pt x="4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34"/>
          <p:cNvGrpSpPr/>
          <p:nvPr/>
        </p:nvGrpSpPr>
        <p:grpSpPr>
          <a:xfrm>
            <a:off x="2023122" y="2153721"/>
            <a:ext cx="646707" cy="1110296"/>
            <a:chOff x="5392247" y="2565644"/>
            <a:chExt cx="696658" cy="1196052"/>
          </a:xfrm>
        </p:grpSpPr>
        <p:sp>
          <p:nvSpPr>
            <p:cNvPr id="1144" name="Google Shape;1144;p34"/>
            <p:cNvSpPr/>
            <p:nvPr/>
          </p:nvSpPr>
          <p:spPr>
            <a:xfrm>
              <a:off x="5558422" y="2578018"/>
              <a:ext cx="402020" cy="136635"/>
            </a:xfrm>
            <a:custGeom>
              <a:avLst/>
              <a:gdLst/>
              <a:ahLst/>
              <a:cxnLst/>
              <a:rect l="l" t="t" r="r" b="b"/>
              <a:pathLst>
                <a:path w="19525" h="6636" extrusionOk="0">
                  <a:moveTo>
                    <a:pt x="8398" y="1"/>
                  </a:moveTo>
                  <a:cubicBezTo>
                    <a:pt x="4474" y="1"/>
                    <a:pt x="844" y="131"/>
                    <a:pt x="577" y="445"/>
                  </a:cubicBezTo>
                  <a:cubicBezTo>
                    <a:pt x="0" y="1147"/>
                    <a:pt x="1930" y="5507"/>
                    <a:pt x="6441" y="6635"/>
                  </a:cubicBezTo>
                  <a:lnTo>
                    <a:pt x="12607" y="6635"/>
                  </a:lnTo>
                  <a:cubicBezTo>
                    <a:pt x="15639" y="5683"/>
                    <a:pt x="19524" y="971"/>
                    <a:pt x="18446" y="445"/>
                  </a:cubicBezTo>
                  <a:cubicBezTo>
                    <a:pt x="17882" y="176"/>
                    <a:pt x="12943" y="1"/>
                    <a:pt x="83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5999607" y="2887845"/>
              <a:ext cx="36671" cy="55140"/>
            </a:xfrm>
            <a:custGeom>
              <a:avLst/>
              <a:gdLst/>
              <a:ahLst/>
              <a:cxnLst/>
              <a:rect l="l" t="t" r="r" b="b"/>
              <a:pathLst>
                <a:path w="1781" h="2678" extrusionOk="0">
                  <a:moveTo>
                    <a:pt x="1493" y="1"/>
                  </a:moveTo>
                  <a:cubicBezTo>
                    <a:pt x="1428" y="1"/>
                    <a:pt x="1362" y="30"/>
                    <a:pt x="1304" y="58"/>
                  </a:cubicBezTo>
                  <a:cubicBezTo>
                    <a:pt x="1179" y="134"/>
                    <a:pt x="1079" y="184"/>
                    <a:pt x="978" y="259"/>
                  </a:cubicBezTo>
                  <a:cubicBezTo>
                    <a:pt x="577" y="510"/>
                    <a:pt x="277" y="835"/>
                    <a:pt x="126" y="1287"/>
                  </a:cubicBezTo>
                  <a:cubicBezTo>
                    <a:pt x="51" y="1487"/>
                    <a:pt x="1" y="1738"/>
                    <a:pt x="1" y="1963"/>
                  </a:cubicBezTo>
                  <a:cubicBezTo>
                    <a:pt x="1" y="2089"/>
                    <a:pt x="26" y="2214"/>
                    <a:pt x="51" y="2339"/>
                  </a:cubicBezTo>
                  <a:cubicBezTo>
                    <a:pt x="51" y="2414"/>
                    <a:pt x="76" y="2590"/>
                    <a:pt x="151" y="2640"/>
                  </a:cubicBezTo>
                  <a:cubicBezTo>
                    <a:pt x="184" y="2667"/>
                    <a:pt x="225" y="2677"/>
                    <a:pt x="268" y="2677"/>
                  </a:cubicBezTo>
                  <a:cubicBezTo>
                    <a:pt x="389" y="2677"/>
                    <a:pt x="535" y="2595"/>
                    <a:pt x="627" y="2540"/>
                  </a:cubicBezTo>
                  <a:cubicBezTo>
                    <a:pt x="753" y="2465"/>
                    <a:pt x="878" y="2364"/>
                    <a:pt x="978" y="2239"/>
                  </a:cubicBezTo>
                  <a:cubicBezTo>
                    <a:pt x="1179" y="2013"/>
                    <a:pt x="1329" y="1763"/>
                    <a:pt x="1480" y="1512"/>
                  </a:cubicBezTo>
                  <a:cubicBezTo>
                    <a:pt x="1630" y="1186"/>
                    <a:pt x="1780" y="785"/>
                    <a:pt x="1755" y="434"/>
                  </a:cubicBezTo>
                  <a:cubicBezTo>
                    <a:pt x="1730" y="309"/>
                    <a:pt x="1705" y="159"/>
                    <a:pt x="1630" y="58"/>
                  </a:cubicBezTo>
                  <a:cubicBezTo>
                    <a:pt x="1588" y="16"/>
                    <a:pt x="1541" y="1"/>
                    <a:pt x="14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6032633" y="2883809"/>
              <a:ext cx="56272" cy="34674"/>
            </a:xfrm>
            <a:custGeom>
              <a:avLst/>
              <a:gdLst/>
              <a:ahLst/>
              <a:cxnLst/>
              <a:rect l="l" t="t" r="r" b="b"/>
              <a:pathLst>
                <a:path w="2733" h="1684" extrusionOk="0">
                  <a:moveTo>
                    <a:pt x="791" y="0"/>
                  </a:moveTo>
                  <a:cubicBezTo>
                    <a:pt x="745" y="0"/>
                    <a:pt x="699" y="1"/>
                    <a:pt x="653" y="4"/>
                  </a:cubicBezTo>
                  <a:cubicBezTo>
                    <a:pt x="527" y="29"/>
                    <a:pt x="402" y="29"/>
                    <a:pt x="277" y="54"/>
                  </a:cubicBezTo>
                  <a:cubicBezTo>
                    <a:pt x="151" y="54"/>
                    <a:pt x="26" y="104"/>
                    <a:pt x="1" y="229"/>
                  </a:cubicBezTo>
                  <a:cubicBezTo>
                    <a:pt x="1" y="355"/>
                    <a:pt x="51" y="505"/>
                    <a:pt x="126" y="605"/>
                  </a:cubicBezTo>
                  <a:cubicBezTo>
                    <a:pt x="302" y="906"/>
                    <a:pt x="653" y="1157"/>
                    <a:pt x="978" y="1332"/>
                  </a:cubicBezTo>
                  <a:cubicBezTo>
                    <a:pt x="1229" y="1457"/>
                    <a:pt x="1505" y="1583"/>
                    <a:pt x="1780" y="1633"/>
                  </a:cubicBezTo>
                  <a:cubicBezTo>
                    <a:pt x="1956" y="1658"/>
                    <a:pt x="2106" y="1683"/>
                    <a:pt x="2257" y="1683"/>
                  </a:cubicBezTo>
                  <a:cubicBezTo>
                    <a:pt x="2382" y="1658"/>
                    <a:pt x="2658" y="1633"/>
                    <a:pt x="2708" y="1483"/>
                  </a:cubicBezTo>
                  <a:cubicBezTo>
                    <a:pt x="2733" y="1382"/>
                    <a:pt x="2658" y="1257"/>
                    <a:pt x="2607" y="1157"/>
                  </a:cubicBezTo>
                  <a:cubicBezTo>
                    <a:pt x="2557" y="1056"/>
                    <a:pt x="2507" y="956"/>
                    <a:pt x="2432" y="856"/>
                  </a:cubicBezTo>
                  <a:cubicBezTo>
                    <a:pt x="2307" y="655"/>
                    <a:pt x="2131" y="480"/>
                    <a:pt x="1931" y="355"/>
                  </a:cubicBezTo>
                  <a:cubicBezTo>
                    <a:pt x="1592" y="106"/>
                    <a:pt x="1212" y="0"/>
                    <a:pt x="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5965553" y="2829042"/>
              <a:ext cx="33562" cy="58373"/>
            </a:xfrm>
            <a:custGeom>
              <a:avLst/>
              <a:gdLst/>
              <a:ahLst/>
              <a:cxnLst/>
              <a:rect l="l" t="t" r="r" b="b"/>
              <a:pathLst>
                <a:path w="1630" h="2835" extrusionOk="0">
                  <a:moveTo>
                    <a:pt x="1258" y="0"/>
                  </a:moveTo>
                  <a:cubicBezTo>
                    <a:pt x="1182" y="0"/>
                    <a:pt x="1106" y="47"/>
                    <a:pt x="1053" y="82"/>
                  </a:cubicBezTo>
                  <a:cubicBezTo>
                    <a:pt x="953" y="158"/>
                    <a:pt x="828" y="233"/>
                    <a:pt x="753" y="333"/>
                  </a:cubicBezTo>
                  <a:cubicBezTo>
                    <a:pt x="402" y="634"/>
                    <a:pt x="126" y="985"/>
                    <a:pt x="51" y="1461"/>
                  </a:cubicBezTo>
                  <a:cubicBezTo>
                    <a:pt x="1" y="1686"/>
                    <a:pt x="1" y="1937"/>
                    <a:pt x="26" y="2163"/>
                  </a:cubicBezTo>
                  <a:cubicBezTo>
                    <a:pt x="51" y="2288"/>
                    <a:pt x="76" y="2413"/>
                    <a:pt x="126" y="2513"/>
                  </a:cubicBezTo>
                  <a:cubicBezTo>
                    <a:pt x="151" y="2614"/>
                    <a:pt x="201" y="2764"/>
                    <a:pt x="276" y="2814"/>
                  </a:cubicBezTo>
                  <a:cubicBezTo>
                    <a:pt x="300" y="2828"/>
                    <a:pt x="327" y="2835"/>
                    <a:pt x="356" y="2835"/>
                  </a:cubicBezTo>
                  <a:cubicBezTo>
                    <a:pt x="482" y="2835"/>
                    <a:pt x="646" y="2720"/>
                    <a:pt x="728" y="2639"/>
                  </a:cubicBezTo>
                  <a:cubicBezTo>
                    <a:pt x="853" y="2539"/>
                    <a:pt x="953" y="2413"/>
                    <a:pt x="1053" y="2288"/>
                  </a:cubicBezTo>
                  <a:cubicBezTo>
                    <a:pt x="1204" y="2037"/>
                    <a:pt x="1329" y="1762"/>
                    <a:pt x="1429" y="1486"/>
                  </a:cubicBezTo>
                  <a:cubicBezTo>
                    <a:pt x="1530" y="1160"/>
                    <a:pt x="1630" y="734"/>
                    <a:pt x="1530" y="383"/>
                  </a:cubicBezTo>
                  <a:cubicBezTo>
                    <a:pt x="1504" y="258"/>
                    <a:pt x="1454" y="133"/>
                    <a:pt x="1354" y="32"/>
                  </a:cubicBezTo>
                  <a:cubicBezTo>
                    <a:pt x="1324" y="9"/>
                    <a:pt x="1291" y="0"/>
                    <a:pt x="12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5992916" y="2821836"/>
              <a:ext cx="59361" cy="30926"/>
            </a:xfrm>
            <a:custGeom>
              <a:avLst/>
              <a:gdLst/>
              <a:ahLst/>
              <a:cxnLst/>
              <a:rect l="l" t="t" r="r" b="b"/>
              <a:pathLst>
                <a:path w="2883" h="1502" extrusionOk="0">
                  <a:moveTo>
                    <a:pt x="1113" y="0"/>
                  </a:moveTo>
                  <a:cubicBezTo>
                    <a:pt x="952" y="0"/>
                    <a:pt x="789" y="20"/>
                    <a:pt x="627" y="56"/>
                  </a:cubicBezTo>
                  <a:cubicBezTo>
                    <a:pt x="501" y="82"/>
                    <a:pt x="376" y="107"/>
                    <a:pt x="251" y="132"/>
                  </a:cubicBezTo>
                  <a:cubicBezTo>
                    <a:pt x="150" y="182"/>
                    <a:pt x="0" y="232"/>
                    <a:pt x="25" y="357"/>
                  </a:cubicBezTo>
                  <a:cubicBezTo>
                    <a:pt x="25" y="483"/>
                    <a:pt x="100" y="608"/>
                    <a:pt x="175" y="708"/>
                  </a:cubicBezTo>
                  <a:cubicBezTo>
                    <a:pt x="401" y="984"/>
                    <a:pt x="802" y="1184"/>
                    <a:pt x="1128" y="1310"/>
                  </a:cubicBezTo>
                  <a:cubicBezTo>
                    <a:pt x="1404" y="1410"/>
                    <a:pt x="1679" y="1485"/>
                    <a:pt x="1980" y="1485"/>
                  </a:cubicBezTo>
                  <a:cubicBezTo>
                    <a:pt x="2042" y="1495"/>
                    <a:pt x="2109" y="1501"/>
                    <a:pt x="2176" y="1501"/>
                  </a:cubicBezTo>
                  <a:cubicBezTo>
                    <a:pt x="2271" y="1501"/>
                    <a:pt x="2368" y="1489"/>
                    <a:pt x="2456" y="1460"/>
                  </a:cubicBezTo>
                  <a:cubicBezTo>
                    <a:pt x="2582" y="1435"/>
                    <a:pt x="2857" y="1360"/>
                    <a:pt x="2882" y="1209"/>
                  </a:cubicBezTo>
                  <a:cubicBezTo>
                    <a:pt x="2882" y="1109"/>
                    <a:pt x="2782" y="984"/>
                    <a:pt x="2732" y="909"/>
                  </a:cubicBezTo>
                  <a:cubicBezTo>
                    <a:pt x="2657" y="808"/>
                    <a:pt x="2582" y="708"/>
                    <a:pt x="2506" y="633"/>
                  </a:cubicBezTo>
                  <a:cubicBezTo>
                    <a:pt x="2356" y="457"/>
                    <a:pt x="2155" y="307"/>
                    <a:pt x="1930" y="207"/>
                  </a:cubicBezTo>
                  <a:cubicBezTo>
                    <a:pt x="1674" y="63"/>
                    <a:pt x="1397" y="0"/>
                    <a:pt x="1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5927895" y="2760397"/>
              <a:ext cx="36135" cy="55119"/>
            </a:xfrm>
            <a:custGeom>
              <a:avLst/>
              <a:gdLst/>
              <a:ahLst/>
              <a:cxnLst/>
              <a:rect l="l" t="t" r="r" b="b"/>
              <a:pathLst>
                <a:path w="1755" h="2677" extrusionOk="0">
                  <a:moveTo>
                    <a:pt x="1467" y="0"/>
                  </a:moveTo>
                  <a:cubicBezTo>
                    <a:pt x="1402" y="0"/>
                    <a:pt x="1336" y="29"/>
                    <a:pt x="1278" y="58"/>
                  </a:cubicBezTo>
                  <a:cubicBezTo>
                    <a:pt x="1178" y="108"/>
                    <a:pt x="1053" y="183"/>
                    <a:pt x="953" y="258"/>
                  </a:cubicBezTo>
                  <a:cubicBezTo>
                    <a:pt x="552" y="509"/>
                    <a:pt x="251" y="835"/>
                    <a:pt x="100" y="1286"/>
                  </a:cubicBezTo>
                  <a:cubicBezTo>
                    <a:pt x="25" y="1512"/>
                    <a:pt x="0" y="1737"/>
                    <a:pt x="0" y="1963"/>
                  </a:cubicBezTo>
                  <a:cubicBezTo>
                    <a:pt x="0" y="2088"/>
                    <a:pt x="0" y="2213"/>
                    <a:pt x="25" y="2339"/>
                  </a:cubicBezTo>
                  <a:cubicBezTo>
                    <a:pt x="50" y="2414"/>
                    <a:pt x="75" y="2589"/>
                    <a:pt x="151" y="2639"/>
                  </a:cubicBezTo>
                  <a:cubicBezTo>
                    <a:pt x="177" y="2666"/>
                    <a:pt x="214" y="2677"/>
                    <a:pt x="256" y="2677"/>
                  </a:cubicBezTo>
                  <a:cubicBezTo>
                    <a:pt x="373" y="2677"/>
                    <a:pt x="528" y="2594"/>
                    <a:pt x="602" y="2539"/>
                  </a:cubicBezTo>
                  <a:cubicBezTo>
                    <a:pt x="752" y="2464"/>
                    <a:pt x="877" y="2364"/>
                    <a:pt x="978" y="2238"/>
                  </a:cubicBezTo>
                  <a:cubicBezTo>
                    <a:pt x="1178" y="2013"/>
                    <a:pt x="1328" y="1762"/>
                    <a:pt x="1454" y="1512"/>
                  </a:cubicBezTo>
                  <a:cubicBezTo>
                    <a:pt x="1604" y="1186"/>
                    <a:pt x="1755" y="785"/>
                    <a:pt x="1729" y="434"/>
                  </a:cubicBezTo>
                  <a:cubicBezTo>
                    <a:pt x="1704" y="309"/>
                    <a:pt x="1679" y="158"/>
                    <a:pt x="1604" y="58"/>
                  </a:cubicBezTo>
                  <a:cubicBezTo>
                    <a:pt x="1562" y="16"/>
                    <a:pt x="1515" y="0"/>
                    <a:pt x="1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5960406" y="2756321"/>
              <a:ext cx="56252" cy="34385"/>
            </a:xfrm>
            <a:custGeom>
              <a:avLst/>
              <a:gdLst/>
              <a:ahLst/>
              <a:cxnLst/>
              <a:rect l="l" t="t" r="r" b="b"/>
              <a:pathLst>
                <a:path w="2732" h="1670" extrusionOk="0">
                  <a:moveTo>
                    <a:pt x="818" y="1"/>
                  </a:moveTo>
                  <a:cubicBezTo>
                    <a:pt x="763" y="1"/>
                    <a:pt x="708" y="2"/>
                    <a:pt x="652" y="5"/>
                  </a:cubicBezTo>
                  <a:cubicBezTo>
                    <a:pt x="526" y="5"/>
                    <a:pt x="401" y="30"/>
                    <a:pt x="276" y="30"/>
                  </a:cubicBezTo>
                  <a:cubicBezTo>
                    <a:pt x="176" y="55"/>
                    <a:pt x="25" y="106"/>
                    <a:pt x="25" y="231"/>
                  </a:cubicBezTo>
                  <a:cubicBezTo>
                    <a:pt x="0" y="356"/>
                    <a:pt x="75" y="482"/>
                    <a:pt x="125" y="607"/>
                  </a:cubicBezTo>
                  <a:cubicBezTo>
                    <a:pt x="301" y="908"/>
                    <a:pt x="677" y="1158"/>
                    <a:pt x="978" y="1309"/>
                  </a:cubicBezTo>
                  <a:cubicBezTo>
                    <a:pt x="1228" y="1459"/>
                    <a:pt x="1504" y="1559"/>
                    <a:pt x="1805" y="1634"/>
                  </a:cubicBezTo>
                  <a:cubicBezTo>
                    <a:pt x="1911" y="1652"/>
                    <a:pt x="2030" y="1670"/>
                    <a:pt x="2143" y="1670"/>
                  </a:cubicBezTo>
                  <a:cubicBezTo>
                    <a:pt x="2191" y="1670"/>
                    <a:pt x="2237" y="1667"/>
                    <a:pt x="2281" y="1659"/>
                  </a:cubicBezTo>
                  <a:cubicBezTo>
                    <a:pt x="2406" y="1659"/>
                    <a:pt x="2682" y="1634"/>
                    <a:pt x="2732" y="1484"/>
                  </a:cubicBezTo>
                  <a:cubicBezTo>
                    <a:pt x="2732" y="1384"/>
                    <a:pt x="2657" y="1233"/>
                    <a:pt x="2632" y="1158"/>
                  </a:cubicBezTo>
                  <a:cubicBezTo>
                    <a:pt x="2582" y="1033"/>
                    <a:pt x="2506" y="933"/>
                    <a:pt x="2431" y="832"/>
                  </a:cubicBezTo>
                  <a:cubicBezTo>
                    <a:pt x="2306" y="657"/>
                    <a:pt x="2130" y="482"/>
                    <a:pt x="1955" y="331"/>
                  </a:cubicBezTo>
                  <a:cubicBezTo>
                    <a:pt x="1601" y="88"/>
                    <a:pt x="1228" y="1"/>
                    <a:pt x="8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5916530" y="2679729"/>
              <a:ext cx="41304" cy="50610"/>
            </a:xfrm>
            <a:custGeom>
              <a:avLst/>
              <a:gdLst/>
              <a:ahLst/>
              <a:cxnLst/>
              <a:rect l="l" t="t" r="r" b="b"/>
              <a:pathLst>
                <a:path w="2006" h="2458" extrusionOk="0">
                  <a:moveTo>
                    <a:pt x="1764" y="0"/>
                  </a:moveTo>
                  <a:cubicBezTo>
                    <a:pt x="1708" y="0"/>
                    <a:pt x="1651" y="18"/>
                    <a:pt x="1605" y="41"/>
                  </a:cubicBezTo>
                  <a:cubicBezTo>
                    <a:pt x="1505" y="66"/>
                    <a:pt x="1379" y="116"/>
                    <a:pt x="1254" y="166"/>
                  </a:cubicBezTo>
                  <a:cubicBezTo>
                    <a:pt x="828" y="367"/>
                    <a:pt x="477" y="618"/>
                    <a:pt x="251" y="1044"/>
                  </a:cubicBezTo>
                  <a:cubicBezTo>
                    <a:pt x="151" y="1244"/>
                    <a:pt x="76" y="1470"/>
                    <a:pt x="26" y="1720"/>
                  </a:cubicBezTo>
                  <a:cubicBezTo>
                    <a:pt x="1" y="1846"/>
                    <a:pt x="1" y="1946"/>
                    <a:pt x="1" y="2071"/>
                  </a:cubicBezTo>
                  <a:cubicBezTo>
                    <a:pt x="26" y="2171"/>
                    <a:pt x="1" y="2347"/>
                    <a:pt x="76" y="2397"/>
                  </a:cubicBezTo>
                  <a:cubicBezTo>
                    <a:pt x="111" y="2441"/>
                    <a:pt x="166" y="2458"/>
                    <a:pt x="227" y="2458"/>
                  </a:cubicBezTo>
                  <a:cubicBezTo>
                    <a:pt x="338" y="2458"/>
                    <a:pt x="471" y="2404"/>
                    <a:pt x="552" y="2372"/>
                  </a:cubicBezTo>
                  <a:cubicBezTo>
                    <a:pt x="703" y="2322"/>
                    <a:pt x="828" y="2222"/>
                    <a:pt x="953" y="2121"/>
                  </a:cubicBezTo>
                  <a:cubicBezTo>
                    <a:pt x="1179" y="1946"/>
                    <a:pt x="1379" y="1720"/>
                    <a:pt x="1555" y="1495"/>
                  </a:cubicBezTo>
                  <a:cubicBezTo>
                    <a:pt x="1755" y="1194"/>
                    <a:pt x="1981" y="818"/>
                    <a:pt x="1981" y="467"/>
                  </a:cubicBezTo>
                  <a:cubicBezTo>
                    <a:pt x="2006" y="342"/>
                    <a:pt x="1981" y="191"/>
                    <a:pt x="1931" y="91"/>
                  </a:cubicBezTo>
                  <a:cubicBezTo>
                    <a:pt x="1890" y="24"/>
                    <a:pt x="1828" y="0"/>
                    <a:pt x="17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5955753" y="2677979"/>
              <a:ext cx="52134" cy="39800"/>
            </a:xfrm>
            <a:custGeom>
              <a:avLst/>
              <a:gdLst/>
              <a:ahLst/>
              <a:cxnLst/>
              <a:rect l="l" t="t" r="r" b="b"/>
              <a:pathLst>
                <a:path w="2532" h="1933" extrusionOk="0">
                  <a:moveTo>
                    <a:pt x="301" y="1"/>
                  </a:moveTo>
                  <a:cubicBezTo>
                    <a:pt x="201" y="1"/>
                    <a:pt x="51" y="1"/>
                    <a:pt x="26" y="126"/>
                  </a:cubicBezTo>
                  <a:cubicBezTo>
                    <a:pt x="1" y="251"/>
                    <a:pt x="26" y="402"/>
                    <a:pt x="76" y="527"/>
                  </a:cubicBezTo>
                  <a:cubicBezTo>
                    <a:pt x="201" y="853"/>
                    <a:pt x="527" y="1154"/>
                    <a:pt x="803" y="1354"/>
                  </a:cubicBezTo>
                  <a:cubicBezTo>
                    <a:pt x="1028" y="1555"/>
                    <a:pt x="1279" y="1705"/>
                    <a:pt x="1554" y="1805"/>
                  </a:cubicBezTo>
                  <a:cubicBezTo>
                    <a:pt x="1705" y="1855"/>
                    <a:pt x="1855" y="1906"/>
                    <a:pt x="2031" y="1931"/>
                  </a:cubicBezTo>
                  <a:cubicBezTo>
                    <a:pt x="2062" y="1931"/>
                    <a:pt x="2103" y="1932"/>
                    <a:pt x="2147" y="1932"/>
                  </a:cubicBezTo>
                  <a:cubicBezTo>
                    <a:pt x="2280" y="1932"/>
                    <a:pt x="2444" y="1918"/>
                    <a:pt x="2482" y="1805"/>
                  </a:cubicBezTo>
                  <a:cubicBezTo>
                    <a:pt x="2532" y="1705"/>
                    <a:pt x="2457" y="1555"/>
                    <a:pt x="2432" y="1480"/>
                  </a:cubicBezTo>
                  <a:cubicBezTo>
                    <a:pt x="2407" y="1354"/>
                    <a:pt x="2356" y="1254"/>
                    <a:pt x="2306" y="1129"/>
                  </a:cubicBezTo>
                  <a:cubicBezTo>
                    <a:pt x="2206" y="928"/>
                    <a:pt x="2081" y="728"/>
                    <a:pt x="1905" y="552"/>
                  </a:cubicBezTo>
                  <a:cubicBezTo>
                    <a:pt x="1579" y="226"/>
                    <a:pt x="1153" y="76"/>
                    <a:pt x="702" y="26"/>
                  </a:cubicBezTo>
                  <a:cubicBezTo>
                    <a:pt x="552" y="1"/>
                    <a:pt x="427" y="1"/>
                    <a:pt x="3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5911383" y="2603404"/>
              <a:ext cx="34591" cy="57220"/>
            </a:xfrm>
            <a:custGeom>
              <a:avLst/>
              <a:gdLst/>
              <a:ahLst/>
              <a:cxnLst/>
              <a:rect l="l" t="t" r="r" b="b"/>
              <a:pathLst>
                <a:path w="1680" h="2779" extrusionOk="0">
                  <a:moveTo>
                    <a:pt x="1361" y="0"/>
                  </a:moveTo>
                  <a:cubicBezTo>
                    <a:pt x="1290" y="0"/>
                    <a:pt x="1216" y="32"/>
                    <a:pt x="1153" y="64"/>
                  </a:cubicBezTo>
                  <a:cubicBezTo>
                    <a:pt x="1053" y="139"/>
                    <a:pt x="953" y="214"/>
                    <a:pt x="827" y="289"/>
                  </a:cubicBezTo>
                  <a:cubicBezTo>
                    <a:pt x="476" y="590"/>
                    <a:pt x="201" y="916"/>
                    <a:pt x="75" y="1367"/>
                  </a:cubicBezTo>
                  <a:cubicBezTo>
                    <a:pt x="0" y="1618"/>
                    <a:pt x="0" y="1843"/>
                    <a:pt x="25" y="2094"/>
                  </a:cubicBezTo>
                  <a:cubicBezTo>
                    <a:pt x="25" y="2194"/>
                    <a:pt x="50" y="2320"/>
                    <a:pt x="75" y="2445"/>
                  </a:cubicBezTo>
                  <a:cubicBezTo>
                    <a:pt x="100" y="2520"/>
                    <a:pt x="125" y="2695"/>
                    <a:pt x="226" y="2746"/>
                  </a:cubicBezTo>
                  <a:cubicBezTo>
                    <a:pt x="255" y="2769"/>
                    <a:pt x="291" y="2779"/>
                    <a:pt x="328" y="2779"/>
                  </a:cubicBezTo>
                  <a:cubicBezTo>
                    <a:pt x="451" y="2779"/>
                    <a:pt x="600" y="2678"/>
                    <a:pt x="677" y="2620"/>
                  </a:cubicBezTo>
                  <a:cubicBezTo>
                    <a:pt x="802" y="2520"/>
                    <a:pt x="927" y="2395"/>
                    <a:pt x="1003" y="2269"/>
                  </a:cubicBezTo>
                  <a:cubicBezTo>
                    <a:pt x="1203" y="2044"/>
                    <a:pt x="1328" y="1768"/>
                    <a:pt x="1429" y="1492"/>
                  </a:cubicBezTo>
                  <a:cubicBezTo>
                    <a:pt x="1554" y="1167"/>
                    <a:pt x="1679" y="766"/>
                    <a:pt x="1629" y="415"/>
                  </a:cubicBezTo>
                  <a:cubicBezTo>
                    <a:pt x="1604" y="289"/>
                    <a:pt x="1554" y="139"/>
                    <a:pt x="1479" y="39"/>
                  </a:cubicBezTo>
                  <a:cubicBezTo>
                    <a:pt x="1442" y="11"/>
                    <a:pt x="1402" y="0"/>
                    <a:pt x="13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5941299" y="2597866"/>
              <a:ext cx="57817" cy="32141"/>
            </a:xfrm>
            <a:custGeom>
              <a:avLst/>
              <a:gdLst/>
              <a:ahLst/>
              <a:cxnLst/>
              <a:rect l="l" t="t" r="r" b="b"/>
              <a:pathLst>
                <a:path w="2808" h="1561" extrusionOk="0">
                  <a:moveTo>
                    <a:pt x="1012" y="0"/>
                  </a:moveTo>
                  <a:cubicBezTo>
                    <a:pt x="887" y="0"/>
                    <a:pt x="759" y="11"/>
                    <a:pt x="627" y="32"/>
                  </a:cubicBezTo>
                  <a:cubicBezTo>
                    <a:pt x="502" y="32"/>
                    <a:pt x="377" y="57"/>
                    <a:pt x="251" y="82"/>
                  </a:cubicBezTo>
                  <a:cubicBezTo>
                    <a:pt x="151" y="107"/>
                    <a:pt x="1" y="157"/>
                    <a:pt x="1" y="283"/>
                  </a:cubicBezTo>
                  <a:cubicBezTo>
                    <a:pt x="1" y="408"/>
                    <a:pt x="76" y="558"/>
                    <a:pt x="151" y="659"/>
                  </a:cubicBezTo>
                  <a:cubicBezTo>
                    <a:pt x="352" y="934"/>
                    <a:pt x="728" y="1160"/>
                    <a:pt x="1053" y="1310"/>
                  </a:cubicBezTo>
                  <a:cubicBezTo>
                    <a:pt x="1329" y="1411"/>
                    <a:pt x="1605" y="1511"/>
                    <a:pt x="1906" y="1536"/>
                  </a:cubicBezTo>
                  <a:cubicBezTo>
                    <a:pt x="2056" y="1561"/>
                    <a:pt x="2206" y="1561"/>
                    <a:pt x="2382" y="1561"/>
                  </a:cubicBezTo>
                  <a:cubicBezTo>
                    <a:pt x="2507" y="1536"/>
                    <a:pt x="2783" y="1486"/>
                    <a:pt x="2808" y="1335"/>
                  </a:cubicBezTo>
                  <a:cubicBezTo>
                    <a:pt x="2808" y="1235"/>
                    <a:pt x="2733" y="1085"/>
                    <a:pt x="2682" y="1010"/>
                  </a:cubicBezTo>
                  <a:cubicBezTo>
                    <a:pt x="2607" y="909"/>
                    <a:pt x="2557" y="809"/>
                    <a:pt x="2482" y="709"/>
                  </a:cubicBezTo>
                  <a:cubicBezTo>
                    <a:pt x="2332" y="533"/>
                    <a:pt x="2131" y="383"/>
                    <a:pt x="1931" y="258"/>
                  </a:cubicBezTo>
                  <a:cubicBezTo>
                    <a:pt x="1641" y="76"/>
                    <a:pt x="1338" y="0"/>
                    <a:pt x="10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5864934" y="2565644"/>
              <a:ext cx="187348" cy="379165"/>
            </a:xfrm>
            <a:custGeom>
              <a:avLst/>
              <a:gdLst/>
              <a:ahLst/>
              <a:cxnLst/>
              <a:rect l="l" t="t" r="r" b="b"/>
              <a:pathLst>
                <a:path w="9099" h="18415" extrusionOk="0">
                  <a:moveTo>
                    <a:pt x="1532" y="0"/>
                  </a:moveTo>
                  <a:cubicBezTo>
                    <a:pt x="1009" y="0"/>
                    <a:pt x="433" y="187"/>
                    <a:pt x="0" y="620"/>
                  </a:cubicBezTo>
                  <a:lnTo>
                    <a:pt x="226" y="845"/>
                  </a:lnTo>
                  <a:cubicBezTo>
                    <a:pt x="584" y="471"/>
                    <a:pt x="1089" y="308"/>
                    <a:pt x="1543" y="308"/>
                  </a:cubicBezTo>
                  <a:cubicBezTo>
                    <a:pt x="1790" y="308"/>
                    <a:pt x="2021" y="356"/>
                    <a:pt x="2206" y="444"/>
                  </a:cubicBezTo>
                  <a:cubicBezTo>
                    <a:pt x="2682" y="695"/>
                    <a:pt x="3133" y="1146"/>
                    <a:pt x="3459" y="1798"/>
                  </a:cubicBezTo>
                  <a:cubicBezTo>
                    <a:pt x="4236" y="3226"/>
                    <a:pt x="4261" y="4905"/>
                    <a:pt x="4311" y="6560"/>
                  </a:cubicBezTo>
                  <a:cubicBezTo>
                    <a:pt x="4336" y="8113"/>
                    <a:pt x="4386" y="9743"/>
                    <a:pt x="5013" y="11171"/>
                  </a:cubicBezTo>
                  <a:cubicBezTo>
                    <a:pt x="5414" y="12023"/>
                    <a:pt x="6016" y="12800"/>
                    <a:pt x="6567" y="13527"/>
                  </a:cubicBezTo>
                  <a:cubicBezTo>
                    <a:pt x="6843" y="13878"/>
                    <a:pt x="7118" y="14229"/>
                    <a:pt x="7369" y="14605"/>
                  </a:cubicBezTo>
                  <a:cubicBezTo>
                    <a:pt x="8046" y="15557"/>
                    <a:pt x="8772" y="16961"/>
                    <a:pt x="8397" y="18339"/>
                  </a:cubicBezTo>
                  <a:lnTo>
                    <a:pt x="8697" y="18414"/>
                  </a:lnTo>
                  <a:cubicBezTo>
                    <a:pt x="9098" y="16936"/>
                    <a:pt x="8346" y="15432"/>
                    <a:pt x="7645" y="14404"/>
                  </a:cubicBezTo>
                  <a:cubicBezTo>
                    <a:pt x="7369" y="14053"/>
                    <a:pt x="7093" y="13677"/>
                    <a:pt x="6818" y="13327"/>
                  </a:cubicBezTo>
                  <a:cubicBezTo>
                    <a:pt x="6266" y="12625"/>
                    <a:pt x="5690" y="11873"/>
                    <a:pt x="5314" y="11046"/>
                  </a:cubicBezTo>
                  <a:cubicBezTo>
                    <a:pt x="4687" y="9667"/>
                    <a:pt x="4662" y="8088"/>
                    <a:pt x="4612" y="6560"/>
                  </a:cubicBezTo>
                  <a:cubicBezTo>
                    <a:pt x="4587" y="4880"/>
                    <a:pt x="4537" y="3151"/>
                    <a:pt x="3735" y="1647"/>
                  </a:cubicBezTo>
                  <a:cubicBezTo>
                    <a:pt x="3359" y="920"/>
                    <a:pt x="2883" y="444"/>
                    <a:pt x="2331" y="169"/>
                  </a:cubicBezTo>
                  <a:cubicBezTo>
                    <a:pt x="2105" y="60"/>
                    <a:pt x="1827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5954723" y="3353121"/>
              <a:ext cx="43363" cy="49251"/>
            </a:xfrm>
            <a:custGeom>
              <a:avLst/>
              <a:gdLst/>
              <a:ahLst/>
              <a:cxnLst/>
              <a:rect l="l" t="t" r="r" b="b"/>
              <a:pathLst>
                <a:path w="2106" h="2392" extrusionOk="0">
                  <a:moveTo>
                    <a:pt x="1886" y="1"/>
                  </a:moveTo>
                  <a:cubicBezTo>
                    <a:pt x="1833" y="1"/>
                    <a:pt x="1776" y="19"/>
                    <a:pt x="1730" y="42"/>
                  </a:cubicBezTo>
                  <a:cubicBezTo>
                    <a:pt x="1604" y="67"/>
                    <a:pt x="1479" y="117"/>
                    <a:pt x="1354" y="142"/>
                  </a:cubicBezTo>
                  <a:cubicBezTo>
                    <a:pt x="928" y="318"/>
                    <a:pt x="552" y="568"/>
                    <a:pt x="326" y="969"/>
                  </a:cubicBezTo>
                  <a:cubicBezTo>
                    <a:pt x="201" y="1170"/>
                    <a:pt x="101" y="1395"/>
                    <a:pt x="51" y="1621"/>
                  </a:cubicBezTo>
                  <a:cubicBezTo>
                    <a:pt x="25" y="1746"/>
                    <a:pt x="25" y="1872"/>
                    <a:pt x="25" y="1997"/>
                  </a:cubicBezTo>
                  <a:cubicBezTo>
                    <a:pt x="25" y="2072"/>
                    <a:pt x="0" y="2248"/>
                    <a:pt x="51" y="2323"/>
                  </a:cubicBezTo>
                  <a:cubicBezTo>
                    <a:pt x="91" y="2373"/>
                    <a:pt x="160" y="2391"/>
                    <a:pt x="237" y="2391"/>
                  </a:cubicBezTo>
                  <a:cubicBezTo>
                    <a:pt x="349" y="2391"/>
                    <a:pt x="477" y="2353"/>
                    <a:pt x="552" y="2323"/>
                  </a:cubicBezTo>
                  <a:cubicBezTo>
                    <a:pt x="702" y="2273"/>
                    <a:pt x="827" y="2197"/>
                    <a:pt x="953" y="2097"/>
                  </a:cubicBezTo>
                  <a:cubicBezTo>
                    <a:pt x="1203" y="1922"/>
                    <a:pt x="1404" y="1696"/>
                    <a:pt x="1579" y="1471"/>
                  </a:cubicBezTo>
                  <a:cubicBezTo>
                    <a:pt x="1805" y="1195"/>
                    <a:pt x="2056" y="844"/>
                    <a:pt x="2081" y="468"/>
                  </a:cubicBezTo>
                  <a:cubicBezTo>
                    <a:pt x="2106" y="368"/>
                    <a:pt x="2106" y="192"/>
                    <a:pt x="2030" y="92"/>
                  </a:cubicBezTo>
                  <a:cubicBezTo>
                    <a:pt x="2004" y="25"/>
                    <a:pt x="1948" y="1"/>
                    <a:pt x="1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5960406" y="3304366"/>
              <a:ext cx="56252" cy="34879"/>
            </a:xfrm>
            <a:custGeom>
              <a:avLst/>
              <a:gdLst/>
              <a:ahLst/>
              <a:cxnLst/>
              <a:rect l="l" t="t" r="r" b="b"/>
              <a:pathLst>
                <a:path w="2732" h="1694" extrusionOk="0">
                  <a:moveTo>
                    <a:pt x="1923" y="0"/>
                  </a:moveTo>
                  <a:cubicBezTo>
                    <a:pt x="1516" y="0"/>
                    <a:pt x="1116" y="106"/>
                    <a:pt x="777" y="355"/>
                  </a:cubicBezTo>
                  <a:cubicBezTo>
                    <a:pt x="602" y="505"/>
                    <a:pt x="426" y="681"/>
                    <a:pt x="301" y="856"/>
                  </a:cubicBezTo>
                  <a:cubicBezTo>
                    <a:pt x="226" y="956"/>
                    <a:pt x="176" y="1082"/>
                    <a:pt x="125" y="1182"/>
                  </a:cubicBezTo>
                  <a:cubicBezTo>
                    <a:pt x="75" y="1257"/>
                    <a:pt x="0" y="1408"/>
                    <a:pt x="25" y="1508"/>
                  </a:cubicBezTo>
                  <a:cubicBezTo>
                    <a:pt x="75" y="1658"/>
                    <a:pt x="351" y="1683"/>
                    <a:pt x="476" y="1683"/>
                  </a:cubicBezTo>
                  <a:cubicBezTo>
                    <a:pt x="517" y="1690"/>
                    <a:pt x="559" y="1693"/>
                    <a:pt x="602" y="1693"/>
                  </a:cubicBezTo>
                  <a:cubicBezTo>
                    <a:pt x="719" y="1693"/>
                    <a:pt x="842" y="1670"/>
                    <a:pt x="952" y="1633"/>
                  </a:cubicBezTo>
                  <a:cubicBezTo>
                    <a:pt x="1228" y="1583"/>
                    <a:pt x="1504" y="1458"/>
                    <a:pt x="1754" y="1307"/>
                  </a:cubicBezTo>
                  <a:cubicBezTo>
                    <a:pt x="2080" y="1132"/>
                    <a:pt x="2431" y="906"/>
                    <a:pt x="2607" y="580"/>
                  </a:cubicBezTo>
                  <a:cubicBezTo>
                    <a:pt x="2657" y="480"/>
                    <a:pt x="2732" y="330"/>
                    <a:pt x="2707" y="205"/>
                  </a:cubicBezTo>
                  <a:cubicBezTo>
                    <a:pt x="2682" y="79"/>
                    <a:pt x="2556" y="54"/>
                    <a:pt x="2456" y="29"/>
                  </a:cubicBezTo>
                  <a:cubicBezTo>
                    <a:pt x="2331" y="29"/>
                    <a:pt x="2181" y="4"/>
                    <a:pt x="2055" y="4"/>
                  </a:cubicBezTo>
                  <a:cubicBezTo>
                    <a:pt x="2011" y="2"/>
                    <a:pt x="1967" y="0"/>
                    <a:pt x="19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6013032" y="3306857"/>
              <a:ext cx="37165" cy="55058"/>
            </a:xfrm>
            <a:custGeom>
              <a:avLst/>
              <a:gdLst/>
              <a:ahLst/>
              <a:cxnLst/>
              <a:rect l="l" t="t" r="r" b="b"/>
              <a:pathLst>
                <a:path w="1805" h="2674" extrusionOk="0">
                  <a:moveTo>
                    <a:pt x="288" y="1"/>
                  </a:moveTo>
                  <a:cubicBezTo>
                    <a:pt x="240" y="1"/>
                    <a:pt x="193" y="16"/>
                    <a:pt x="151" y="58"/>
                  </a:cubicBezTo>
                  <a:cubicBezTo>
                    <a:pt x="76" y="159"/>
                    <a:pt x="51" y="309"/>
                    <a:pt x="51" y="434"/>
                  </a:cubicBezTo>
                  <a:cubicBezTo>
                    <a:pt x="0" y="785"/>
                    <a:pt x="176" y="1186"/>
                    <a:pt x="326" y="1512"/>
                  </a:cubicBezTo>
                  <a:cubicBezTo>
                    <a:pt x="452" y="1763"/>
                    <a:pt x="627" y="2013"/>
                    <a:pt x="828" y="2239"/>
                  </a:cubicBezTo>
                  <a:cubicBezTo>
                    <a:pt x="928" y="2339"/>
                    <a:pt x="1053" y="2464"/>
                    <a:pt x="1204" y="2540"/>
                  </a:cubicBezTo>
                  <a:cubicBezTo>
                    <a:pt x="1280" y="2578"/>
                    <a:pt x="1443" y="2674"/>
                    <a:pt x="1571" y="2674"/>
                  </a:cubicBezTo>
                  <a:cubicBezTo>
                    <a:pt x="1612" y="2674"/>
                    <a:pt x="1650" y="2664"/>
                    <a:pt x="1680" y="2640"/>
                  </a:cubicBezTo>
                  <a:cubicBezTo>
                    <a:pt x="1730" y="2565"/>
                    <a:pt x="1755" y="2389"/>
                    <a:pt x="1780" y="2314"/>
                  </a:cubicBezTo>
                  <a:cubicBezTo>
                    <a:pt x="1805" y="2189"/>
                    <a:pt x="1805" y="2063"/>
                    <a:pt x="1805" y="1938"/>
                  </a:cubicBezTo>
                  <a:cubicBezTo>
                    <a:pt x="1805" y="1713"/>
                    <a:pt x="1755" y="1487"/>
                    <a:pt x="1680" y="1261"/>
                  </a:cubicBezTo>
                  <a:cubicBezTo>
                    <a:pt x="1529" y="810"/>
                    <a:pt x="1204" y="485"/>
                    <a:pt x="828" y="259"/>
                  </a:cubicBezTo>
                  <a:cubicBezTo>
                    <a:pt x="702" y="184"/>
                    <a:pt x="602" y="109"/>
                    <a:pt x="477" y="58"/>
                  </a:cubicBezTo>
                  <a:cubicBezTo>
                    <a:pt x="419" y="30"/>
                    <a:pt x="353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5672466" y="3192895"/>
              <a:ext cx="56252" cy="34674"/>
            </a:xfrm>
            <a:custGeom>
              <a:avLst/>
              <a:gdLst/>
              <a:ahLst/>
              <a:cxnLst/>
              <a:rect l="l" t="t" r="r" b="b"/>
              <a:pathLst>
                <a:path w="2732" h="1684" extrusionOk="0">
                  <a:moveTo>
                    <a:pt x="1942" y="1"/>
                  </a:moveTo>
                  <a:cubicBezTo>
                    <a:pt x="1521" y="1"/>
                    <a:pt x="1141" y="107"/>
                    <a:pt x="802" y="355"/>
                  </a:cubicBezTo>
                  <a:cubicBezTo>
                    <a:pt x="602" y="481"/>
                    <a:pt x="426" y="656"/>
                    <a:pt x="301" y="857"/>
                  </a:cubicBezTo>
                  <a:cubicBezTo>
                    <a:pt x="226" y="957"/>
                    <a:pt x="175" y="1057"/>
                    <a:pt x="125" y="1182"/>
                  </a:cubicBezTo>
                  <a:cubicBezTo>
                    <a:pt x="100" y="1258"/>
                    <a:pt x="0" y="1408"/>
                    <a:pt x="25" y="1483"/>
                  </a:cubicBezTo>
                  <a:cubicBezTo>
                    <a:pt x="75" y="1634"/>
                    <a:pt x="351" y="1659"/>
                    <a:pt x="476" y="1684"/>
                  </a:cubicBezTo>
                  <a:cubicBezTo>
                    <a:pt x="627" y="1684"/>
                    <a:pt x="802" y="1659"/>
                    <a:pt x="952" y="1634"/>
                  </a:cubicBezTo>
                  <a:cubicBezTo>
                    <a:pt x="1253" y="1558"/>
                    <a:pt x="1529" y="1458"/>
                    <a:pt x="1780" y="1308"/>
                  </a:cubicBezTo>
                  <a:cubicBezTo>
                    <a:pt x="2080" y="1132"/>
                    <a:pt x="2431" y="882"/>
                    <a:pt x="2607" y="581"/>
                  </a:cubicBezTo>
                  <a:cubicBezTo>
                    <a:pt x="2682" y="481"/>
                    <a:pt x="2732" y="330"/>
                    <a:pt x="2732" y="205"/>
                  </a:cubicBezTo>
                  <a:cubicBezTo>
                    <a:pt x="2707" y="80"/>
                    <a:pt x="2582" y="30"/>
                    <a:pt x="2456" y="30"/>
                  </a:cubicBezTo>
                  <a:cubicBezTo>
                    <a:pt x="2331" y="4"/>
                    <a:pt x="2206" y="4"/>
                    <a:pt x="2080" y="4"/>
                  </a:cubicBezTo>
                  <a:cubicBezTo>
                    <a:pt x="2034" y="2"/>
                    <a:pt x="1987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5725607" y="3195407"/>
              <a:ext cx="36650" cy="55119"/>
            </a:xfrm>
            <a:custGeom>
              <a:avLst/>
              <a:gdLst/>
              <a:ahLst/>
              <a:cxnLst/>
              <a:rect l="l" t="t" r="r" b="b"/>
              <a:pathLst>
                <a:path w="1780" h="2677" extrusionOk="0">
                  <a:moveTo>
                    <a:pt x="288" y="0"/>
                  </a:moveTo>
                  <a:cubicBezTo>
                    <a:pt x="240" y="0"/>
                    <a:pt x="193" y="16"/>
                    <a:pt x="151" y="58"/>
                  </a:cubicBezTo>
                  <a:cubicBezTo>
                    <a:pt x="76" y="158"/>
                    <a:pt x="51" y="309"/>
                    <a:pt x="26" y="434"/>
                  </a:cubicBezTo>
                  <a:cubicBezTo>
                    <a:pt x="1" y="785"/>
                    <a:pt x="151" y="1186"/>
                    <a:pt x="326" y="1512"/>
                  </a:cubicBezTo>
                  <a:cubicBezTo>
                    <a:pt x="452" y="1762"/>
                    <a:pt x="602" y="2013"/>
                    <a:pt x="803" y="2238"/>
                  </a:cubicBezTo>
                  <a:cubicBezTo>
                    <a:pt x="928" y="2339"/>
                    <a:pt x="1028" y="2464"/>
                    <a:pt x="1178" y="2539"/>
                  </a:cubicBezTo>
                  <a:cubicBezTo>
                    <a:pt x="1252" y="2594"/>
                    <a:pt x="1407" y="2677"/>
                    <a:pt x="1534" y="2677"/>
                  </a:cubicBezTo>
                  <a:cubicBezTo>
                    <a:pt x="1579" y="2677"/>
                    <a:pt x="1621" y="2666"/>
                    <a:pt x="1655" y="2639"/>
                  </a:cubicBezTo>
                  <a:cubicBezTo>
                    <a:pt x="1730" y="2564"/>
                    <a:pt x="1730" y="2414"/>
                    <a:pt x="1755" y="2314"/>
                  </a:cubicBezTo>
                  <a:cubicBezTo>
                    <a:pt x="1780" y="2188"/>
                    <a:pt x="1780" y="2088"/>
                    <a:pt x="1780" y="1963"/>
                  </a:cubicBezTo>
                  <a:cubicBezTo>
                    <a:pt x="1780" y="1712"/>
                    <a:pt x="1755" y="1486"/>
                    <a:pt x="1655" y="1261"/>
                  </a:cubicBezTo>
                  <a:cubicBezTo>
                    <a:pt x="1504" y="810"/>
                    <a:pt x="1204" y="509"/>
                    <a:pt x="803" y="258"/>
                  </a:cubicBezTo>
                  <a:cubicBezTo>
                    <a:pt x="702" y="183"/>
                    <a:pt x="577" y="108"/>
                    <a:pt x="477" y="58"/>
                  </a:cubicBezTo>
                  <a:cubicBezTo>
                    <a:pt x="419" y="29"/>
                    <a:pt x="353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5706006" y="3097752"/>
              <a:ext cx="46451" cy="46122"/>
            </a:xfrm>
            <a:custGeom>
              <a:avLst/>
              <a:gdLst/>
              <a:ahLst/>
              <a:cxnLst/>
              <a:rect l="l" t="t" r="r" b="b"/>
              <a:pathLst>
                <a:path w="2256" h="2240" extrusionOk="0">
                  <a:moveTo>
                    <a:pt x="2008" y="1"/>
                  </a:moveTo>
                  <a:cubicBezTo>
                    <a:pt x="1972" y="1"/>
                    <a:pt x="1936" y="6"/>
                    <a:pt x="1905" y="14"/>
                  </a:cubicBezTo>
                  <a:cubicBezTo>
                    <a:pt x="1780" y="39"/>
                    <a:pt x="1654" y="64"/>
                    <a:pt x="1529" y="114"/>
                  </a:cubicBezTo>
                  <a:cubicBezTo>
                    <a:pt x="1078" y="239"/>
                    <a:pt x="702" y="440"/>
                    <a:pt x="426" y="841"/>
                  </a:cubicBezTo>
                  <a:cubicBezTo>
                    <a:pt x="276" y="1016"/>
                    <a:pt x="176" y="1242"/>
                    <a:pt x="100" y="1468"/>
                  </a:cubicBezTo>
                  <a:cubicBezTo>
                    <a:pt x="75" y="1593"/>
                    <a:pt x="50" y="1693"/>
                    <a:pt x="50" y="1818"/>
                  </a:cubicBezTo>
                  <a:cubicBezTo>
                    <a:pt x="25" y="1919"/>
                    <a:pt x="0" y="2069"/>
                    <a:pt x="50" y="2169"/>
                  </a:cubicBezTo>
                  <a:cubicBezTo>
                    <a:pt x="82" y="2223"/>
                    <a:pt x="151" y="2240"/>
                    <a:pt x="228" y="2240"/>
                  </a:cubicBezTo>
                  <a:cubicBezTo>
                    <a:pt x="333" y="2240"/>
                    <a:pt x="454" y="2209"/>
                    <a:pt x="526" y="2194"/>
                  </a:cubicBezTo>
                  <a:cubicBezTo>
                    <a:pt x="677" y="2169"/>
                    <a:pt x="827" y="2094"/>
                    <a:pt x="978" y="1994"/>
                  </a:cubicBezTo>
                  <a:cubicBezTo>
                    <a:pt x="1228" y="1869"/>
                    <a:pt x="1454" y="1668"/>
                    <a:pt x="1654" y="1442"/>
                  </a:cubicBezTo>
                  <a:cubicBezTo>
                    <a:pt x="1880" y="1192"/>
                    <a:pt x="2156" y="841"/>
                    <a:pt x="2231" y="490"/>
                  </a:cubicBezTo>
                  <a:cubicBezTo>
                    <a:pt x="2256" y="365"/>
                    <a:pt x="2256" y="214"/>
                    <a:pt x="2206" y="114"/>
                  </a:cubicBezTo>
                  <a:cubicBezTo>
                    <a:pt x="2171" y="28"/>
                    <a:pt x="2089" y="1"/>
                    <a:pt x="2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5750375" y="3096991"/>
              <a:ext cx="48016" cy="45051"/>
            </a:xfrm>
            <a:custGeom>
              <a:avLst/>
              <a:gdLst/>
              <a:ahLst/>
              <a:cxnLst/>
              <a:rect l="l" t="t" r="r" b="b"/>
              <a:pathLst>
                <a:path w="2332" h="2188" extrusionOk="0">
                  <a:moveTo>
                    <a:pt x="351" y="1"/>
                  </a:moveTo>
                  <a:cubicBezTo>
                    <a:pt x="251" y="1"/>
                    <a:pt x="101" y="1"/>
                    <a:pt x="51" y="101"/>
                  </a:cubicBezTo>
                  <a:cubicBezTo>
                    <a:pt x="1" y="226"/>
                    <a:pt x="26" y="377"/>
                    <a:pt x="51" y="502"/>
                  </a:cubicBezTo>
                  <a:cubicBezTo>
                    <a:pt x="126" y="853"/>
                    <a:pt x="402" y="1179"/>
                    <a:pt x="652" y="1429"/>
                  </a:cubicBezTo>
                  <a:cubicBezTo>
                    <a:pt x="853" y="1655"/>
                    <a:pt x="1103" y="1830"/>
                    <a:pt x="1354" y="1981"/>
                  </a:cubicBezTo>
                  <a:cubicBezTo>
                    <a:pt x="1479" y="2056"/>
                    <a:pt x="1630" y="2106"/>
                    <a:pt x="1805" y="2156"/>
                  </a:cubicBezTo>
                  <a:cubicBezTo>
                    <a:pt x="1868" y="2169"/>
                    <a:pt x="1962" y="2188"/>
                    <a:pt x="2053" y="2188"/>
                  </a:cubicBezTo>
                  <a:cubicBezTo>
                    <a:pt x="2143" y="2188"/>
                    <a:pt x="2231" y="2169"/>
                    <a:pt x="2281" y="2106"/>
                  </a:cubicBezTo>
                  <a:cubicBezTo>
                    <a:pt x="2331" y="2006"/>
                    <a:pt x="2281" y="1855"/>
                    <a:pt x="2281" y="1755"/>
                  </a:cubicBezTo>
                  <a:cubicBezTo>
                    <a:pt x="2256" y="1655"/>
                    <a:pt x="2231" y="1530"/>
                    <a:pt x="2206" y="1404"/>
                  </a:cubicBezTo>
                  <a:cubicBezTo>
                    <a:pt x="2131" y="1179"/>
                    <a:pt x="2006" y="978"/>
                    <a:pt x="1855" y="778"/>
                  </a:cubicBezTo>
                  <a:cubicBezTo>
                    <a:pt x="1579" y="402"/>
                    <a:pt x="1178" y="201"/>
                    <a:pt x="727" y="101"/>
                  </a:cubicBezTo>
                  <a:cubicBezTo>
                    <a:pt x="602" y="51"/>
                    <a:pt x="477" y="26"/>
                    <a:pt x="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5698779" y="2985109"/>
              <a:ext cx="42333" cy="49848"/>
            </a:xfrm>
            <a:custGeom>
              <a:avLst/>
              <a:gdLst/>
              <a:ahLst/>
              <a:cxnLst/>
              <a:rect l="l" t="t" r="r" b="b"/>
              <a:pathLst>
                <a:path w="2056" h="2421" extrusionOk="0">
                  <a:moveTo>
                    <a:pt x="1817" y="1"/>
                  </a:moveTo>
                  <a:cubicBezTo>
                    <a:pt x="1770" y="1"/>
                    <a:pt x="1720" y="11"/>
                    <a:pt x="1679" y="21"/>
                  </a:cubicBezTo>
                  <a:cubicBezTo>
                    <a:pt x="1554" y="71"/>
                    <a:pt x="1429" y="121"/>
                    <a:pt x="1304" y="172"/>
                  </a:cubicBezTo>
                  <a:cubicBezTo>
                    <a:pt x="877" y="347"/>
                    <a:pt x="527" y="598"/>
                    <a:pt x="276" y="999"/>
                  </a:cubicBezTo>
                  <a:cubicBezTo>
                    <a:pt x="176" y="1199"/>
                    <a:pt x="75" y="1425"/>
                    <a:pt x="50" y="1675"/>
                  </a:cubicBezTo>
                  <a:cubicBezTo>
                    <a:pt x="25" y="1776"/>
                    <a:pt x="0" y="1901"/>
                    <a:pt x="0" y="2026"/>
                  </a:cubicBezTo>
                  <a:cubicBezTo>
                    <a:pt x="0" y="2126"/>
                    <a:pt x="0" y="2277"/>
                    <a:pt x="50" y="2352"/>
                  </a:cubicBezTo>
                  <a:cubicBezTo>
                    <a:pt x="91" y="2403"/>
                    <a:pt x="160" y="2421"/>
                    <a:pt x="235" y="2421"/>
                  </a:cubicBezTo>
                  <a:cubicBezTo>
                    <a:pt x="345" y="2421"/>
                    <a:pt x="467" y="2382"/>
                    <a:pt x="527" y="2352"/>
                  </a:cubicBezTo>
                  <a:cubicBezTo>
                    <a:pt x="677" y="2302"/>
                    <a:pt x="827" y="2202"/>
                    <a:pt x="953" y="2101"/>
                  </a:cubicBezTo>
                  <a:cubicBezTo>
                    <a:pt x="1178" y="1926"/>
                    <a:pt x="1404" y="1725"/>
                    <a:pt x="1579" y="1475"/>
                  </a:cubicBezTo>
                  <a:cubicBezTo>
                    <a:pt x="1780" y="1199"/>
                    <a:pt x="2005" y="823"/>
                    <a:pt x="2030" y="472"/>
                  </a:cubicBezTo>
                  <a:cubicBezTo>
                    <a:pt x="2055" y="347"/>
                    <a:pt x="2055" y="197"/>
                    <a:pt x="1980" y="96"/>
                  </a:cubicBezTo>
                  <a:cubicBezTo>
                    <a:pt x="1951" y="22"/>
                    <a:pt x="1886" y="1"/>
                    <a:pt x="1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5739031" y="2983461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326" y="1"/>
                  </a:moveTo>
                  <a:cubicBezTo>
                    <a:pt x="201" y="1"/>
                    <a:pt x="75" y="26"/>
                    <a:pt x="25" y="151"/>
                  </a:cubicBezTo>
                  <a:cubicBezTo>
                    <a:pt x="0" y="252"/>
                    <a:pt x="25" y="402"/>
                    <a:pt x="75" y="527"/>
                  </a:cubicBezTo>
                  <a:cubicBezTo>
                    <a:pt x="176" y="878"/>
                    <a:pt x="501" y="1179"/>
                    <a:pt x="777" y="1404"/>
                  </a:cubicBezTo>
                  <a:cubicBezTo>
                    <a:pt x="1003" y="1580"/>
                    <a:pt x="1253" y="1755"/>
                    <a:pt x="1504" y="1856"/>
                  </a:cubicBezTo>
                  <a:cubicBezTo>
                    <a:pt x="1654" y="1931"/>
                    <a:pt x="1805" y="1981"/>
                    <a:pt x="1980" y="1981"/>
                  </a:cubicBezTo>
                  <a:cubicBezTo>
                    <a:pt x="2027" y="1990"/>
                    <a:pt x="2096" y="2000"/>
                    <a:pt x="2168" y="2000"/>
                  </a:cubicBezTo>
                  <a:cubicBezTo>
                    <a:pt x="2285" y="2000"/>
                    <a:pt x="2410" y="1974"/>
                    <a:pt x="2456" y="1881"/>
                  </a:cubicBezTo>
                  <a:cubicBezTo>
                    <a:pt x="2481" y="1805"/>
                    <a:pt x="2431" y="1655"/>
                    <a:pt x="2406" y="1555"/>
                  </a:cubicBezTo>
                  <a:cubicBezTo>
                    <a:pt x="2381" y="1430"/>
                    <a:pt x="2331" y="1329"/>
                    <a:pt x="2306" y="1204"/>
                  </a:cubicBezTo>
                  <a:cubicBezTo>
                    <a:pt x="2206" y="1003"/>
                    <a:pt x="2055" y="803"/>
                    <a:pt x="1905" y="628"/>
                  </a:cubicBezTo>
                  <a:cubicBezTo>
                    <a:pt x="1579" y="277"/>
                    <a:pt x="1178" y="126"/>
                    <a:pt x="702" y="51"/>
                  </a:cubicBezTo>
                  <a:cubicBezTo>
                    <a:pt x="577" y="26"/>
                    <a:pt x="451" y="26"/>
                    <a:pt x="3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5409810" y="3024228"/>
              <a:ext cx="54708" cy="36156"/>
            </a:xfrm>
            <a:custGeom>
              <a:avLst/>
              <a:gdLst/>
              <a:ahLst/>
              <a:cxnLst/>
              <a:rect l="l" t="t" r="r" b="b"/>
              <a:pathLst>
                <a:path w="2657" h="1756" extrusionOk="0">
                  <a:moveTo>
                    <a:pt x="1980" y="1"/>
                  </a:moveTo>
                  <a:cubicBezTo>
                    <a:pt x="1504" y="1"/>
                    <a:pt x="1078" y="126"/>
                    <a:pt x="727" y="427"/>
                  </a:cubicBezTo>
                  <a:cubicBezTo>
                    <a:pt x="526" y="552"/>
                    <a:pt x="376" y="753"/>
                    <a:pt x="251" y="953"/>
                  </a:cubicBezTo>
                  <a:cubicBezTo>
                    <a:pt x="201" y="1054"/>
                    <a:pt x="150" y="1154"/>
                    <a:pt x="100" y="1279"/>
                  </a:cubicBezTo>
                  <a:cubicBezTo>
                    <a:pt x="75" y="1354"/>
                    <a:pt x="0" y="1505"/>
                    <a:pt x="25" y="1605"/>
                  </a:cubicBezTo>
                  <a:cubicBezTo>
                    <a:pt x="75" y="1755"/>
                    <a:pt x="351" y="1755"/>
                    <a:pt x="476" y="1755"/>
                  </a:cubicBezTo>
                  <a:cubicBezTo>
                    <a:pt x="627" y="1755"/>
                    <a:pt x="802" y="1730"/>
                    <a:pt x="952" y="1680"/>
                  </a:cubicBezTo>
                  <a:cubicBezTo>
                    <a:pt x="1228" y="1605"/>
                    <a:pt x="1504" y="1480"/>
                    <a:pt x="1754" y="1329"/>
                  </a:cubicBezTo>
                  <a:cubicBezTo>
                    <a:pt x="2055" y="1129"/>
                    <a:pt x="2381" y="878"/>
                    <a:pt x="2556" y="552"/>
                  </a:cubicBezTo>
                  <a:cubicBezTo>
                    <a:pt x="2607" y="452"/>
                    <a:pt x="2657" y="302"/>
                    <a:pt x="2632" y="176"/>
                  </a:cubicBezTo>
                  <a:cubicBezTo>
                    <a:pt x="2607" y="51"/>
                    <a:pt x="2481" y="1"/>
                    <a:pt x="2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5461921" y="3025917"/>
              <a:ext cx="38215" cy="53390"/>
            </a:xfrm>
            <a:custGeom>
              <a:avLst/>
              <a:gdLst/>
              <a:ahLst/>
              <a:cxnLst/>
              <a:rect l="l" t="t" r="r" b="b"/>
              <a:pathLst>
                <a:path w="1856" h="2593" extrusionOk="0">
                  <a:moveTo>
                    <a:pt x="267" y="0"/>
                  </a:moveTo>
                  <a:cubicBezTo>
                    <a:pt x="213" y="0"/>
                    <a:pt x="163" y="19"/>
                    <a:pt x="126" y="69"/>
                  </a:cubicBezTo>
                  <a:cubicBezTo>
                    <a:pt x="51" y="170"/>
                    <a:pt x="25" y="320"/>
                    <a:pt x="25" y="445"/>
                  </a:cubicBezTo>
                  <a:cubicBezTo>
                    <a:pt x="0" y="796"/>
                    <a:pt x="176" y="1197"/>
                    <a:pt x="351" y="1498"/>
                  </a:cubicBezTo>
                  <a:cubicBezTo>
                    <a:pt x="502" y="1749"/>
                    <a:pt x="677" y="1999"/>
                    <a:pt x="878" y="2200"/>
                  </a:cubicBezTo>
                  <a:cubicBezTo>
                    <a:pt x="1003" y="2300"/>
                    <a:pt x="1128" y="2400"/>
                    <a:pt x="1279" y="2475"/>
                  </a:cubicBezTo>
                  <a:cubicBezTo>
                    <a:pt x="1349" y="2528"/>
                    <a:pt x="1492" y="2593"/>
                    <a:pt x="1615" y="2593"/>
                  </a:cubicBezTo>
                  <a:cubicBezTo>
                    <a:pt x="1668" y="2593"/>
                    <a:pt x="1717" y="2581"/>
                    <a:pt x="1755" y="2551"/>
                  </a:cubicBezTo>
                  <a:cubicBezTo>
                    <a:pt x="1805" y="2475"/>
                    <a:pt x="1830" y="2325"/>
                    <a:pt x="1830" y="2225"/>
                  </a:cubicBezTo>
                  <a:cubicBezTo>
                    <a:pt x="1855" y="2099"/>
                    <a:pt x="1855" y="1999"/>
                    <a:pt x="1855" y="1874"/>
                  </a:cubicBezTo>
                  <a:cubicBezTo>
                    <a:pt x="1830" y="1623"/>
                    <a:pt x="1780" y="1398"/>
                    <a:pt x="1680" y="1172"/>
                  </a:cubicBezTo>
                  <a:cubicBezTo>
                    <a:pt x="1504" y="746"/>
                    <a:pt x="1178" y="445"/>
                    <a:pt x="777" y="220"/>
                  </a:cubicBezTo>
                  <a:cubicBezTo>
                    <a:pt x="652" y="144"/>
                    <a:pt x="552" y="94"/>
                    <a:pt x="426" y="44"/>
                  </a:cubicBezTo>
                  <a:cubicBezTo>
                    <a:pt x="376" y="19"/>
                    <a:pt x="320" y="0"/>
                    <a:pt x="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5429411" y="2934974"/>
              <a:ext cx="51619" cy="40809"/>
            </a:xfrm>
            <a:custGeom>
              <a:avLst/>
              <a:gdLst/>
              <a:ahLst/>
              <a:cxnLst/>
              <a:rect l="l" t="t" r="r" b="b"/>
              <a:pathLst>
                <a:path w="2507" h="1982" extrusionOk="0">
                  <a:moveTo>
                    <a:pt x="2181" y="0"/>
                  </a:moveTo>
                  <a:cubicBezTo>
                    <a:pt x="2056" y="25"/>
                    <a:pt x="1930" y="25"/>
                    <a:pt x="1805" y="50"/>
                  </a:cubicBezTo>
                  <a:cubicBezTo>
                    <a:pt x="1354" y="100"/>
                    <a:pt x="928" y="276"/>
                    <a:pt x="602" y="602"/>
                  </a:cubicBezTo>
                  <a:cubicBezTo>
                    <a:pt x="427" y="777"/>
                    <a:pt x="301" y="978"/>
                    <a:pt x="201" y="1178"/>
                  </a:cubicBezTo>
                  <a:cubicBezTo>
                    <a:pt x="151" y="1303"/>
                    <a:pt x="126" y="1404"/>
                    <a:pt x="76" y="1529"/>
                  </a:cubicBezTo>
                  <a:cubicBezTo>
                    <a:pt x="76" y="1629"/>
                    <a:pt x="0" y="1780"/>
                    <a:pt x="51" y="1855"/>
                  </a:cubicBezTo>
                  <a:cubicBezTo>
                    <a:pt x="107" y="1967"/>
                    <a:pt x="276" y="1982"/>
                    <a:pt x="410" y="1982"/>
                  </a:cubicBezTo>
                  <a:cubicBezTo>
                    <a:pt x="455" y="1982"/>
                    <a:pt x="495" y="1980"/>
                    <a:pt x="527" y="1980"/>
                  </a:cubicBezTo>
                  <a:cubicBezTo>
                    <a:pt x="677" y="1955"/>
                    <a:pt x="828" y="1905"/>
                    <a:pt x="978" y="1855"/>
                  </a:cubicBezTo>
                  <a:cubicBezTo>
                    <a:pt x="1254" y="1729"/>
                    <a:pt x="1504" y="1579"/>
                    <a:pt x="1730" y="1379"/>
                  </a:cubicBezTo>
                  <a:cubicBezTo>
                    <a:pt x="2005" y="1153"/>
                    <a:pt x="2306" y="852"/>
                    <a:pt x="2432" y="526"/>
                  </a:cubicBezTo>
                  <a:cubicBezTo>
                    <a:pt x="2482" y="401"/>
                    <a:pt x="2507" y="251"/>
                    <a:pt x="2482" y="150"/>
                  </a:cubicBezTo>
                  <a:cubicBezTo>
                    <a:pt x="2432" y="0"/>
                    <a:pt x="2306" y="0"/>
                    <a:pt x="2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5478948" y="2935530"/>
              <a:ext cx="42333" cy="49890"/>
            </a:xfrm>
            <a:custGeom>
              <a:avLst/>
              <a:gdLst/>
              <a:ahLst/>
              <a:cxnLst/>
              <a:rect l="l" t="t" r="r" b="b"/>
              <a:pathLst>
                <a:path w="2056" h="2423" extrusionOk="0">
                  <a:moveTo>
                    <a:pt x="238" y="1"/>
                  </a:moveTo>
                  <a:cubicBezTo>
                    <a:pt x="174" y="1"/>
                    <a:pt x="117" y="18"/>
                    <a:pt x="76" y="73"/>
                  </a:cubicBezTo>
                  <a:cubicBezTo>
                    <a:pt x="26" y="199"/>
                    <a:pt x="1" y="349"/>
                    <a:pt x="26" y="474"/>
                  </a:cubicBezTo>
                  <a:cubicBezTo>
                    <a:pt x="51" y="825"/>
                    <a:pt x="276" y="1201"/>
                    <a:pt x="477" y="1477"/>
                  </a:cubicBezTo>
                  <a:cubicBezTo>
                    <a:pt x="652" y="1702"/>
                    <a:pt x="853" y="1928"/>
                    <a:pt x="1103" y="2103"/>
                  </a:cubicBezTo>
                  <a:cubicBezTo>
                    <a:pt x="1229" y="2204"/>
                    <a:pt x="1354" y="2304"/>
                    <a:pt x="1504" y="2354"/>
                  </a:cubicBezTo>
                  <a:cubicBezTo>
                    <a:pt x="1579" y="2384"/>
                    <a:pt x="1698" y="2423"/>
                    <a:pt x="1803" y="2423"/>
                  </a:cubicBezTo>
                  <a:cubicBezTo>
                    <a:pt x="1875" y="2423"/>
                    <a:pt x="1940" y="2405"/>
                    <a:pt x="1980" y="2354"/>
                  </a:cubicBezTo>
                  <a:cubicBezTo>
                    <a:pt x="2056" y="2279"/>
                    <a:pt x="2031" y="2128"/>
                    <a:pt x="2031" y="2028"/>
                  </a:cubicBezTo>
                  <a:cubicBezTo>
                    <a:pt x="2031" y="1903"/>
                    <a:pt x="2031" y="1803"/>
                    <a:pt x="2006" y="1677"/>
                  </a:cubicBezTo>
                  <a:cubicBezTo>
                    <a:pt x="1980" y="1427"/>
                    <a:pt x="1880" y="1201"/>
                    <a:pt x="1780" y="1001"/>
                  </a:cubicBezTo>
                  <a:cubicBezTo>
                    <a:pt x="1554" y="600"/>
                    <a:pt x="1178" y="349"/>
                    <a:pt x="752" y="149"/>
                  </a:cubicBezTo>
                  <a:cubicBezTo>
                    <a:pt x="627" y="98"/>
                    <a:pt x="502" y="73"/>
                    <a:pt x="402" y="23"/>
                  </a:cubicBezTo>
                  <a:cubicBezTo>
                    <a:pt x="345" y="12"/>
                    <a:pt x="289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5439211" y="2807856"/>
              <a:ext cx="42333" cy="49601"/>
            </a:xfrm>
            <a:custGeom>
              <a:avLst/>
              <a:gdLst/>
              <a:ahLst/>
              <a:cxnLst/>
              <a:rect l="l" t="t" r="r" b="b"/>
              <a:pathLst>
                <a:path w="2056" h="2409" extrusionOk="0">
                  <a:moveTo>
                    <a:pt x="1820" y="1"/>
                  </a:moveTo>
                  <a:cubicBezTo>
                    <a:pt x="1772" y="1"/>
                    <a:pt x="1721" y="13"/>
                    <a:pt x="1680" y="34"/>
                  </a:cubicBezTo>
                  <a:cubicBezTo>
                    <a:pt x="1555" y="59"/>
                    <a:pt x="1429" y="109"/>
                    <a:pt x="1304" y="159"/>
                  </a:cubicBezTo>
                  <a:cubicBezTo>
                    <a:pt x="878" y="334"/>
                    <a:pt x="527" y="585"/>
                    <a:pt x="276" y="986"/>
                  </a:cubicBezTo>
                  <a:cubicBezTo>
                    <a:pt x="176" y="1187"/>
                    <a:pt x="76" y="1412"/>
                    <a:pt x="51" y="1663"/>
                  </a:cubicBezTo>
                  <a:cubicBezTo>
                    <a:pt x="26" y="1763"/>
                    <a:pt x="1" y="1888"/>
                    <a:pt x="1" y="2014"/>
                  </a:cubicBezTo>
                  <a:cubicBezTo>
                    <a:pt x="1" y="2114"/>
                    <a:pt x="1" y="2264"/>
                    <a:pt x="51" y="2339"/>
                  </a:cubicBezTo>
                  <a:cubicBezTo>
                    <a:pt x="91" y="2390"/>
                    <a:pt x="157" y="2408"/>
                    <a:pt x="228" y="2408"/>
                  </a:cubicBezTo>
                  <a:cubicBezTo>
                    <a:pt x="333" y="2408"/>
                    <a:pt x="452" y="2369"/>
                    <a:pt x="527" y="2339"/>
                  </a:cubicBezTo>
                  <a:cubicBezTo>
                    <a:pt x="677" y="2289"/>
                    <a:pt x="828" y="2189"/>
                    <a:pt x="953" y="2114"/>
                  </a:cubicBezTo>
                  <a:cubicBezTo>
                    <a:pt x="1179" y="1938"/>
                    <a:pt x="1379" y="1713"/>
                    <a:pt x="1555" y="1487"/>
                  </a:cubicBezTo>
                  <a:cubicBezTo>
                    <a:pt x="1780" y="1187"/>
                    <a:pt x="2006" y="836"/>
                    <a:pt x="2056" y="485"/>
                  </a:cubicBezTo>
                  <a:cubicBezTo>
                    <a:pt x="2056" y="360"/>
                    <a:pt x="2056" y="209"/>
                    <a:pt x="1981" y="84"/>
                  </a:cubicBezTo>
                  <a:cubicBezTo>
                    <a:pt x="1951" y="25"/>
                    <a:pt x="1888" y="1"/>
                    <a:pt x="1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5479463" y="2806476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326" y="0"/>
                  </a:moveTo>
                  <a:cubicBezTo>
                    <a:pt x="226" y="0"/>
                    <a:pt x="76" y="0"/>
                    <a:pt x="51" y="126"/>
                  </a:cubicBezTo>
                  <a:cubicBezTo>
                    <a:pt x="1" y="251"/>
                    <a:pt x="26" y="401"/>
                    <a:pt x="76" y="502"/>
                  </a:cubicBezTo>
                  <a:cubicBezTo>
                    <a:pt x="201" y="853"/>
                    <a:pt x="502" y="1153"/>
                    <a:pt x="778" y="1379"/>
                  </a:cubicBezTo>
                  <a:cubicBezTo>
                    <a:pt x="1003" y="1579"/>
                    <a:pt x="1229" y="1730"/>
                    <a:pt x="1504" y="1855"/>
                  </a:cubicBezTo>
                  <a:cubicBezTo>
                    <a:pt x="1655" y="1905"/>
                    <a:pt x="1805" y="1955"/>
                    <a:pt x="1981" y="1980"/>
                  </a:cubicBezTo>
                  <a:cubicBezTo>
                    <a:pt x="2028" y="1990"/>
                    <a:pt x="2097" y="1999"/>
                    <a:pt x="2167" y="1999"/>
                  </a:cubicBezTo>
                  <a:cubicBezTo>
                    <a:pt x="2282" y="1999"/>
                    <a:pt x="2400" y="1974"/>
                    <a:pt x="2432" y="1880"/>
                  </a:cubicBezTo>
                  <a:cubicBezTo>
                    <a:pt x="2482" y="1805"/>
                    <a:pt x="2432" y="1630"/>
                    <a:pt x="2407" y="1554"/>
                  </a:cubicBezTo>
                  <a:cubicBezTo>
                    <a:pt x="2382" y="1429"/>
                    <a:pt x="2331" y="1329"/>
                    <a:pt x="2306" y="1203"/>
                  </a:cubicBezTo>
                  <a:cubicBezTo>
                    <a:pt x="2206" y="978"/>
                    <a:pt x="2056" y="777"/>
                    <a:pt x="1905" y="627"/>
                  </a:cubicBezTo>
                  <a:cubicBezTo>
                    <a:pt x="1580" y="276"/>
                    <a:pt x="1179" y="101"/>
                    <a:pt x="702" y="51"/>
                  </a:cubicBezTo>
                  <a:cubicBezTo>
                    <a:pt x="577" y="25"/>
                    <a:pt x="452" y="0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5438182" y="2684691"/>
              <a:ext cx="53163" cy="38215"/>
            </a:xfrm>
            <a:custGeom>
              <a:avLst/>
              <a:gdLst/>
              <a:ahLst/>
              <a:cxnLst/>
              <a:rect l="l" t="t" r="r" b="b"/>
              <a:pathLst>
                <a:path w="2582" h="1856" extrusionOk="0">
                  <a:moveTo>
                    <a:pt x="2281" y="1"/>
                  </a:moveTo>
                  <a:cubicBezTo>
                    <a:pt x="2156" y="1"/>
                    <a:pt x="2031" y="1"/>
                    <a:pt x="1905" y="26"/>
                  </a:cubicBezTo>
                  <a:cubicBezTo>
                    <a:pt x="1429" y="51"/>
                    <a:pt x="1003" y="176"/>
                    <a:pt x="652" y="502"/>
                  </a:cubicBezTo>
                  <a:cubicBezTo>
                    <a:pt x="477" y="652"/>
                    <a:pt x="326" y="853"/>
                    <a:pt x="226" y="1053"/>
                  </a:cubicBezTo>
                  <a:cubicBezTo>
                    <a:pt x="176" y="1154"/>
                    <a:pt x="126" y="1279"/>
                    <a:pt x="76" y="1379"/>
                  </a:cubicBezTo>
                  <a:cubicBezTo>
                    <a:pt x="51" y="1479"/>
                    <a:pt x="1" y="1630"/>
                    <a:pt x="26" y="1705"/>
                  </a:cubicBezTo>
                  <a:cubicBezTo>
                    <a:pt x="76" y="1855"/>
                    <a:pt x="351" y="1855"/>
                    <a:pt x="477" y="1855"/>
                  </a:cubicBezTo>
                  <a:cubicBezTo>
                    <a:pt x="652" y="1855"/>
                    <a:pt x="803" y="1805"/>
                    <a:pt x="953" y="1755"/>
                  </a:cubicBezTo>
                  <a:cubicBezTo>
                    <a:pt x="1229" y="1680"/>
                    <a:pt x="1504" y="1529"/>
                    <a:pt x="1730" y="1354"/>
                  </a:cubicBezTo>
                  <a:cubicBezTo>
                    <a:pt x="2031" y="1154"/>
                    <a:pt x="2356" y="878"/>
                    <a:pt x="2482" y="552"/>
                  </a:cubicBezTo>
                  <a:cubicBezTo>
                    <a:pt x="2532" y="427"/>
                    <a:pt x="2582" y="276"/>
                    <a:pt x="2557" y="151"/>
                  </a:cubicBezTo>
                  <a:cubicBezTo>
                    <a:pt x="2532" y="26"/>
                    <a:pt x="2407" y="1"/>
                    <a:pt x="2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5489263" y="2685864"/>
              <a:ext cx="39759" cy="52196"/>
            </a:xfrm>
            <a:custGeom>
              <a:avLst/>
              <a:gdLst/>
              <a:ahLst/>
              <a:cxnLst/>
              <a:rect l="l" t="t" r="r" b="b"/>
              <a:pathLst>
                <a:path w="1931" h="2535" extrusionOk="0">
                  <a:moveTo>
                    <a:pt x="242" y="0"/>
                  </a:moveTo>
                  <a:cubicBezTo>
                    <a:pt x="189" y="0"/>
                    <a:pt x="139" y="19"/>
                    <a:pt x="101" y="69"/>
                  </a:cubicBezTo>
                  <a:cubicBezTo>
                    <a:pt x="26" y="169"/>
                    <a:pt x="1" y="345"/>
                    <a:pt x="1" y="445"/>
                  </a:cubicBezTo>
                  <a:cubicBezTo>
                    <a:pt x="1" y="821"/>
                    <a:pt x="201" y="1197"/>
                    <a:pt x="402" y="1498"/>
                  </a:cubicBezTo>
                  <a:cubicBezTo>
                    <a:pt x="552" y="1748"/>
                    <a:pt x="753" y="1974"/>
                    <a:pt x="978" y="2174"/>
                  </a:cubicBezTo>
                  <a:cubicBezTo>
                    <a:pt x="1078" y="2274"/>
                    <a:pt x="1229" y="2375"/>
                    <a:pt x="1354" y="2425"/>
                  </a:cubicBezTo>
                  <a:cubicBezTo>
                    <a:pt x="1436" y="2474"/>
                    <a:pt x="1573" y="2534"/>
                    <a:pt x="1692" y="2534"/>
                  </a:cubicBezTo>
                  <a:cubicBezTo>
                    <a:pt x="1755" y="2534"/>
                    <a:pt x="1812" y="2518"/>
                    <a:pt x="1855" y="2475"/>
                  </a:cubicBezTo>
                  <a:cubicBezTo>
                    <a:pt x="1906" y="2400"/>
                    <a:pt x="1906" y="2249"/>
                    <a:pt x="1906" y="2149"/>
                  </a:cubicBezTo>
                  <a:cubicBezTo>
                    <a:pt x="1931" y="2024"/>
                    <a:pt x="1931" y="1924"/>
                    <a:pt x="1906" y="1798"/>
                  </a:cubicBezTo>
                  <a:cubicBezTo>
                    <a:pt x="1880" y="1548"/>
                    <a:pt x="1830" y="1322"/>
                    <a:pt x="1730" y="1122"/>
                  </a:cubicBezTo>
                  <a:cubicBezTo>
                    <a:pt x="1505" y="695"/>
                    <a:pt x="1179" y="395"/>
                    <a:pt x="753" y="194"/>
                  </a:cubicBezTo>
                  <a:cubicBezTo>
                    <a:pt x="652" y="144"/>
                    <a:pt x="527" y="94"/>
                    <a:pt x="402" y="44"/>
                  </a:cubicBezTo>
                  <a:cubicBezTo>
                    <a:pt x="352" y="19"/>
                    <a:pt x="295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5496490" y="2576062"/>
              <a:ext cx="59876" cy="29711"/>
            </a:xfrm>
            <a:custGeom>
              <a:avLst/>
              <a:gdLst/>
              <a:ahLst/>
              <a:cxnLst/>
              <a:rect l="l" t="t" r="r" b="b"/>
              <a:pathLst>
                <a:path w="2908" h="1443" extrusionOk="0">
                  <a:moveTo>
                    <a:pt x="1700" y="0"/>
                  </a:moveTo>
                  <a:cubicBezTo>
                    <a:pt x="1465" y="0"/>
                    <a:pt x="1234" y="44"/>
                    <a:pt x="1003" y="139"/>
                  </a:cubicBezTo>
                  <a:cubicBezTo>
                    <a:pt x="778" y="239"/>
                    <a:pt x="577" y="364"/>
                    <a:pt x="402" y="515"/>
                  </a:cubicBezTo>
                  <a:cubicBezTo>
                    <a:pt x="301" y="615"/>
                    <a:pt x="226" y="690"/>
                    <a:pt x="151" y="790"/>
                  </a:cubicBezTo>
                  <a:cubicBezTo>
                    <a:pt x="101" y="866"/>
                    <a:pt x="1" y="991"/>
                    <a:pt x="1" y="1091"/>
                  </a:cubicBezTo>
                  <a:cubicBezTo>
                    <a:pt x="1" y="1242"/>
                    <a:pt x="251" y="1342"/>
                    <a:pt x="377" y="1367"/>
                  </a:cubicBezTo>
                  <a:cubicBezTo>
                    <a:pt x="527" y="1417"/>
                    <a:pt x="702" y="1417"/>
                    <a:pt x="853" y="1442"/>
                  </a:cubicBezTo>
                  <a:cubicBezTo>
                    <a:pt x="1154" y="1442"/>
                    <a:pt x="1454" y="1392"/>
                    <a:pt x="1730" y="1292"/>
                  </a:cubicBezTo>
                  <a:cubicBezTo>
                    <a:pt x="2056" y="1191"/>
                    <a:pt x="2482" y="1041"/>
                    <a:pt x="2707" y="765"/>
                  </a:cubicBezTo>
                  <a:cubicBezTo>
                    <a:pt x="2783" y="690"/>
                    <a:pt x="2883" y="565"/>
                    <a:pt x="2908" y="439"/>
                  </a:cubicBezTo>
                  <a:cubicBezTo>
                    <a:pt x="2908" y="314"/>
                    <a:pt x="2783" y="239"/>
                    <a:pt x="2682" y="214"/>
                  </a:cubicBezTo>
                  <a:cubicBezTo>
                    <a:pt x="2557" y="164"/>
                    <a:pt x="2432" y="114"/>
                    <a:pt x="2306" y="89"/>
                  </a:cubicBezTo>
                  <a:cubicBezTo>
                    <a:pt x="2100" y="31"/>
                    <a:pt x="1898" y="0"/>
                    <a:pt x="1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5550166" y="2583947"/>
              <a:ext cx="32017" cy="59340"/>
            </a:xfrm>
            <a:custGeom>
              <a:avLst/>
              <a:gdLst/>
              <a:ahLst/>
              <a:cxnLst/>
              <a:rect l="l" t="t" r="r" b="b"/>
              <a:pathLst>
                <a:path w="1555" h="2882" extrusionOk="0">
                  <a:moveTo>
                    <a:pt x="405" y="0"/>
                  </a:moveTo>
                  <a:cubicBezTo>
                    <a:pt x="372" y="0"/>
                    <a:pt x="338" y="9"/>
                    <a:pt x="301" y="31"/>
                  </a:cubicBezTo>
                  <a:cubicBezTo>
                    <a:pt x="201" y="107"/>
                    <a:pt x="151" y="257"/>
                    <a:pt x="100" y="357"/>
                  </a:cubicBezTo>
                  <a:cubicBezTo>
                    <a:pt x="0" y="708"/>
                    <a:pt x="50" y="1134"/>
                    <a:pt x="151" y="1485"/>
                  </a:cubicBezTo>
                  <a:cubicBezTo>
                    <a:pt x="226" y="1761"/>
                    <a:pt x="301" y="2036"/>
                    <a:pt x="451" y="2287"/>
                  </a:cubicBezTo>
                  <a:cubicBezTo>
                    <a:pt x="552" y="2437"/>
                    <a:pt x="627" y="2563"/>
                    <a:pt x="752" y="2688"/>
                  </a:cubicBezTo>
                  <a:cubicBezTo>
                    <a:pt x="835" y="2750"/>
                    <a:pt x="987" y="2882"/>
                    <a:pt x="1108" y="2882"/>
                  </a:cubicBezTo>
                  <a:cubicBezTo>
                    <a:pt x="1133" y="2882"/>
                    <a:pt x="1157" y="2876"/>
                    <a:pt x="1178" y="2864"/>
                  </a:cubicBezTo>
                  <a:cubicBezTo>
                    <a:pt x="1278" y="2838"/>
                    <a:pt x="1328" y="2663"/>
                    <a:pt x="1354" y="2588"/>
                  </a:cubicBezTo>
                  <a:cubicBezTo>
                    <a:pt x="1404" y="2488"/>
                    <a:pt x="1454" y="2362"/>
                    <a:pt x="1479" y="2237"/>
                  </a:cubicBezTo>
                  <a:cubicBezTo>
                    <a:pt x="1529" y="2011"/>
                    <a:pt x="1554" y="1761"/>
                    <a:pt x="1504" y="1535"/>
                  </a:cubicBezTo>
                  <a:cubicBezTo>
                    <a:pt x="1454" y="1059"/>
                    <a:pt x="1228" y="683"/>
                    <a:pt x="902" y="357"/>
                  </a:cubicBezTo>
                  <a:cubicBezTo>
                    <a:pt x="802" y="257"/>
                    <a:pt x="702" y="182"/>
                    <a:pt x="627" y="107"/>
                  </a:cubicBezTo>
                  <a:cubicBezTo>
                    <a:pt x="556" y="53"/>
                    <a:pt x="485" y="0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5667298" y="2886301"/>
              <a:ext cx="35106" cy="56602"/>
            </a:xfrm>
            <a:custGeom>
              <a:avLst/>
              <a:gdLst/>
              <a:ahLst/>
              <a:cxnLst/>
              <a:rect l="l" t="t" r="r" b="b"/>
              <a:pathLst>
                <a:path w="1705" h="2749" extrusionOk="0">
                  <a:moveTo>
                    <a:pt x="1367" y="0"/>
                  </a:moveTo>
                  <a:cubicBezTo>
                    <a:pt x="1302" y="0"/>
                    <a:pt x="1236" y="29"/>
                    <a:pt x="1178" y="58"/>
                  </a:cubicBezTo>
                  <a:cubicBezTo>
                    <a:pt x="1078" y="133"/>
                    <a:pt x="978" y="209"/>
                    <a:pt x="878" y="284"/>
                  </a:cubicBezTo>
                  <a:cubicBezTo>
                    <a:pt x="502" y="560"/>
                    <a:pt x="201" y="885"/>
                    <a:pt x="76" y="1362"/>
                  </a:cubicBezTo>
                  <a:cubicBezTo>
                    <a:pt x="25" y="1587"/>
                    <a:pt x="0" y="1813"/>
                    <a:pt x="0" y="2063"/>
                  </a:cubicBezTo>
                  <a:cubicBezTo>
                    <a:pt x="25" y="2164"/>
                    <a:pt x="51" y="2289"/>
                    <a:pt x="76" y="2414"/>
                  </a:cubicBezTo>
                  <a:cubicBezTo>
                    <a:pt x="101" y="2489"/>
                    <a:pt x="126" y="2665"/>
                    <a:pt x="201" y="2715"/>
                  </a:cubicBezTo>
                  <a:cubicBezTo>
                    <a:pt x="231" y="2739"/>
                    <a:pt x="266" y="2748"/>
                    <a:pt x="304" y="2748"/>
                  </a:cubicBezTo>
                  <a:cubicBezTo>
                    <a:pt x="426" y="2748"/>
                    <a:pt x="575" y="2647"/>
                    <a:pt x="652" y="2590"/>
                  </a:cubicBezTo>
                  <a:cubicBezTo>
                    <a:pt x="777" y="2514"/>
                    <a:pt x="903" y="2389"/>
                    <a:pt x="1003" y="2264"/>
                  </a:cubicBezTo>
                  <a:cubicBezTo>
                    <a:pt x="1203" y="2038"/>
                    <a:pt x="1329" y="1763"/>
                    <a:pt x="1454" y="1512"/>
                  </a:cubicBezTo>
                  <a:cubicBezTo>
                    <a:pt x="1579" y="1186"/>
                    <a:pt x="1705" y="760"/>
                    <a:pt x="1655" y="409"/>
                  </a:cubicBezTo>
                  <a:cubicBezTo>
                    <a:pt x="1630" y="284"/>
                    <a:pt x="1604" y="133"/>
                    <a:pt x="1504" y="58"/>
                  </a:cubicBezTo>
                  <a:cubicBezTo>
                    <a:pt x="1462" y="16"/>
                    <a:pt x="1415" y="0"/>
                    <a:pt x="13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5698264" y="2880989"/>
              <a:ext cx="57302" cy="33047"/>
            </a:xfrm>
            <a:custGeom>
              <a:avLst/>
              <a:gdLst/>
              <a:ahLst/>
              <a:cxnLst/>
              <a:rect l="l" t="t" r="r" b="b"/>
              <a:pathLst>
                <a:path w="2783" h="1605" extrusionOk="0">
                  <a:moveTo>
                    <a:pt x="887" y="1"/>
                  </a:moveTo>
                  <a:cubicBezTo>
                    <a:pt x="801" y="1"/>
                    <a:pt x="714" y="6"/>
                    <a:pt x="627" y="16"/>
                  </a:cubicBezTo>
                  <a:cubicBezTo>
                    <a:pt x="501" y="41"/>
                    <a:pt x="376" y="66"/>
                    <a:pt x="251" y="91"/>
                  </a:cubicBezTo>
                  <a:cubicBezTo>
                    <a:pt x="126" y="91"/>
                    <a:pt x="0" y="141"/>
                    <a:pt x="0" y="291"/>
                  </a:cubicBezTo>
                  <a:cubicBezTo>
                    <a:pt x="0" y="391"/>
                    <a:pt x="75" y="542"/>
                    <a:pt x="126" y="642"/>
                  </a:cubicBezTo>
                  <a:cubicBezTo>
                    <a:pt x="326" y="943"/>
                    <a:pt x="702" y="1168"/>
                    <a:pt x="1028" y="1319"/>
                  </a:cubicBezTo>
                  <a:cubicBezTo>
                    <a:pt x="1278" y="1444"/>
                    <a:pt x="1554" y="1544"/>
                    <a:pt x="1855" y="1569"/>
                  </a:cubicBezTo>
                  <a:cubicBezTo>
                    <a:pt x="1961" y="1587"/>
                    <a:pt x="2080" y="1605"/>
                    <a:pt x="2194" y="1605"/>
                  </a:cubicBezTo>
                  <a:cubicBezTo>
                    <a:pt x="2241" y="1605"/>
                    <a:pt x="2287" y="1602"/>
                    <a:pt x="2331" y="1594"/>
                  </a:cubicBezTo>
                  <a:cubicBezTo>
                    <a:pt x="2456" y="1569"/>
                    <a:pt x="2732" y="1519"/>
                    <a:pt x="2757" y="1369"/>
                  </a:cubicBezTo>
                  <a:cubicBezTo>
                    <a:pt x="2782" y="1269"/>
                    <a:pt x="2682" y="1143"/>
                    <a:pt x="2657" y="1068"/>
                  </a:cubicBezTo>
                  <a:cubicBezTo>
                    <a:pt x="2582" y="943"/>
                    <a:pt x="2532" y="843"/>
                    <a:pt x="2456" y="767"/>
                  </a:cubicBezTo>
                  <a:cubicBezTo>
                    <a:pt x="2306" y="567"/>
                    <a:pt x="2131" y="417"/>
                    <a:pt x="1930" y="291"/>
                  </a:cubicBezTo>
                  <a:cubicBezTo>
                    <a:pt x="1606" y="89"/>
                    <a:pt x="1250" y="1"/>
                    <a:pt x="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5629105" y="2789840"/>
              <a:ext cx="36156" cy="56808"/>
            </a:xfrm>
            <a:custGeom>
              <a:avLst/>
              <a:gdLst/>
              <a:ahLst/>
              <a:cxnLst/>
              <a:rect l="l" t="t" r="r" b="b"/>
              <a:pathLst>
                <a:path w="1756" h="2759" extrusionOk="0">
                  <a:moveTo>
                    <a:pt x="1426" y="0"/>
                  </a:moveTo>
                  <a:cubicBezTo>
                    <a:pt x="1358" y="0"/>
                    <a:pt x="1289" y="37"/>
                    <a:pt x="1229" y="82"/>
                  </a:cubicBezTo>
                  <a:cubicBezTo>
                    <a:pt x="1129" y="132"/>
                    <a:pt x="1003" y="207"/>
                    <a:pt x="903" y="282"/>
                  </a:cubicBezTo>
                  <a:cubicBezTo>
                    <a:pt x="502" y="558"/>
                    <a:pt x="226" y="909"/>
                    <a:pt x="76" y="1360"/>
                  </a:cubicBezTo>
                  <a:cubicBezTo>
                    <a:pt x="26" y="1585"/>
                    <a:pt x="1" y="1811"/>
                    <a:pt x="1" y="2062"/>
                  </a:cubicBezTo>
                  <a:cubicBezTo>
                    <a:pt x="26" y="2187"/>
                    <a:pt x="51" y="2312"/>
                    <a:pt x="76" y="2412"/>
                  </a:cubicBezTo>
                  <a:cubicBezTo>
                    <a:pt x="101" y="2513"/>
                    <a:pt x="126" y="2663"/>
                    <a:pt x="201" y="2738"/>
                  </a:cubicBezTo>
                  <a:cubicBezTo>
                    <a:pt x="225" y="2753"/>
                    <a:pt x="254" y="2759"/>
                    <a:pt x="285" y="2759"/>
                  </a:cubicBezTo>
                  <a:cubicBezTo>
                    <a:pt x="417" y="2759"/>
                    <a:pt x="596" y="2649"/>
                    <a:pt x="677" y="2588"/>
                  </a:cubicBezTo>
                  <a:cubicBezTo>
                    <a:pt x="803" y="2513"/>
                    <a:pt x="928" y="2387"/>
                    <a:pt x="1028" y="2262"/>
                  </a:cubicBezTo>
                  <a:cubicBezTo>
                    <a:pt x="1229" y="2037"/>
                    <a:pt x="1379" y="1786"/>
                    <a:pt x="1479" y="1510"/>
                  </a:cubicBezTo>
                  <a:cubicBezTo>
                    <a:pt x="1630" y="1184"/>
                    <a:pt x="1755" y="758"/>
                    <a:pt x="1705" y="407"/>
                  </a:cubicBezTo>
                  <a:cubicBezTo>
                    <a:pt x="1680" y="282"/>
                    <a:pt x="1655" y="157"/>
                    <a:pt x="1555" y="57"/>
                  </a:cubicBezTo>
                  <a:cubicBezTo>
                    <a:pt x="1515" y="16"/>
                    <a:pt x="1470" y="0"/>
                    <a:pt x="14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5661101" y="2784960"/>
              <a:ext cx="59361" cy="32759"/>
            </a:xfrm>
            <a:custGeom>
              <a:avLst/>
              <a:gdLst/>
              <a:ahLst/>
              <a:cxnLst/>
              <a:rect l="l" t="t" r="r" b="b"/>
              <a:pathLst>
                <a:path w="2883" h="1591" extrusionOk="0">
                  <a:moveTo>
                    <a:pt x="969" y="0"/>
                  </a:moveTo>
                  <a:cubicBezTo>
                    <a:pt x="865" y="0"/>
                    <a:pt x="759" y="7"/>
                    <a:pt x="652" y="18"/>
                  </a:cubicBezTo>
                  <a:cubicBezTo>
                    <a:pt x="502" y="18"/>
                    <a:pt x="377" y="43"/>
                    <a:pt x="251" y="68"/>
                  </a:cubicBezTo>
                  <a:cubicBezTo>
                    <a:pt x="126" y="93"/>
                    <a:pt x="1" y="143"/>
                    <a:pt x="1" y="268"/>
                  </a:cubicBezTo>
                  <a:cubicBezTo>
                    <a:pt x="1" y="394"/>
                    <a:pt x="76" y="519"/>
                    <a:pt x="126" y="619"/>
                  </a:cubicBezTo>
                  <a:cubicBezTo>
                    <a:pt x="326" y="920"/>
                    <a:pt x="727" y="1146"/>
                    <a:pt x="1053" y="1296"/>
                  </a:cubicBezTo>
                  <a:cubicBezTo>
                    <a:pt x="1329" y="1421"/>
                    <a:pt x="1605" y="1522"/>
                    <a:pt x="1905" y="1572"/>
                  </a:cubicBezTo>
                  <a:cubicBezTo>
                    <a:pt x="1993" y="1584"/>
                    <a:pt x="2081" y="1591"/>
                    <a:pt x="2165" y="1591"/>
                  </a:cubicBezTo>
                  <a:cubicBezTo>
                    <a:pt x="2250" y="1591"/>
                    <a:pt x="2332" y="1584"/>
                    <a:pt x="2407" y="1572"/>
                  </a:cubicBezTo>
                  <a:cubicBezTo>
                    <a:pt x="2532" y="1572"/>
                    <a:pt x="2833" y="1522"/>
                    <a:pt x="2858" y="1346"/>
                  </a:cubicBezTo>
                  <a:cubicBezTo>
                    <a:pt x="2883" y="1271"/>
                    <a:pt x="2783" y="1121"/>
                    <a:pt x="2733" y="1045"/>
                  </a:cubicBezTo>
                  <a:cubicBezTo>
                    <a:pt x="2682" y="945"/>
                    <a:pt x="2607" y="845"/>
                    <a:pt x="2532" y="745"/>
                  </a:cubicBezTo>
                  <a:cubicBezTo>
                    <a:pt x="2382" y="544"/>
                    <a:pt x="2206" y="394"/>
                    <a:pt x="1981" y="268"/>
                  </a:cubicBezTo>
                  <a:cubicBezTo>
                    <a:pt x="1670" y="74"/>
                    <a:pt x="1329" y="0"/>
                    <a:pt x="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5607960" y="2690188"/>
              <a:ext cx="51104" cy="42415"/>
            </a:xfrm>
            <a:custGeom>
              <a:avLst/>
              <a:gdLst/>
              <a:ahLst/>
              <a:cxnLst/>
              <a:rect l="l" t="t" r="r" b="b"/>
              <a:pathLst>
                <a:path w="2482" h="2060" extrusionOk="0">
                  <a:moveTo>
                    <a:pt x="2204" y="1"/>
                  </a:moveTo>
                  <a:cubicBezTo>
                    <a:pt x="2178" y="1"/>
                    <a:pt x="2153" y="4"/>
                    <a:pt x="2131" y="9"/>
                  </a:cubicBezTo>
                  <a:cubicBezTo>
                    <a:pt x="2005" y="9"/>
                    <a:pt x="1855" y="34"/>
                    <a:pt x="1730" y="59"/>
                  </a:cubicBezTo>
                  <a:cubicBezTo>
                    <a:pt x="1278" y="135"/>
                    <a:pt x="852" y="310"/>
                    <a:pt x="552" y="661"/>
                  </a:cubicBezTo>
                  <a:cubicBezTo>
                    <a:pt x="376" y="836"/>
                    <a:pt x="251" y="1037"/>
                    <a:pt x="176" y="1262"/>
                  </a:cubicBezTo>
                  <a:cubicBezTo>
                    <a:pt x="126" y="1388"/>
                    <a:pt x="100" y="1488"/>
                    <a:pt x="75" y="1613"/>
                  </a:cubicBezTo>
                  <a:cubicBezTo>
                    <a:pt x="50" y="1714"/>
                    <a:pt x="0" y="1864"/>
                    <a:pt x="50" y="1964"/>
                  </a:cubicBezTo>
                  <a:cubicBezTo>
                    <a:pt x="95" y="2038"/>
                    <a:pt x="218" y="2060"/>
                    <a:pt x="338" y="2060"/>
                  </a:cubicBezTo>
                  <a:cubicBezTo>
                    <a:pt x="420" y="2060"/>
                    <a:pt x="500" y="2050"/>
                    <a:pt x="552" y="2039"/>
                  </a:cubicBezTo>
                  <a:cubicBezTo>
                    <a:pt x="702" y="2014"/>
                    <a:pt x="852" y="1964"/>
                    <a:pt x="1003" y="1889"/>
                  </a:cubicBezTo>
                  <a:cubicBezTo>
                    <a:pt x="1278" y="1789"/>
                    <a:pt x="1529" y="1613"/>
                    <a:pt x="1755" y="1413"/>
                  </a:cubicBezTo>
                  <a:cubicBezTo>
                    <a:pt x="2005" y="1187"/>
                    <a:pt x="2306" y="861"/>
                    <a:pt x="2406" y="511"/>
                  </a:cubicBezTo>
                  <a:cubicBezTo>
                    <a:pt x="2456" y="410"/>
                    <a:pt x="2481" y="235"/>
                    <a:pt x="2431" y="135"/>
                  </a:cubicBezTo>
                  <a:cubicBezTo>
                    <a:pt x="2392" y="37"/>
                    <a:pt x="2293" y="1"/>
                    <a:pt x="2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5656983" y="2690456"/>
              <a:ext cx="45936" cy="48819"/>
            </a:xfrm>
            <a:custGeom>
              <a:avLst/>
              <a:gdLst/>
              <a:ahLst/>
              <a:cxnLst/>
              <a:rect l="l" t="t" r="r" b="b"/>
              <a:pathLst>
                <a:path w="2231" h="2371" extrusionOk="0">
                  <a:moveTo>
                    <a:pt x="226" y="1"/>
                  </a:moveTo>
                  <a:cubicBezTo>
                    <a:pt x="157" y="1"/>
                    <a:pt x="95" y="22"/>
                    <a:pt x="50" y="97"/>
                  </a:cubicBezTo>
                  <a:cubicBezTo>
                    <a:pt x="0" y="197"/>
                    <a:pt x="0" y="347"/>
                    <a:pt x="25" y="472"/>
                  </a:cubicBezTo>
                  <a:cubicBezTo>
                    <a:pt x="75" y="823"/>
                    <a:pt x="326" y="1199"/>
                    <a:pt x="577" y="1475"/>
                  </a:cubicBezTo>
                  <a:cubicBezTo>
                    <a:pt x="752" y="1701"/>
                    <a:pt x="978" y="1926"/>
                    <a:pt x="1228" y="2077"/>
                  </a:cubicBezTo>
                  <a:cubicBezTo>
                    <a:pt x="1379" y="2177"/>
                    <a:pt x="1504" y="2252"/>
                    <a:pt x="1679" y="2302"/>
                  </a:cubicBezTo>
                  <a:cubicBezTo>
                    <a:pt x="1754" y="2332"/>
                    <a:pt x="1882" y="2371"/>
                    <a:pt x="1989" y="2371"/>
                  </a:cubicBezTo>
                  <a:cubicBezTo>
                    <a:pt x="2062" y="2371"/>
                    <a:pt x="2125" y="2353"/>
                    <a:pt x="2156" y="2302"/>
                  </a:cubicBezTo>
                  <a:cubicBezTo>
                    <a:pt x="2231" y="2227"/>
                    <a:pt x="2206" y="2051"/>
                    <a:pt x="2181" y="1976"/>
                  </a:cubicBezTo>
                  <a:cubicBezTo>
                    <a:pt x="2181" y="1851"/>
                    <a:pt x="2181" y="1726"/>
                    <a:pt x="2131" y="1600"/>
                  </a:cubicBezTo>
                  <a:cubicBezTo>
                    <a:pt x="2080" y="1375"/>
                    <a:pt x="1980" y="1149"/>
                    <a:pt x="1855" y="949"/>
                  </a:cubicBezTo>
                  <a:cubicBezTo>
                    <a:pt x="1579" y="548"/>
                    <a:pt x="1203" y="297"/>
                    <a:pt x="752" y="147"/>
                  </a:cubicBezTo>
                  <a:cubicBezTo>
                    <a:pt x="627" y="97"/>
                    <a:pt x="501" y="46"/>
                    <a:pt x="376" y="21"/>
                  </a:cubicBezTo>
                  <a:cubicBezTo>
                    <a:pt x="325" y="11"/>
                    <a:pt x="274" y="1"/>
                    <a:pt x="2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5638391" y="2592245"/>
              <a:ext cx="56787" cy="34879"/>
            </a:xfrm>
            <a:custGeom>
              <a:avLst/>
              <a:gdLst/>
              <a:ahLst/>
              <a:cxnLst/>
              <a:rect l="l" t="t" r="r" b="b"/>
              <a:pathLst>
                <a:path w="2758" h="1694" extrusionOk="0">
                  <a:moveTo>
                    <a:pt x="1942" y="1"/>
                  </a:moveTo>
                  <a:cubicBezTo>
                    <a:pt x="1517" y="1"/>
                    <a:pt x="1117" y="107"/>
                    <a:pt x="778" y="355"/>
                  </a:cubicBezTo>
                  <a:cubicBezTo>
                    <a:pt x="577" y="481"/>
                    <a:pt x="427" y="656"/>
                    <a:pt x="277" y="857"/>
                  </a:cubicBezTo>
                  <a:cubicBezTo>
                    <a:pt x="226" y="957"/>
                    <a:pt x="151" y="1057"/>
                    <a:pt x="126" y="1182"/>
                  </a:cubicBezTo>
                  <a:cubicBezTo>
                    <a:pt x="76" y="1258"/>
                    <a:pt x="1" y="1408"/>
                    <a:pt x="26" y="1508"/>
                  </a:cubicBezTo>
                  <a:cubicBezTo>
                    <a:pt x="76" y="1659"/>
                    <a:pt x="352" y="1684"/>
                    <a:pt x="477" y="1684"/>
                  </a:cubicBezTo>
                  <a:cubicBezTo>
                    <a:pt x="528" y="1691"/>
                    <a:pt x="578" y="1694"/>
                    <a:pt x="626" y="1694"/>
                  </a:cubicBezTo>
                  <a:cubicBezTo>
                    <a:pt x="743" y="1694"/>
                    <a:pt x="854" y="1676"/>
                    <a:pt x="978" y="1659"/>
                  </a:cubicBezTo>
                  <a:cubicBezTo>
                    <a:pt x="1254" y="1583"/>
                    <a:pt x="1530" y="1483"/>
                    <a:pt x="1805" y="1333"/>
                  </a:cubicBezTo>
                  <a:cubicBezTo>
                    <a:pt x="2106" y="1157"/>
                    <a:pt x="2457" y="907"/>
                    <a:pt x="2632" y="606"/>
                  </a:cubicBezTo>
                  <a:cubicBezTo>
                    <a:pt x="2708" y="506"/>
                    <a:pt x="2758" y="355"/>
                    <a:pt x="2733" y="230"/>
                  </a:cubicBezTo>
                  <a:cubicBezTo>
                    <a:pt x="2733" y="105"/>
                    <a:pt x="2582" y="55"/>
                    <a:pt x="2482" y="29"/>
                  </a:cubicBezTo>
                  <a:cubicBezTo>
                    <a:pt x="2332" y="29"/>
                    <a:pt x="2206" y="4"/>
                    <a:pt x="2081" y="4"/>
                  </a:cubicBezTo>
                  <a:cubicBezTo>
                    <a:pt x="2034" y="2"/>
                    <a:pt x="1988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5692067" y="2595251"/>
              <a:ext cx="38215" cy="55881"/>
            </a:xfrm>
            <a:custGeom>
              <a:avLst/>
              <a:gdLst/>
              <a:ahLst/>
              <a:cxnLst/>
              <a:rect l="l" t="t" r="r" b="b"/>
              <a:pathLst>
                <a:path w="1856" h="2714" extrusionOk="0">
                  <a:moveTo>
                    <a:pt x="277" y="1"/>
                  </a:moveTo>
                  <a:cubicBezTo>
                    <a:pt x="228" y="1"/>
                    <a:pt x="183" y="17"/>
                    <a:pt x="151" y="59"/>
                  </a:cubicBezTo>
                  <a:cubicBezTo>
                    <a:pt x="76" y="159"/>
                    <a:pt x="51" y="310"/>
                    <a:pt x="25" y="435"/>
                  </a:cubicBezTo>
                  <a:cubicBezTo>
                    <a:pt x="0" y="786"/>
                    <a:pt x="176" y="1187"/>
                    <a:pt x="351" y="1513"/>
                  </a:cubicBezTo>
                  <a:cubicBezTo>
                    <a:pt x="477" y="1788"/>
                    <a:pt x="652" y="2039"/>
                    <a:pt x="853" y="2264"/>
                  </a:cubicBezTo>
                  <a:cubicBezTo>
                    <a:pt x="978" y="2390"/>
                    <a:pt x="1103" y="2490"/>
                    <a:pt x="1254" y="2565"/>
                  </a:cubicBezTo>
                  <a:cubicBezTo>
                    <a:pt x="1326" y="2620"/>
                    <a:pt x="1478" y="2714"/>
                    <a:pt x="1603" y="2714"/>
                  </a:cubicBezTo>
                  <a:cubicBezTo>
                    <a:pt x="1651" y="2714"/>
                    <a:pt x="1695" y="2700"/>
                    <a:pt x="1730" y="2665"/>
                  </a:cubicBezTo>
                  <a:cubicBezTo>
                    <a:pt x="1805" y="2615"/>
                    <a:pt x="1805" y="2440"/>
                    <a:pt x="1830" y="2365"/>
                  </a:cubicBezTo>
                  <a:cubicBezTo>
                    <a:pt x="1855" y="2239"/>
                    <a:pt x="1855" y="2114"/>
                    <a:pt x="1855" y="1989"/>
                  </a:cubicBezTo>
                  <a:cubicBezTo>
                    <a:pt x="1855" y="1763"/>
                    <a:pt x="1805" y="1513"/>
                    <a:pt x="1705" y="1287"/>
                  </a:cubicBezTo>
                  <a:cubicBezTo>
                    <a:pt x="1554" y="836"/>
                    <a:pt x="1229" y="510"/>
                    <a:pt x="828" y="259"/>
                  </a:cubicBezTo>
                  <a:cubicBezTo>
                    <a:pt x="702" y="184"/>
                    <a:pt x="577" y="109"/>
                    <a:pt x="477" y="59"/>
                  </a:cubicBezTo>
                  <a:cubicBezTo>
                    <a:pt x="419" y="30"/>
                    <a:pt x="344" y="1"/>
                    <a:pt x="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5977948" y="3217232"/>
              <a:ext cx="50075" cy="42498"/>
            </a:xfrm>
            <a:custGeom>
              <a:avLst/>
              <a:gdLst/>
              <a:ahLst/>
              <a:cxnLst/>
              <a:rect l="l" t="t" r="r" b="b"/>
              <a:pathLst>
                <a:path w="2432" h="2064" extrusionOk="0">
                  <a:moveTo>
                    <a:pt x="2105" y="0"/>
                  </a:moveTo>
                  <a:cubicBezTo>
                    <a:pt x="1980" y="25"/>
                    <a:pt x="1855" y="25"/>
                    <a:pt x="1730" y="51"/>
                  </a:cubicBezTo>
                  <a:cubicBezTo>
                    <a:pt x="1253" y="151"/>
                    <a:pt x="852" y="326"/>
                    <a:pt x="552" y="677"/>
                  </a:cubicBezTo>
                  <a:cubicBezTo>
                    <a:pt x="401" y="853"/>
                    <a:pt x="276" y="1053"/>
                    <a:pt x="176" y="1279"/>
                  </a:cubicBezTo>
                  <a:cubicBezTo>
                    <a:pt x="126" y="1379"/>
                    <a:pt x="100" y="1504"/>
                    <a:pt x="75" y="1629"/>
                  </a:cubicBezTo>
                  <a:cubicBezTo>
                    <a:pt x="50" y="1705"/>
                    <a:pt x="0" y="1880"/>
                    <a:pt x="50" y="1955"/>
                  </a:cubicBezTo>
                  <a:cubicBezTo>
                    <a:pt x="95" y="2046"/>
                    <a:pt x="213" y="2064"/>
                    <a:pt x="326" y="2064"/>
                  </a:cubicBezTo>
                  <a:cubicBezTo>
                    <a:pt x="402" y="2064"/>
                    <a:pt x="476" y="2056"/>
                    <a:pt x="527" y="2056"/>
                  </a:cubicBezTo>
                  <a:cubicBezTo>
                    <a:pt x="677" y="2005"/>
                    <a:pt x="827" y="1955"/>
                    <a:pt x="978" y="1905"/>
                  </a:cubicBezTo>
                  <a:cubicBezTo>
                    <a:pt x="1253" y="1780"/>
                    <a:pt x="1504" y="1604"/>
                    <a:pt x="1704" y="1404"/>
                  </a:cubicBezTo>
                  <a:cubicBezTo>
                    <a:pt x="1980" y="1178"/>
                    <a:pt x="2281" y="853"/>
                    <a:pt x="2381" y="502"/>
                  </a:cubicBezTo>
                  <a:cubicBezTo>
                    <a:pt x="2406" y="401"/>
                    <a:pt x="2431" y="226"/>
                    <a:pt x="2406" y="126"/>
                  </a:cubicBezTo>
                  <a:cubicBezTo>
                    <a:pt x="2356" y="0"/>
                    <a:pt x="2206" y="0"/>
                    <a:pt x="2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6026456" y="3217335"/>
              <a:ext cx="43877" cy="48284"/>
            </a:xfrm>
            <a:custGeom>
              <a:avLst/>
              <a:gdLst/>
              <a:ahLst/>
              <a:cxnLst/>
              <a:rect l="l" t="t" r="r" b="b"/>
              <a:pathLst>
                <a:path w="2131" h="2345" extrusionOk="0">
                  <a:moveTo>
                    <a:pt x="213" y="0"/>
                  </a:moveTo>
                  <a:cubicBezTo>
                    <a:pt x="145" y="0"/>
                    <a:pt x="80" y="22"/>
                    <a:pt x="50" y="96"/>
                  </a:cubicBezTo>
                  <a:cubicBezTo>
                    <a:pt x="0" y="196"/>
                    <a:pt x="0" y="346"/>
                    <a:pt x="0" y="472"/>
                  </a:cubicBezTo>
                  <a:cubicBezTo>
                    <a:pt x="50" y="822"/>
                    <a:pt x="301" y="1198"/>
                    <a:pt x="526" y="1449"/>
                  </a:cubicBezTo>
                  <a:cubicBezTo>
                    <a:pt x="702" y="1700"/>
                    <a:pt x="927" y="1900"/>
                    <a:pt x="1153" y="2051"/>
                  </a:cubicBezTo>
                  <a:cubicBezTo>
                    <a:pt x="1303" y="2151"/>
                    <a:pt x="1429" y="2226"/>
                    <a:pt x="1579" y="2276"/>
                  </a:cubicBezTo>
                  <a:cubicBezTo>
                    <a:pt x="1654" y="2306"/>
                    <a:pt x="1782" y="2345"/>
                    <a:pt x="1889" y="2345"/>
                  </a:cubicBezTo>
                  <a:cubicBezTo>
                    <a:pt x="1962" y="2345"/>
                    <a:pt x="2025" y="2327"/>
                    <a:pt x="2055" y="2276"/>
                  </a:cubicBezTo>
                  <a:cubicBezTo>
                    <a:pt x="2130" y="2201"/>
                    <a:pt x="2105" y="2026"/>
                    <a:pt x="2105" y="1950"/>
                  </a:cubicBezTo>
                  <a:cubicBezTo>
                    <a:pt x="2105" y="1825"/>
                    <a:pt x="2080" y="1700"/>
                    <a:pt x="2055" y="1574"/>
                  </a:cubicBezTo>
                  <a:cubicBezTo>
                    <a:pt x="2005" y="1349"/>
                    <a:pt x="1905" y="1123"/>
                    <a:pt x="1780" y="923"/>
                  </a:cubicBezTo>
                  <a:cubicBezTo>
                    <a:pt x="1529" y="522"/>
                    <a:pt x="1153" y="296"/>
                    <a:pt x="727" y="121"/>
                  </a:cubicBezTo>
                  <a:cubicBezTo>
                    <a:pt x="602" y="96"/>
                    <a:pt x="476" y="46"/>
                    <a:pt x="351" y="20"/>
                  </a:cubicBezTo>
                  <a:cubicBezTo>
                    <a:pt x="310" y="10"/>
                    <a:pt x="261" y="0"/>
                    <a:pt x="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5966582" y="3126969"/>
              <a:ext cx="33562" cy="58187"/>
            </a:xfrm>
            <a:custGeom>
              <a:avLst/>
              <a:gdLst/>
              <a:ahLst/>
              <a:cxnLst/>
              <a:rect l="l" t="t" r="r" b="b"/>
              <a:pathLst>
                <a:path w="1630" h="2826" extrusionOk="0">
                  <a:moveTo>
                    <a:pt x="1287" y="0"/>
                  </a:moveTo>
                  <a:cubicBezTo>
                    <a:pt x="1221" y="0"/>
                    <a:pt x="1144" y="49"/>
                    <a:pt x="1079" y="99"/>
                  </a:cubicBezTo>
                  <a:cubicBezTo>
                    <a:pt x="978" y="149"/>
                    <a:pt x="878" y="249"/>
                    <a:pt x="778" y="324"/>
                  </a:cubicBezTo>
                  <a:cubicBezTo>
                    <a:pt x="402" y="625"/>
                    <a:pt x="151" y="976"/>
                    <a:pt x="51" y="1427"/>
                  </a:cubicBezTo>
                  <a:cubicBezTo>
                    <a:pt x="1" y="1678"/>
                    <a:pt x="1" y="1903"/>
                    <a:pt x="26" y="2154"/>
                  </a:cubicBezTo>
                  <a:cubicBezTo>
                    <a:pt x="51" y="2254"/>
                    <a:pt x="76" y="2379"/>
                    <a:pt x="101" y="2505"/>
                  </a:cubicBezTo>
                  <a:cubicBezTo>
                    <a:pt x="126" y="2580"/>
                    <a:pt x="176" y="2755"/>
                    <a:pt x="251" y="2805"/>
                  </a:cubicBezTo>
                  <a:cubicBezTo>
                    <a:pt x="275" y="2820"/>
                    <a:pt x="302" y="2826"/>
                    <a:pt x="331" y="2826"/>
                  </a:cubicBezTo>
                  <a:cubicBezTo>
                    <a:pt x="457" y="2826"/>
                    <a:pt x="621" y="2711"/>
                    <a:pt x="703" y="2630"/>
                  </a:cubicBezTo>
                  <a:cubicBezTo>
                    <a:pt x="828" y="2530"/>
                    <a:pt x="928" y="2404"/>
                    <a:pt x="1028" y="2279"/>
                  </a:cubicBezTo>
                  <a:cubicBezTo>
                    <a:pt x="1204" y="2054"/>
                    <a:pt x="1329" y="1778"/>
                    <a:pt x="1429" y="1502"/>
                  </a:cubicBezTo>
                  <a:cubicBezTo>
                    <a:pt x="1530" y="1176"/>
                    <a:pt x="1630" y="750"/>
                    <a:pt x="1555" y="399"/>
                  </a:cubicBezTo>
                  <a:cubicBezTo>
                    <a:pt x="1530" y="274"/>
                    <a:pt x="1480" y="124"/>
                    <a:pt x="1379" y="49"/>
                  </a:cubicBezTo>
                  <a:cubicBezTo>
                    <a:pt x="1353" y="14"/>
                    <a:pt x="1321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5994975" y="3120462"/>
              <a:ext cx="58846" cy="31256"/>
            </a:xfrm>
            <a:custGeom>
              <a:avLst/>
              <a:gdLst/>
              <a:ahLst/>
              <a:cxnLst/>
              <a:rect l="l" t="t" r="r" b="b"/>
              <a:pathLst>
                <a:path w="2858" h="1518" extrusionOk="0">
                  <a:moveTo>
                    <a:pt x="1057" y="1"/>
                  </a:moveTo>
                  <a:cubicBezTo>
                    <a:pt x="916" y="1"/>
                    <a:pt x="773" y="14"/>
                    <a:pt x="627" y="39"/>
                  </a:cubicBezTo>
                  <a:cubicBezTo>
                    <a:pt x="476" y="64"/>
                    <a:pt x="351" y="89"/>
                    <a:pt x="251" y="114"/>
                  </a:cubicBezTo>
                  <a:cubicBezTo>
                    <a:pt x="126" y="139"/>
                    <a:pt x="0" y="189"/>
                    <a:pt x="0" y="339"/>
                  </a:cubicBezTo>
                  <a:cubicBezTo>
                    <a:pt x="0" y="465"/>
                    <a:pt x="75" y="590"/>
                    <a:pt x="151" y="690"/>
                  </a:cubicBezTo>
                  <a:cubicBezTo>
                    <a:pt x="376" y="966"/>
                    <a:pt x="752" y="1167"/>
                    <a:pt x="1103" y="1292"/>
                  </a:cubicBezTo>
                  <a:cubicBezTo>
                    <a:pt x="1354" y="1417"/>
                    <a:pt x="1654" y="1492"/>
                    <a:pt x="1930" y="1517"/>
                  </a:cubicBezTo>
                  <a:cubicBezTo>
                    <a:pt x="2106" y="1517"/>
                    <a:pt x="2256" y="1517"/>
                    <a:pt x="2431" y="1492"/>
                  </a:cubicBezTo>
                  <a:cubicBezTo>
                    <a:pt x="2557" y="1467"/>
                    <a:pt x="2807" y="1392"/>
                    <a:pt x="2832" y="1242"/>
                  </a:cubicBezTo>
                  <a:cubicBezTo>
                    <a:pt x="2857" y="1142"/>
                    <a:pt x="2757" y="1016"/>
                    <a:pt x="2707" y="941"/>
                  </a:cubicBezTo>
                  <a:cubicBezTo>
                    <a:pt x="2632" y="841"/>
                    <a:pt x="2557" y="740"/>
                    <a:pt x="2482" y="640"/>
                  </a:cubicBezTo>
                  <a:cubicBezTo>
                    <a:pt x="2331" y="465"/>
                    <a:pt x="2131" y="314"/>
                    <a:pt x="1930" y="214"/>
                  </a:cubicBezTo>
                  <a:cubicBezTo>
                    <a:pt x="1642" y="61"/>
                    <a:pt x="1353" y="1"/>
                    <a:pt x="10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5910868" y="3051859"/>
              <a:ext cx="34076" cy="57961"/>
            </a:xfrm>
            <a:custGeom>
              <a:avLst/>
              <a:gdLst/>
              <a:ahLst/>
              <a:cxnLst/>
              <a:rect l="l" t="t" r="r" b="b"/>
              <a:pathLst>
                <a:path w="1655" h="2815" extrusionOk="0">
                  <a:moveTo>
                    <a:pt x="1292" y="0"/>
                  </a:moveTo>
                  <a:cubicBezTo>
                    <a:pt x="1219" y="0"/>
                    <a:pt x="1143" y="39"/>
                    <a:pt x="1078" y="88"/>
                  </a:cubicBezTo>
                  <a:cubicBezTo>
                    <a:pt x="978" y="163"/>
                    <a:pt x="877" y="238"/>
                    <a:pt x="777" y="313"/>
                  </a:cubicBezTo>
                  <a:cubicBezTo>
                    <a:pt x="426" y="614"/>
                    <a:pt x="150" y="965"/>
                    <a:pt x="50" y="1416"/>
                  </a:cubicBezTo>
                  <a:cubicBezTo>
                    <a:pt x="0" y="1666"/>
                    <a:pt x="0" y="1892"/>
                    <a:pt x="25" y="2143"/>
                  </a:cubicBezTo>
                  <a:cubicBezTo>
                    <a:pt x="50" y="2268"/>
                    <a:pt x="75" y="2368"/>
                    <a:pt x="125" y="2494"/>
                  </a:cubicBezTo>
                  <a:cubicBezTo>
                    <a:pt x="150" y="2569"/>
                    <a:pt x="175" y="2744"/>
                    <a:pt x="251" y="2794"/>
                  </a:cubicBezTo>
                  <a:cubicBezTo>
                    <a:pt x="279" y="2809"/>
                    <a:pt x="311" y="2815"/>
                    <a:pt x="344" y="2815"/>
                  </a:cubicBezTo>
                  <a:cubicBezTo>
                    <a:pt x="482" y="2815"/>
                    <a:pt x="641" y="2705"/>
                    <a:pt x="702" y="2644"/>
                  </a:cubicBezTo>
                  <a:cubicBezTo>
                    <a:pt x="827" y="2544"/>
                    <a:pt x="952" y="2418"/>
                    <a:pt x="1028" y="2268"/>
                  </a:cubicBezTo>
                  <a:cubicBezTo>
                    <a:pt x="1203" y="2042"/>
                    <a:pt x="1328" y="1767"/>
                    <a:pt x="1429" y="1491"/>
                  </a:cubicBezTo>
                  <a:cubicBezTo>
                    <a:pt x="1554" y="1165"/>
                    <a:pt x="1654" y="739"/>
                    <a:pt x="1579" y="388"/>
                  </a:cubicBezTo>
                  <a:cubicBezTo>
                    <a:pt x="1529" y="263"/>
                    <a:pt x="1479" y="113"/>
                    <a:pt x="1404" y="37"/>
                  </a:cubicBezTo>
                  <a:cubicBezTo>
                    <a:pt x="1369" y="11"/>
                    <a:pt x="1331" y="0"/>
                    <a:pt x="1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5939240" y="3045126"/>
              <a:ext cx="58846" cy="31256"/>
            </a:xfrm>
            <a:custGeom>
              <a:avLst/>
              <a:gdLst/>
              <a:ahLst/>
              <a:cxnLst/>
              <a:rect l="l" t="t" r="r" b="b"/>
              <a:pathLst>
                <a:path w="2858" h="1518" extrusionOk="0">
                  <a:moveTo>
                    <a:pt x="1062" y="0"/>
                  </a:moveTo>
                  <a:cubicBezTo>
                    <a:pt x="918" y="0"/>
                    <a:pt x="773" y="14"/>
                    <a:pt x="627" y="39"/>
                  </a:cubicBezTo>
                  <a:cubicBezTo>
                    <a:pt x="502" y="64"/>
                    <a:pt x="376" y="89"/>
                    <a:pt x="251" y="114"/>
                  </a:cubicBezTo>
                  <a:cubicBezTo>
                    <a:pt x="126" y="139"/>
                    <a:pt x="1" y="214"/>
                    <a:pt x="1" y="339"/>
                  </a:cubicBezTo>
                  <a:cubicBezTo>
                    <a:pt x="26" y="465"/>
                    <a:pt x="101" y="590"/>
                    <a:pt x="176" y="690"/>
                  </a:cubicBezTo>
                  <a:cubicBezTo>
                    <a:pt x="376" y="991"/>
                    <a:pt x="777" y="1166"/>
                    <a:pt x="1103" y="1292"/>
                  </a:cubicBezTo>
                  <a:cubicBezTo>
                    <a:pt x="1379" y="1417"/>
                    <a:pt x="1655" y="1492"/>
                    <a:pt x="1955" y="1517"/>
                  </a:cubicBezTo>
                  <a:cubicBezTo>
                    <a:pt x="2106" y="1517"/>
                    <a:pt x="2281" y="1517"/>
                    <a:pt x="2432" y="1492"/>
                  </a:cubicBezTo>
                  <a:cubicBezTo>
                    <a:pt x="2557" y="1467"/>
                    <a:pt x="2833" y="1417"/>
                    <a:pt x="2833" y="1242"/>
                  </a:cubicBezTo>
                  <a:cubicBezTo>
                    <a:pt x="2858" y="1166"/>
                    <a:pt x="2757" y="1016"/>
                    <a:pt x="2707" y="941"/>
                  </a:cubicBezTo>
                  <a:cubicBezTo>
                    <a:pt x="2657" y="841"/>
                    <a:pt x="2582" y="740"/>
                    <a:pt x="2482" y="665"/>
                  </a:cubicBezTo>
                  <a:cubicBezTo>
                    <a:pt x="2331" y="490"/>
                    <a:pt x="2156" y="339"/>
                    <a:pt x="1930" y="214"/>
                  </a:cubicBezTo>
                  <a:cubicBezTo>
                    <a:pt x="1659" y="61"/>
                    <a:pt x="1364" y="0"/>
                    <a:pt x="10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5860795" y="2962666"/>
              <a:ext cx="37700" cy="53699"/>
            </a:xfrm>
            <a:custGeom>
              <a:avLst/>
              <a:gdLst/>
              <a:ahLst/>
              <a:cxnLst/>
              <a:rect l="l" t="t" r="r" b="b"/>
              <a:pathLst>
                <a:path w="1831" h="2608" extrusionOk="0">
                  <a:moveTo>
                    <a:pt x="1594" y="1"/>
                  </a:moveTo>
                  <a:cubicBezTo>
                    <a:pt x="1529" y="1"/>
                    <a:pt x="1462" y="30"/>
                    <a:pt x="1404" y="59"/>
                  </a:cubicBezTo>
                  <a:cubicBezTo>
                    <a:pt x="1304" y="109"/>
                    <a:pt x="1179" y="159"/>
                    <a:pt x="1054" y="234"/>
                  </a:cubicBezTo>
                  <a:cubicBezTo>
                    <a:pt x="653" y="460"/>
                    <a:pt x="327" y="760"/>
                    <a:pt x="151" y="1186"/>
                  </a:cubicBezTo>
                  <a:cubicBezTo>
                    <a:pt x="76" y="1412"/>
                    <a:pt x="26" y="1638"/>
                    <a:pt x="1" y="1888"/>
                  </a:cubicBezTo>
                  <a:cubicBezTo>
                    <a:pt x="1" y="2013"/>
                    <a:pt x="1" y="2139"/>
                    <a:pt x="26" y="2239"/>
                  </a:cubicBezTo>
                  <a:cubicBezTo>
                    <a:pt x="26" y="2339"/>
                    <a:pt x="51" y="2515"/>
                    <a:pt x="101" y="2565"/>
                  </a:cubicBezTo>
                  <a:cubicBezTo>
                    <a:pt x="139" y="2595"/>
                    <a:pt x="188" y="2607"/>
                    <a:pt x="241" y="2607"/>
                  </a:cubicBezTo>
                  <a:cubicBezTo>
                    <a:pt x="364" y="2607"/>
                    <a:pt x="507" y="2542"/>
                    <a:pt x="577" y="2490"/>
                  </a:cubicBezTo>
                  <a:cubicBezTo>
                    <a:pt x="728" y="2414"/>
                    <a:pt x="853" y="2314"/>
                    <a:pt x="978" y="2214"/>
                  </a:cubicBezTo>
                  <a:cubicBezTo>
                    <a:pt x="1179" y="2013"/>
                    <a:pt x="1354" y="1763"/>
                    <a:pt x="1505" y="1512"/>
                  </a:cubicBezTo>
                  <a:cubicBezTo>
                    <a:pt x="1655" y="1186"/>
                    <a:pt x="1831" y="810"/>
                    <a:pt x="1831" y="435"/>
                  </a:cubicBezTo>
                  <a:cubicBezTo>
                    <a:pt x="1831" y="309"/>
                    <a:pt x="1805" y="159"/>
                    <a:pt x="1730" y="59"/>
                  </a:cubicBezTo>
                  <a:cubicBezTo>
                    <a:pt x="1688" y="16"/>
                    <a:pt x="1641" y="1"/>
                    <a:pt x="15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5895900" y="2959743"/>
              <a:ext cx="54708" cy="36135"/>
            </a:xfrm>
            <a:custGeom>
              <a:avLst/>
              <a:gdLst/>
              <a:ahLst/>
              <a:cxnLst/>
              <a:rect l="l" t="t" r="r" b="b"/>
              <a:pathLst>
                <a:path w="2657" h="1755" extrusionOk="0">
                  <a:moveTo>
                    <a:pt x="276" y="0"/>
                  </a:moveTo>
                  <a:cubicBezTo>
                    <a:pt x="176" y="25"/>
                    <a:pt x="25" y="50"/>
                    <a:pt x="25" y="176"/>
                  </a:cubicBezTo>
                  <a:cubicBezTo>
                    <a:pt x="0" y="301"/>
                    <a:pt x="50" y="451"/>
                    <a:pt x="100" y="551"/>
                  </a:cubicBezTo>
                  <a:cubicBezTo>
                    <a:pt x="276" y="877"/>
                    <a:pt x="602" y="1128"/>
                    <a:pt x="902" y="1328"/>
                  </a:cubicBezTo>
                  <a:cubicBezTo>
                    <a:pt x="1153" y="1479"/>
                    <a:pt x="1429" y="1604"/>
                    <a:pt x="1705" y="1679"/>
                  </a:cubicBezTo>
                  <a:cubicBezTo>
                    <a:pt x="1855" y="1729"/>
                    <a:pt x="2030" y="1754"/>
                    <a:pt x="2181" y="1754"/>
                  </a:cubicBezTo>
                  <a:cubicBezTo>
                    <a:pt x="2306" y="1754"/>
                    <a:pt x="2582" y="1729"/>
                    <a:pt x="2632" y="1579"/>
                  </a:cubicBezTo>
                  <a:cubicBezTo>
                    <a:pt x="2657" y="1504"/>
                    <a:pt x="2582" y="1353"/>
                    <a:pt x="2557" y="1253"/>
                  </a:cubicBezTo>
                  <a:cubicBezTo>
                    <a:pt x="2507" y="1153"/>
                    <a:pt x="2456" y="1028"/>
                    <a:pt x="2406" y="927"/>
                  </a:cubicBezTo>
                  <a:cubicBezTo>
                    <a:pt x="2281" y="727"/>
                    <a:pt x="2106" y="551"/>
                    <a:pt x="1930" y="401"/>
                  </a:cubicBezTo>
                  <a:cubicBezTo>
                    <a:pt x="1554" y="100"/>
                    <a:pt x="1128" y="0"/>
                    <a:pt x="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5847906" y="2852740"/>
              <a:ext cx="50075" cy="42415"/>
            </a:xfrm>
            <a:custGeom>
              <a:avLst/>
              <a:gdLst/>
              <a:ahLst/>
              <a:cxnLst/>
              <a:rect l="l" t="t" r="r" b="b"/>
              <a:pathLst>
                <a:path w="2432" h="2060" extrusionOk="0">
                  <a:moveTo>
                    <a:pt x="2164" y="0"/>
                  </a:moveTo>
                  <a:cubicBezTo>
                    <a:pt x="2137" y="0"/>
                    <a:pt x="2109" y="3"/>
                    <a:pt x="2081" y="9"/>
                  </a:cubicBezTo>
                  <a:cubicBezTo>
                    <a:pt x="1955" y="9"/>
                    <a:pt x="1830" y="34"/>
                    <a:pt x="1705" y="59"/>
                  </a:cubicBezTo>
                  <a:cubicBezTo>
                    <a:pt x="1254" y="134"/>
                    <a:pt x="853" y="335"/>
                    <a:pt x="527" y="686"/>
                  </a:cubicBezTo>
                  <a:cubicBezTo>
                    <a:pt x="376" y="861"/>
                    <a:pt x="251" y="1062"/>
                    <a:pt x="176" y="1287"/>
                  </a:cubicBezTo>
                  <a:cubicBezTo>
                    <a:pt x="126" y="1388"/>
                    <a:pt x="76" y="1513"/>
                    <a:pt x="76" y="1638"/>
                  </a:cubicBezTo>
                  <a:cubicBezTo>
                    <a:pt x="51" y="1713"/>
                    <a:pt x="0" y="1864"/>
                    <a:pt x="51" y="1964"/>
                  </a:cubicBezTo>
                  <a:cubicBezTo>
                    <a:pt x="95" y="2038"/>
                    <a:pt x="210" y="2060"/>
                    <a:pt x="317" y="2060"/>
                  </a:cubicBezTo>
                  <a:cubicBezTo>
                    <a:pt x="391" y="2060"/>
                    <a:pt x="461" y="2049"/>
                    <a:pt x="502" y="2039"/>
                  </a:cubicBezTo>
                  <a:cubicBezTo>
                    <a:pt x="677" y="2014"/>
                    <a:pt x="827" y="1964"/>
                    <a:pt x="978" y="1889"/>
                  </a:cubicBezTo>
                  <a:cubicBezTo>
                    <a:pt x="1228" y="1763"/>
                    <a:pt x="1479" y="1588"/>
                    <a:pt x="1705" y="1413"/>
                  </a:cubicBezTo>
                  <a:cubicBezTo>
                    <a:pt x="1955" y="1162"/>
                    <a:pt x="2256" y="861"/>
                    <a:pt x="2356" y="510"/>
                  </a:cubicBezTo>
                  <a:cubicBezTo>
                    <a:pt x="2406" y="385"/>
                    <a:pt x="2431" y="235"/>
                    <a:pt x="2381" y="134"/>
                  </a:cubicBezTo>
                  <a:cubicBezTo>
                    <a:pt x="2343" y="37"/>
                    <a:pt x="2258" y="0"/>
                    <a:pt x="2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5895900" y="2852761"/>
              <a:ext cx="43877" cy="48551"/>
            </a:xfrm>
            <a:custGeom>
              <a:avLst/>
              <a:gdLst/>
              <a:ahLst/>
              <a:cxnLst/>
              <a:rect l="l" t="t" r="r" b="b"/>
              <a:pathLst>
                <a:path w="2131" h="2358" extrusionOk="0">
                  <a:moveTo>
                    <a:pt x="224" y="0"/>
                  </a:moveTo>
                  <a:cubicBezTo>
                    <a:pt x="156" y="0"/>
                    <a:pt x="94" y="25"/>
                    <a:pt x="50" y="83"/>
                  </a:cubicBezTo>
                  <a:cubicBezTo>
                    <a:pt x="0" y="209"/>
                    <a:pt x="0" y="359"/>
                    <a:pt x="25" y="484"/>
                  </a:cubicBezTo>
                  <a:cubicBezTo>
                    <a:pt x="75" y="835"/>
                    <a:pt x="301" y="1186"/>
                    <a:pt x="527" y="1462"/>
                  </a:cubicBezTo>
                  <a:cubicBezTo>
                    <a:pt x="727" y="1687"/>
                    <a:pt x="928" y="1913"/>
                    <a:pt x="1178" y="2063"/>
                  </a:cubicBezTo>
                  <a:cubicBezTo>
                    <a:pt x="1304" y="2163"/>
                    <a:pt x="1454" y="2239"/>
                    <a:pt x="1604" y="2289"/>
                  </a:cubicBezTo>
                  <a:cubicBezTo>
                    <a:pt x="1664" y="2319"/>
                    <a:pt x="1786" y="2357"/>
                    <a:pt x="1896" y="2357"/>
                  </a:cubicBezTo>
                  <a:cubicBezTo>
                    <a:pt x="1971" y="2357"/>
                    <a:pt x="2040" y="2339"/>
                    <a:pt x="2080" y="2289"/>
                  </a:cubicBezTo>
                  <a:cubicBezTo>
                    <a:pt x="2131" y="2214"/>
                    <a:pt x="2106" y="2038"/>
                    <a:pt x="2106" y="1963"/>
                  </a:cubicBezTo>
                  <a:cubicBezTo>
                    <a:pt x="2106" y="1838"/>
                    <a:pt x="2080" y="1712"/>
                    <a:pt x="2055" y="1587"/>
                  </a:cubicBezTo>
                  <a:cubicBezTo>
                    <a:pt x="2005" y="1361"/>
                    <a:pt x="1930" y="1136"/>
                    <a:pt x="1805" y="935"/>
                  </a:cubicBezTo>
                  <a:cubicBezTo>
                    <a:pt x="1554" y="534"/>
                    <a:pt x="1178" y="284"/>
                    <a:pt x="727" y="133"/>
                  </a:cubicBezTo>
                  <a:cubicBezTo>
                    <a:pt x="627" y="83"/>
                    <a:pt x="501" y="58"/>
                    <a:pt x="376" y="33"/>
                  </a:cubicBezTo>
                  <a:cubicBezTo>
                    <a:pt x="324" y="12"/>
                    <a:pt x="272" y="0"/>
                    <a:pt x="2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5862360" y="2744379"/>
              <a:ext cx="50075" cy="42415"/>
            </a:xfrm>
            <a:custGeom>
              <a:avLst/>
              <a:gdLst/>
              <a:ahLst/>
              <a:cxnLst/>
              <a:rect l="l" t="t" r="r" b="b"/>
              <a:pathLst>
                <a:path w="2432" h="2060" extrusionOk="0">
                  <a:moveTo>
                    <a:pt x="2179" y="0"/>
                  </a:moveTo>
                  <a:cubicBezTo>
                    <a:pt x="2153" y="0"/>
                    <a:pt x="2128" y="3"/>
                    <a:pt x="2105" y="9"/>
                  </a:cubicBezTo>
                  <a:cubicBezTo>
                    <a:pt x="1980" y="9"/>
                    <a:pt x="1855" y="34"/>
                    <a:pt x="1729" y="59"/>
                  </a:cubicBezTo>
                  <a:cubicBezTo>
                    <a:pt x="1253" y="134"/>
                    <a:pt x="852" y="335"/>
                    <a:pt x="552" y="686"/>
                  </a:cubicBezTo>
                  <a:cubicBezTo>
                    <a:pt x="401" y="861"/>
                    <a:pt x="276" y="1062"/>
                    <a:pt x="176" y="1287"/>
                  </a:cubicBezTo>
                  <a:cubicBezTo>
                    <a:pt x="125" y="1387"/>
                    <a:pt x="100" y="1513"/>
                    <a:pt x="75" y="1638"/>
                  </a:cubicBezTo>
                  <a:cubicBezTo>
                    <a:pt x="50" y="1713"/>
                    <a:pt x="0" y="1889"/>
                    <a:pt x="50" y="1964"/>
                  </a:cubicBezTo>
                  <a:cubicBezTo>
                    <a:pt x="95" y="2038"/>
                    <a:pt x="209" y="2059"/>
                    <a:pt x="322" y="2059"/>
                  </a:cubicBezTo>
                  <a:cubicBezTo>
                    <a:pt x="399" y="2059"/>
                    <a:pt x="475" y="2049"/>
                    <a:pt x="526" y="2039"/>
                  </a:cubicBezTo>
                  <a:cubicBezTo>
                    <a:pt x="677" y="2014"/>
                    <a:pt x="827" y="1964"/>
                    <a:pt x="978" y="1889"/>
                  </a:cubicBezTo>
                  <a:cubicBezTo>
                    <a:pt x="1253" y="1788"/>
                    <a:pt x="1504" y="1613"/>
                    <a:pt x="1704" y="1412"/>
                  </a:cubicBezTo>
                  <a:cubicBezTo>
                    <a:pt x="1980" y="1162"/>
                    <a:pt x="2281" y="861"/>
                    <a:pt x="2381" y="510"/>
                  </a:cubicBezTo>
                  <a:cubicBezTo>
                    <a:pt x="2406" y="385"/>
                    <a:pt x="2431" y="234"/>
                    <a:pt x="2406" y="134"/>
                  </a:cubicBezTo>
                  <a:cubicBezTo>
                    <a:pt x="2367" y="37"/>
                    <a:pt x="2268" y="0"/>
                    <a:pt x="2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5910868" y="2744400"/>
              <a:ext cx="43877" cy="48551"/>
            </a:xfrm>
            <a:custGeom>
              <a:avLst/>
              <a:gdLst/>
              <a:ahLst/>
              <a:cxnLst/>
              <a:rect l="l" t="t" r="r" b="b"/>
              <a:pathLst>
                <a:path w="2131" h="2358" extrusionOk="0">
                  <a:moveTo>
                    <a:pt x="211" y="0"/>
                  </a:moveTo>
                  <a:cubicBezTo>
                    <a:pt x="143" y="0"/>
                    <a:pt x="80" y="24"/>
                    <a:pt x="50" y="83"/>
                  </a:cubicBezTo>
                  <a:cubicBezTo>
                    <a:pt x="0" y="208"/>
                    <a:pt x="0" y="359"/>
                    <a:pt x="0" y="484"/>
                  </a:cubicBezTo>
                  <a:cubicBezTo>
                    <a:pt x="50" y="835"/>
                    <a:pt x="301" y="1186"/>
                    <a:pt x="526" y="1462"/>
                  </a:cubicBezTo>
                  <a:cubicBezTo>
                    <a:pt x="702" y="1687"/>
                    <a:pt x="927" y="1913"/>
                    <a:pt x="1153" y="2063"/>
                  </a:cubicBezTo>
                  <a:cubicBezTo>
                    <a:pt x="1303" y="2163"/>
                    <a:pt x="1429" y="2238"/>
                    <a:pt x="1579" y="2289"/>
                  </a:cubicBezTo>
                  <a:cubicBezTo>
                    <a:pt x="1654" y="2318"/>
                    <a:pt x="1782" y="2357"/>
                    <a:pt x="1889" y="2357"/>
                  </a:cubicBezTo>
                  <a:cubicBezTo>
                    <a:pt x="1962" y="2357"/>
                    <a:pt x="2025" y="2339"/>
                    <a:pt x="2055" y="2289"/>
                  </a:cubicBezTo>
                  <a:cubicBezTo>
                    <a:pt x="2130" y="2213"/>
                    <a:pt x="2105" y="2038"/>
                    <a:pt x="2105" y="1963"/>
                  </a:cubicBezTo>
                  <a:cubicBezTo>
                    <a:pt x="2105" y="1837"/>
                    <a:pt x="2080" y="1712"/>
                    <a:pt x="2055" y="1587"/>
                  </a:cubicBezTo>
                  <a:cubicBezTo>
                    <a:pt x="2005" y="1361"/>
                    <a:pt x="1905" y="1136"/>
                    <a:pt x="1780" y="935"/>
                  </a:cubicBezTo>
                  <a:cubicBezTo>
                    <a:pt x="1529" y="534"/>
                    <a:pt x="1153" y="309"/>
                    <a:pt x="727" y="133"/>
                  </a:cubicBezTo>
                  <a:cubicBezTo>
                    <a:pt x="602" y="108"/>
                    <a:pt x="476" y="58"/>
                    <a:pt x="351" y="33"/>
                  </a:cubicBezTo>
                  <a:cubicBezTo>
                    <a:pt x="309" y="12"/>
                    <a:pt x="259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5862875" y="2647671"/>
              <a:ext cx="38194" cy="53637"/>
            </a:xfrm>
            <a:custGeom>
              <a:avLst/>
              <a:gdLst/>
              <a:ahLst/>
              <a:cxnLst/>
              <a:rect l="l" t="t" r="r" b="b"/>
              <a:pathLst>
                <a:path w="1855" h="2605" extrusionOk="0">
                  <a:moveTo>
                    <a:pt x="1601" y="0"/>
                  </a:moveTo>
                  <a:cubicBezTo>
                    <a:pt x="1542" y="0"/>
                    <a:pt x="1479" y="19"/>
                    <a:pt x="1429" y="44"/>
                  </a:cubicBezTo>
                  <a:cubicBezTo>
                    <a:pt x="1329" y="94"/>
                    <a:pt x="1203" y="170"/>
                    <a:pt x="1078" y="220"/>
                  </a:cubicBezTo>
                  <a:cubicBezTo>
                    <a:pt x="677" y="445"/>
                    <a:pt x="351" y="746"/>
                    <a:pt x="176" y="1172"/>
                  </a:cubicBezTo>
                  <a:cubicBezTo>
                    <a:pt x="75" y="1398"/>
                    <a:pt x="25" y="1623"/>
                    <a:pt x="25" y="1874"/>
                  </a:cubicBezTo>
                  <a:cubicBezTo>
                    <a:pt x="0" y="1999"/>
                    <a:pt x="25" y="2124"/>
                    <a:pt x="25" y="2225"/>
                  </a:cubicBezTo>
                  <a:cubicBezTo>
                    <a:pt x="50" y="2325"/>
                    <a:pt x="50" y="2500"/>
                    <a:pt x="126" y="2550"/>
                  </a:cubicBezTo>
                  <a:cubicBezTo>
                    <a:pt x="157" y="2590"/>
                    <a:pt x="203" y="2604"/>
                    <a:pt x="256" y="2604"/>
                  </a:cubicBezTo>
                  <a:cubicBezTo>
                    <a:pt x="371" y="2604"/>
                    <a:pt x="516" y="2535"/>
                    <a:pt x="602" y="2500"/>
                  </a:cubicBezTo>
                  <a:cubicBezTo>
                    <a:pt x="727" y="2425"/>
                    <a:pt x="852" y="2300"/>
                    <a:pt x="978" y="2200"/>
                  </a:cubicBezTo>
                  <a:cubicBezTo>
                    <a:pt x="1178" y="1999"/>
                    <a:pt x="1354" y="1748"/>
                    <a:pt x="1504" y="1498"/>
                  </a:cubicBezTo>
                  <a:cubicBezTo>
                    <a:pt x="1679" y="1197"/>
                    <a:pt x="1855" y="796"/>
                    <a:pt x="1855" y="445"/>
                  </a:cubicBezTo>
                  <a:cubicBezTo>
                    <a:pt x="1855" y="320"/>
                    <a:pt x="1830" y="170"/>
                    <a:pt x="1755" y="69"/>
                  </a:cubicBezTo>
                  <a:cubicBezTo>
                    <a:pt x="1717" y="19"/>
                    <a:pt x="1661" y="0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5898473" y="2644953"/>
              <a:ext cx="54728" cy="36156"/>
            </a:xfrm>
            <a:custGeom>
              <a:avLst/>
              <a:gdLst/>
              <a:ahLst/>
              <a:cxnLst/>
              <a:rect l="l" t="t" r="r" b="b"/>
              <a:pathLst>
                <a:path w="2658" h="1756" extrusionOk="0">
                  <a:moveTo>
                    <a:pt x="276" y="1"/>
                  </a:moveTo>
                  <a:cubicBezTo>
                    <a:pt x="176" y="1"/>
                    <a:pt x="26" y="51"/>
                    <a:pt x="26" y="176"/>
                  </a:cubicBezTo>
                  <a:cubicBezTo>
                    <a:pt x="1" y="302"/>
                    <a:pt x="51" y="452"/>
                    <a:pt x="101" y="552"/>
                  </a:cubicBezTo>
                  <a:cubicBezTo>
                    <a:pt x="251" y="878"/>
                    <a:pt x="602" y="1129"/>
                    <a:pt x="903" y="1329"/>
                  </a:cubicBezTo>
                  <a:cubicBezTo>
                    <a:pt x="1153" y="1479"/>
                    <a:pt x="1429" y="1605"/>
                    <a:pt x="1705" y="1705"/>
                  </a:cubicBezTo>
                  <a:cubicBezTo>
                    <a:pt x="1855" y="1730"/>
                    <a:pt x="2006" y="1755"/>
                    <a:pt x="2181" y="1755"/>
                  </a:cubicBezTo>
                  <a:cubicBezTo>
                    <a:pt x="2306" y="1755"/>
                    <a:pt x="2582" y="1755"/>
                    <a:pt x="2632" y="1605"/>
                  </a:cubicBezTo>
                  <a:cubicBezTo>
                    <a:pt x="2657" y="1505"/>
                    <a:pt x="2582" y="1354"/>
                    <a:pt x="2557" y="1279"/>
                  </a:cubicBezTo>
                  <a:cubicBezTo>
                    <a:pt x="2507" y="1154"/>
                    <a:pt x="2457" y="1053"/>
                    <a:pt x="2407" y="953"/>
                  </a:cubicBezTo>
                  <a:cubicBezTo>
                    <a:pt x="2281" y="753"/>
                    <a:pt x="2106" y="577"/>
                    <a:pt x="1930" y="427"/>
                  </a:cubicBezTo>
                  <a:cubicBezTo>
                    <a:pt x="1554" y="126"/>
                    <a:pt x="1128" y="1"/>
                    <a:pt x="6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5826741" y="2588436"/>
              <a:ext cx="28414" cy="61749"/>
            </a:xfrm>
            <a:custGeom>
              <a:avLst/>
              <a:gdLst/>
              <a:ahLst/>
              <a:cxnLst/>
              <a:rect l="l" t="t" r="r" b="b"/>
              <a:pathLst>
                <a:path w="1380" h="2999" extrusionOk="0">
                  <a:moveTo>
                    <a:pt x="787" y="1"/>
                  </a:moveTo>
                  <a:cubicBezTo>
                    <a:pt x="692" y="1"/>
                    <a:pt x="614" y="82"/>
                    <a:pt x="552" y="164"/>
                  </a:cubicBezTo>
                  <a:cubicBezTo>
                    <a:pt x="502" y="265"/>
                    <a:pt x="427" y="365"/>
                    <a:pt x="352" y="490"/>
                  </a:cubicBezTo>
                  <a:cubicBezTo>
                    <a:pt x="126" y="891"/>
                    <a:pt x="1" y="1292"/>
                    <a:pt x="51" y="1768"/>
                  </a:cubicBezTo>
                  <a:cubicBezTo>
                    <a:pt x="76" y="1994"/>
                    <a:pt x="151" y="2245"/>
                    <a:pt x="277" y="2445"/>
                  </a:cubicBezTo>
                  <a:cubicBezTo>
                    <a:pt x="327" y="2545"/>
                    <a:pt x="402" y="2646"/>
                    <a:pt x="477" y="2746"/>
                  </a:cubicBezTo>
                  <a:cubicBezTo>
                    <a:pt x="527" y="2821"/>
                    <a:pt x="602" y="2971"/>
                    <a:pt x="703" y="2996"/>
                  </a:cubicBezTo>
                  <a:cubicBezTo>
                    <a:pt x="710" y="2998"/>
                    <a:pt x="718" y="2998"/>
                    <a:pt x="726" y="2998"/>
                  </a:cubicBezTo>
                  <a:cubicBezTo>
                    <a:pt x="868" y="2998"/>
                    <a:pt x="1007" y="2791"/>
                    <a:pt x="1079" y="2696"/>
                  </a:cubicBezTo>
                  <a:cubicBezTo>
                    <a:pt x="1154" y="2545"/>
                    <a:pt x="1229" y="2395"/>
                    <a:pt x="1254" y="2245"/>
                  </a:cubicBezTo>
                  <a:cubicBezTo>
                    <a:pt x="1354" y="1969"/>
                    <a:pt x="1379" y="1668"/>
                    <a:pt x="1354" y="1367"/>
                  </a:cubicBezTo>
                  <a:cubicBezTo>
                    <a:pt x="1354" y="1016"/>
                    <a:pt x="1329" y="590"/>
                    <a:pt x="1129" y="290"/>
                  </a:cubicBezTo>
                  <a:cubicBezTo>
                    <a:pt x="1053" y="189"/>
                    <a:pt x="953" y="64"/>
                    <a:pt x="853" y="14"/>
                  </a:cubicBezTo>
                  <a:cubicBezTo>
                    <a:pt x="830" y="5"/>
                    <a:pt x="808" y="1"/>
                    <a:pt x="7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5842738" y="2572273"/>
              <a:ext cx="62985" cy="27302"/>
            </a:xfrm>
            <a:custGeom>
              <a:avLst/>
              <a:gdLst/>
              <a:ahLst/>
              <a:cxnLst/>
              <a:rect l="l" t="t" r="r" b="b"/>
              <a:pathLst>
                <a:path w="3059" h="1326" extrusionOk="0">
                  <a:moveTo>
                    <a:pt x="1554" y="0"/>
                  </a:moveTo>
                  <a:cubicBezTo>
                    <a:pt x="1187" y="0"/>
                    <a:pt x="849" y="117"/>
                    <a:pt x="527" y="298"/>
                  </a:cubicBezTo>
                  <a:cubicBezTo>
                    <a:pt x="427" y="348"/>
                    <a:pt x="302" y="423"/>
                    <a:pt x="201" y="498"/>
                  </a:cubicBezTo>
                  <a:cubicBezTo>
                    <a:pt x="101" y="548"/>
                    <a:pt x="1" y="649"/>
                    <a:pt x="51" y="774"/>
                  </a:cubicBezTo>
                  <a:cubicBezTo>
                    <a:pt x="101" y="899"/>
                    <a:pt x="226" y="999"/>
                    <a:pt x="327" y="1050"/>
                  </a:cubicBezTo>
                  <a:cubicBezTo>
                    <a:pt x="627" y="1250"/>
                    <a:pt x="1053" y="1300"/>
                    <a:pt x="1404" y="1325"/>
                  </a:cubicBezTo>
                  <a:cubicBezTo>
                    <a:pt x="1705" y="1325"/>
                    <a:pt x="1981" y="1300"/>
                    <a:pt x="2281" y="1225"/>
                  </a:cubicBezTo>
                  <a:cubicBezTo>
                    <a:pt x="2432" y="1175"/>
                    <a:pt x="2582" y="1125"/>
                    <a:pt x="2733" y="1050"/>
                  </a:cubicBezTo>
                  <a:cubicBezTo>
                    <a:pt x="2833" y="974"/>
                    <a:pt x="3058" y="824"/>
                    <a:pt x="3033" y="674"/>
                  </a:cubicBezTo>
                  <a:cubicBezTo>
                    <a:pt x="3008" y="573"/>
                    <a:pt x="2858" y="498"/>
                    <a:pt x="2808" y="448"/>
                  </a:cubicBezTo>
                  <a:cubicBezTo>
                    <a:pt x="2708" y="373"/>
                    <a:pt x="2607" y="298"/>
                    <a:pt x="2507" y="248"/>
                  </a:cubicBezTo>
                  <a:cubicBezTo>
                    <a:pt x="2281" y="122"/>
                    <a:pt x="2056" y="47"/>
                    <a:pt x="1830" y="22"/>
                  </a:cubicBezTo>
                  <a:cubicBezTo>
                    <a:pt x="1736" y="7"/>
                    <a:pt x="1644" y="0"/>
                    <a:pt x="1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5788054" y="2573076"/>
              <a:ext cx="256490" cy="787135"/>
            </a:xfrm>
            <a:custGeom>
              <a:avLst/>
              <a:gdLst/>
              <a:ahLst/>
              <a:cxnLst/>
              <a:rect l="l" t="t" r="r" b="b"/>
              <a:pathLst>
                <a:path w="12457" h="38229" extrusionOk="0">
                  <a:moveTo>
                    <a:pt x="646" y="1"/>
                  </a:moveTo>
                  <a:cubicBezTo>
                    <a:pt x="433" y="1"/>
                    <a:pt x="217" y="19"/>
                    <a:pt x="0" y="58"/>
                  </a:cubicBezTo>
                  <a:lnTo>
                    <a:pt x="50" y="384"/>
                  </a:lnTo>
                  <a:cubicBezTo>
                    <a:pt x="252" y="347"/>
                    <a:pt x="453" y="330"/>
                    <a:pt x="653" y="330"/>
                  </a:cubicBezTo>
                  <a:cubicBezTo>
                    <a:pt x="2897" y="330"/>
                    <a:pt x="4894" y="2568"/>
                    <a:pt x="5539" y="4870"/>
                  </a:cubicBezTo>
                  <a:cubicBezTo>
                    <a:pt x="6191" y="7276"/>
                    <a:pt x="5790" y="9858"/>
                    <a:pt x="5389" y="12364"/>
                  </a:cubicBezTo>
                  <a:lnTo>
                    <a:pt x="5338" y="12590"/>
                  </a:lnTo>
                  <a:cubicBezTo>
                    <a:pt x="4912" y="15321"/>
                    <a:pt x="4587" y="17978"/>
                    <a:pt x="5514" y="20434"/>
                  </a:cubicBezTo>
                  <a:cubicBezTo>
                    <a:pt x="6115" y="22013"/>
                    <a:pt x="7168" y="23367"/>
                    <a:pt x="8221" y="24670"/>
                  </a:cubicBezTo>
                  <a:cubicBezTo>
                    <a:pt x="9048" y="25697"/>
                    <a:pt x="9900" y="26750"/>
                    <a:pt x="10501" y="27953"/>
                  </a:cubicBezTo>
                  <a:cubicBezTo>
                    <a:pt x="12131" y="31111"/>
                    <a:pt x="11830" y="35171"/>
                    <a:pt x="9750" y="38053"/>
                  </a:cubicBezTo>
                  <a:lnTo>
                    <a:pt x="10000" y="38229"/>
                  </a:lnTo>
                  <a:cubicBezTo>
                    <a:pt x="12131" y="35271"/>
                    <a:pt x="12456" y="31061"/>
                    <a:pt x="10777" y="27803"/>
                  </a:cubicBezTo>
                  <a:cubicBezTo>
                    <a:pt x="10176" y="26600"/>
                    <a:pt x="9298" y="25497"/>
                    <a:pt x="8471" y="24469"/>
                  </a:cubicBezTo>
                  <a:cubicBezTo>
                    <a:pt x="7444" y="23191"/>
                    <a:pt x="6391" y="21863"/>
                    <a:pt x="5790" y="20309"/>
                  </a:cubicBezTo>
                  <a:cubicBezTo>
                    <a:pt x="4912" y="17928"/>
                    <a:pt x="5213" y="15321"/>
                    <a:pt x="5664" y="12640"/>
                  </a:cubicBezTo>
                  <a:lnTo>
                    <a:pt x="5689" y="12414"/>
                  </a:lnTo>
                  <a:cubicBezTo>
                    <a:pt x="6090" y="9883"/>
                    <a:pt x="6516" y="7276"/>
                    <a:pt x="5840" y="4795"/>
                  </a:cubicBezTo>
                  <a:cubicBezTo>
                    <a:pt x="5149" y="2356"/>
                    <a:pt x="3043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6023862" y="2938021"/>
              <a:ext cx="28414" cy="61111"/>
            </a:xfrm>
            <a:custGeom>
              <a:avLst/>
              <a:gdLst/>
              <a:ahLst/>
              <a:cxnLst/>
              <a:rect l="l" t="t" r="r" b="b"/>
              <a:pathLst>
                <a:path w="1380" h="2968" extrusionOk="0">
                  <a:moveTo>
                    <a:pt x="864" y="1"/>
                  </a:moveTo>
                  <a:cubicBezTo>
                    <a:pt x="779" y="1"/>
                    <a:pt x="709" y="71"/>
                    <a:pt x="652" y="128"/>
                  </a:cubicBezTo>
                  <a:cubicBezTo>
                    <a:pt x="577" y="228"/>
                    <a:pt x="502" y="328"/>
                    <a:pt x="427" y="454"/>
                  </a:cubicBezTo>
                  <a:cubicBezTo>
                    <a:pt x="151" y="830"/>
                    <a:pt x="1" y="1231"/>
                    <a:pt x="26" y="1707"/>
                  </a:cubicBezTo>
                  <a:cubicBezTo>
                    <a:pt x="26" y="1957"/>
                    <a:pt x="101" y="2183"/>
                    <a:pt x="176" y="2408"/>
                  </a:cubicBezTo>
                  <a:cubicBezTo>
                    <a:pt x="226" y="2509"/>
                    <a:pt x="302" y="2609"/>
                    <a:pt x="352" y="2709"/>
                  </a:cubicBezTo>
                  <a:cubicBezTo>
                    <a:pt x="402" y="2784"/>
                    <a:pt x="477" y="2935"/>
                    <a:pt x="577" y="2960"/>
                  </a:cubicBezTo>
                  <a:cubicBezTo>
                    <a:pt x="594" y="2965"/>
                    <a:pt x="610" y="2968"/>
                    <a:pt x="627" y="2968"/>
                  </a:cubicBezTo>
                  <a:cubicBezTo>
                    <a:pt x="764" y="2968"/>
                    <a:pt x="911" y="2799"/>
                    <a:pt x="978" y="2709"/>
                  </a:cubicBezTo>
                  <a:cubicBezTo>
                    <a:pt x="1079" y="2559"/>
                    <a:pt x="1129" y="2408"/>
                    <a:pt x="1204" y="2258"/>
                  </a:cubicBezTo>
                  <a:cubicBezTo>
                    <a:pt x="1304" y="1982"/>
                    <a:pt x="1354" y="1707"/>
                    <a:pt x="1354" y="1406"/>
                  </a:cubicBezTo>
                  <a:cubicBezTo>
                    <a:pt x="1379" y="1055"/>
                    <a:pt x="1379" y="629"/>
                    <a:pt x="1204" y="303"/>
                  </a:cubicBezTo>
                  <a:cubicBezTo>
                    <a:pt x="1129" y="203"/>
                    <a:pt x="1053" y="78"/>
                    <a:pt x="953" y="28"/>
                  </a:cubicBezTo>
                  <a:cubicBezTo>
                    <a:pt x="922" y="9"/>
                    <a:pt x="892" y="1"/>
                    <a:pt x="8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5772571" y="3673078"/>
              <a:ext cx="59876" cy="29753"/>
            </a:xfrm>
            <a:custGeom>
              <a:avLst/>
              <a:gdLst/>
              <a:ahLst/>
              <a:cxnLst/>
              <a:rect l="l" t="t" r="r" b="b"/>
              <a:pathLst>
                <a:path w="2908" h="1445" extrusionOk="0">
                  <a:moveTo>
                    <a:pt x="1731" y="0"/>
                  </a:moveTo>
                  <a:cubicBezTo>
                    <a:pt x="1477" y="0"/>
                    <a:pt x="1227" y="49"/>
                    <a:pt x="978" y="166"/>
                  </a:cubicBezTo>
                  <a:cubicBezTo>
                    <a:pt x="752" y="241"/>
                    <a:pt x="552" y="392"/>
                    <a:pt x="376" y="567"/>
                  </a:cubicBezTo>
                  <a:cubicBezTo>
                    <a:pt x="301" y="642"/>
                    <a:pt x="226" y="743"/>
                    <a:pt x="151" y="843"/>
                  </a:cubicBezTo>
                  <a:cubicBezTo>
                    <a:pt x="100" y="918"/>
                    <a:pt x="0" y="1044"/>
                    <a:pt x="0" y="1119"/>
                  </a:cubicBezTo>
                  <a:cubicBezTo>
                    <a:pt x="0" y="1294"/>
                    <a:pt x="276" y="1369"/>
                    <a:pt x="401" y="1394"/>
                  </a:cubicBezTo>
                  <a:cubicBezTo>
                    <a:pt x="552" y="1445"/>
                    <a:pt x="702" y="1445"/>
                    <a:pt x="877" y="1445"/>
                  </a:cubicBezTo>
                  <a:cubicBezTo>
                    <a:pt x="1178" y="1445"/>
                    <a:pt x="1454" y="1394"/>
                    <a:pt x="1730" y="1294"/>
                  </a:cubicBezTo>
                  <a:cubicBezTo>
                    <a:pt x="2080" y="1194"/>
                    <a:pt x="2481" y="1018"/>
                    <a:pt x="2707" y="743"/>
                  </a:cubicBezTo>
                  <a:cubicBezTo>
                    <a:pt x="2782" y="642"/>
                    <a:pt x="2882" y="517"/>
                    <a:pt x="2882" y="392"/>
                  </a:cubicBezTo>
                  <a:cubicBezTo>
                    <a:pt x="2908" y="267"/>
                    <a:pt x="2782" y="216"/>
                    <a:pt x="2657" y="166"/>
                  </a:cubicBezTo>
                  <a:cubicBezTo>
                    <a:pt x="2557" y="141"/>
                    <a:pt x="2431" y="91"/>
                    <a:pt x="2281" y="66"/>
                  </a:cubicBezTo>
                  <a:cubicBezTo>
                    <a:pt x="2094" y="25"/>
                    <a:pt x="1912" y="0"/>
                    <a:pt x="1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5826226" y="3679976"/>
              <a:ext cx="32532" cy="59361"/>
            </a:xfrm>
            <a:custGeom>
              <a:avLst/>
              <a:gdLst/>
              <a:ahLst/>
              <a:cxnLst/>
              <a:rect l="l" t="t" r="r" b="b"/>
              <a:pathLst>
                <a:path w="1580" h="2883" extrusionOk="0">
                  <a:moveTo>
                    <a:pt x="394" y="1"/>
                  </a:moveTo>
                  <a:cubicBezTo>
                    <a:pt x="362" y="1"/>
                    <a:pt x="331" y="10"/>
                    <a:pt x="302" y="32"/>
                  </a:cubicBezTo>
                  <a:cubicBezTo>
                    <a:pt x="201" y="132"/>
                    <a:pt x="151" y="257"/>
                    <a:pt x="101" y="383"/>
                  </a:cubicBezTo>
                  <a:cubicBezTo>
                    <a:pt x="1" y="734"/>
                    <a:pt x="76" y="1160"/>
                    <a:pt x="176" y="1485"/>
                  </a:cubicBezTo>
                  <a:cubicBezTo>
                    <a:pt x="251" y="1761"/>
                    <a:pt x="352" y="2062"/>
                    <a:pt x="502" y="2313"/>
                  </a:cubicBezTo>
                  <a:cubicBezTo>
                    <a:pt x="602" y="2438"/>
                    <a:pt x="703" y="2563"/>
                    <a:pt x="803" y="2688"/>
                  </a:cubicBezTo>
                  <a:cubicBezTo>
                    <a:pt x="886" y="2751"/>
                    <a:pt x="1038" y="2882"/>
                    <a:pt x="1173" y="2882"/>
                  </a:cubicBezTo>
                  <a:cubicBezTo>
                    <a:pt x="1201" y="2882"/>
                    <a:pt x="1228" y="2877"/>
                    <a:pt x="1254" y="2864"/>
                  </a:cubicBezTo>
                  <a:cubicBezTo>
                    <a:pt x="1329" y="2814"/>
                    <a:pt x="1379" y="2663"/>
                    <a:pt x="1404" y="2563"/>
                  </a:cubicBezTo>
                  <a:cubicBezTo>
                    <a:pt x="1454" y="2463"/>
                    <a:pt x="1505" y="2338"/>
                    <a:pt x="1530" y="2212"/>
                  </a:cubicBezTo>
                  <a:cubicBezTo>
                    <a:pt x="1580" y="1987"/>
                    <a:pt x="1580" y="1761"/>
                    <a:pt x="1530" y="1511"/>
                  </a:cubicBezTo>
                  <a:cubicBezTo>
                    <a:pt x="1479" y="1059"/>
                    <a:pt x="1229" y="683"/>
                    <a:pt x="903" y="358"/>
                  </a:cubicBezTo>
                  <a:cubicBezTo>
                    <a:pt x="803" y="257"/>
                    <a:pt x="703" y="182"/>
                    <a:pt x="602" y="107"/>
                  </a:cubicBezTo>
                  <a:cubicBezTo>
                    <a:pt x="549" y="54"/>
                    <a:pt x="471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5810743" y="3606904"/>
              <a:ext cx="59382" cy="30391"/>
            </a:xfrm>
            <a:custGeom>
              <a:avLst/>
              <a:gdLst/>
              <a:ahLst/>
              <a:cxnLst/>
              <a:rect l="l" t="t" r="r" b="b"/>
              <a:pathLst>
                <a:path w="2884" h="1476" extrusionOk="0">
                  <a:moveTo>
                    <a:pt x="1769" y="1"/>
                  </a:moveTo>
                  <a:cubicBezTo>
                    <a:pt x="1491" y="1"/>
                    <a:pt x="1218" y="48"/>
                    <a:pt x="953" y="172"/>
                  </a:cubicBezTo>
                  <a:cubicBezTo>
                    <a:pt x="753" y="273"/>
                    <a:pt x="552" y="423"/>
                    <a:pt x="402" y="598"/>
                  </a:cubicBezTo>
                  <a:cubicBezTo>
                    <a:pt x="302" y="674"/>
                    <a:pt x="226" y="774"/>
                    <a:pt x="176" y="874"/>
                  </a:cubicBezTo>
                  <a:cubicBezTo>
                    <a:pt x="126" y="949"/>
                    <a:pt x="1" y="1075"/>
                    <a:pt x="26" y="1175"/>
                  </a:cubicBezTo>
                  <a:cubicBezTo>
                    <a:pt x="26" y="1325"/>
                    <a:pt x="302" y="1400"/>
                    <a:pt x="427" y="1425"/>
                  </a:cubicBezTo>
                  <a:cubicBezTo>
                    <a:pt x="577" y="1476"/>
                    <a:pt x="728" y="1476"/>
                    <a:pt x="903" y="1476"/>
                  </a:cubicBezTo>
                  <a:cubicBezTo>
                    <a:pt x="1204" y="1450"/>
                    <a:pt x="1480" y="1400"/>
                    <a:pt x="1755" y="1300"/>
                  </a:cubicBezTo>
                  <a:cubicBezTo>
                    <a:pt x="2081" y="1175"/>
                    <a:pt x="2482" y="999"/>
                    <a:pt x="2708" y="724"/>
                  </a:cubicBezTo>
                  <a:cubicBezTo>
                    <a:pt x="2783" y="623"/>
                    <a:pt x="2883" y="498"/>
                    <a:pt x="2883" y="373"/>
                  </a:cubicBezTo>
                  <a:cubicBezTo>
                    <a:pt x="2883" y="247"/>
                    <a:pt x="2758" y="172"/>
                    <a:pt x="2658" y="147"/>
                  </a:cubicBezTo>
                  <a:cubicBezTo>
                    <a:pt x="2532" y="122"/>
                    <a:pt x="2407" y="72"/>
                    <a:pt x="2282" y="47"/>
                  </a:cubicBezTo>
                  <a:cubicBezTo>
                    <a:pt x="2110" y="18"/>
                    <a:pt x="1939" y="1"/>
                    <a:pt x="1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5864934" y="3613390"/>
              <a:ext cx="32532" cy="58867"/>
            </a:xfrm>
            <a:custGeom>
              <a:avLst/>
              <a:gdLst/>
              <a:ahLst/>
              <a:cxnLst/>
              <a:rect l="l" t="t" r="r" b="b"/>
              <a:pathLst>
                <a:path w="1580" h="2859" extrusionOk="0">
                  <a:moveTo>
                    <a:pt x="372" y="1"/>
                  </a:moveTo>
                  <a:cubicBezTo>
                    <a:pt x="339" y="1"/>
                    <a:pt x="307" y="10"/>
                    <a:pt x="276" y="33"/>
                  </a:cubicBezTo>
                  <a:cubicBezTo>
                    <a:pt x="176" y="108"/>
                    <a:pt x="126" y="258"/>
                    <a:pt x="76" y="384"/>
                  </a:cubicBezTo>
                  <a:cubicBezTo>
                    <a:pt x="0" y="734"/>
                    <a:pt x="76" y="1161"/>
                    <a:pt x="176" y="1486"/>
                  </a:cubicBezTo>
                  <a:cubicBezTo>
                    <a:pt x="251" y="1762"/>
                    <a:pt x="376" y="2038"/>
                    <a:pt x="527" y="2288"/>
                  </a:cubicBezTo>
                  <a:cubicBezTo>
                    <a:pt x="627" y="2414"/>
                    <a:pt x="727" y="2539"/>
                    <a:pt x="853" y="2664"/>
                  </a:cubicBezTo>
                  <a:cubicBezTo>
                    <a:pt x="936" y="2727"/>
                    <a:pt x="1088" y="2858"/>
                    <a:pt x="1223" y="2858"/>
                  </a:cubicBezTo>
                  <a:cubicBezTo>
                    <a:pt x="1251" y="2858"/>
                    <a:pt x="1278" y="2853"/>
                    <a:pt x="1304" y="2840"/>
                  </a:cubicBezTo>
                  <a:cubicBezTo>
                    <a:pt x="1379" y="2790"/>
                    <a:pt x="1429" y="2614"/>
                    <a:pt x="1454" y="2539"/>
                  </a:cubicBezTo>
                  <a:cubicBezTo>
                    <a:pt x="1504" y="2414"/>
                    <a:pt x="1529" y="2313"/>
                    <a:pt x="1554" y="2188"/>
                  </a:cubicBezTo>
                  <a:cubicBezTo>
                    <a:pt x="1579" y="1963"/>
                    <a:pt x="1579" y="1712"/>
                    <a:pt x="1554" y="1486"/>
                  </a:cubicBezTo>
                  <a:cubicBezTo>
                    <a:pt x="1479" y="1010"/>
                    <a:pt x="1229" y="659"/>
                    <a:pt x="878" y="333"/>
                  </a:cubicBezTo>
                  <a:cubicBezTo>
                    <a:pt x="777" y="258"/>
                    <a:pt x="677" y="158"/>
                    <a:pt x="577" y="83"/>
                  </a:cubicBezTo>
                  <a:cubicBezTo>
                    <a:pt x="525" y="48"/>
                    <a:pt x="448" y="1"/>
                    <a:pt x="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5829850" y="3515591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55" y="0"/>
                  </a:moveTo>
                  <a:cubicBezTo>
                    <a:pt x="1807" y="0"/>
                    <a:pt x="1756" y="11"/>
                    <a:pt x="1704" y="21"/>
                  </a:cubicBezTo>
                  <a:cubicBezTo>
                    <a:pt x="1604" y="71"/>
                    <a:pt x="1479" y="96"/>
                    <a:pt x="1354" y="146"/>
                  </a:cubicBezTo>
                  <a:cubicBezTo>
                    <a:pt x="928" y="322"/>
                    <a:pt x="552" y="572"/>
                    <a:pt x="301" y="973"/>
                  </a:cubicBezTo>
                  <a:cubicBezTo>
                    <a:pt x="201" y="1174"/>
                    <a:pt x="100" y="1399"/>
                    <a:pt x="50" y="1625"/>
                  </a:cubicBezTo>
                  <a:cubicBezTo>
                    <a:pt x="25" y="1750"/>
                    <a:pt x="25" y="1875"/>
                    <a:pt x="25" y="2001"/>
                  </a:cubicBezTo>
                  <a:cubicBezTo>
                    <a:pt x="25" y="2076"/>
                    <a:pt x="0" y="2251"/>
                    <a:pt x="50" y="2327"/>
                  </a:cubicBezTo>
                  <a:cubicBezTo>
                    <a:pt x="91" y="2377"/>
                    <a:pt x="160" y="2395"/>
                    <a:pt x="237" y="2395"/>
                  </a:cubicBezTo>
                  <a:cubicBezTo>
                    <a:pt x="349" y="2395"/>
                    <a:pt x="477" y="2356"/>
                    <a:pt x="552" y="2327"/>
                  </a:cubicBezTo>
                  <a:cubicBezTo>
                    <a:pt x="702" y="2276"/>
                    <a:pt x="827" y="2201"/>
                    <a:pt x="953" y="2101"/>
                  </a:cubicBezTo>
                  <a:cubicBezTo>
                    <a:pt x="1203" y="1926"/>
                    <a:pt x="1404" y="1700"/>
                    <a:pt x="1579" y="1474"/>
                  </a:cubicBezTo>
                  <a:cubicBezTo>
                    <a:pt x="1805" y="1199"/>
                    <a:pt x="2030" y="848"/>
                    <a:pt x="2080" y="472"/>
                  </a:cubicBezTo>
                  <a:cubicBezTo>
                    <a:pt x="2080" y="347"/>
                    <a:pt x="2080" y="196"/>
                    <a:pt x="2030" y="96"/>
                  </a:cubicBezTo>
                  <a:cubicBezTo>
                    <a:pt x="1986" y="22"/>
                    <a:pt x="1924" y="0"/>
                    <a:pt x="1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5870616" y="3514273"/>
              <a:ext cx="51104" cy="41530"/>
            </a:xfrm>
            <a:custGeom>
              <a:avLst/>
              <a:gdLst/>
              <a:ahLst/>
              <a:cxnLst/>
              <a:rect l="l" t="t" r="r" b="b"/>
              <a:pathLst>
                <a:path w="2482" h="2017" extrusionOk="0">
                  <a:moveTo>
                    <a:pt x="264" y="1"/>
                  </a:moveTo>
                  <a:cubicBezTo>
                    <a:pt x="164" y="1"/>
                    <a:pt x="70" y="38"/>
                    <a:pt x="50" y="135"/>
                  </a:cubicBezTo>
                  <a:cubicBezTo>
                    <a:pt x="0" y="235"/>
                    <a:pt x="50" y="411"/>
                    <a:pt x="75" y="511"/>
                  </a:cubicBezTo>
                  <a:cubicBezTo>
                    <a:pt x="201" y="862"/>
                    <a:pt x="501" y="1162"/>
                    <a:pt x="752" y="1388"/>
                  </a:cubicBezTo>
                  <a:cubicBezTo>
                    <a:pt x="978" y="1589"/>
                    <a:pt x="1228" y="1764"/>
                    <a:pt x="1504" y="1864"/>
                  </a:cubicBezTo>
                  <a:cubicBezTo>
                    <a:pt x="1654" y="1939"/>
                    <a:pt x="1805" y="1990"/>
                    <a:pt x="1955" y="2015"/>
                  </a:cubicBezTo>
                  <a:cubicBezTo>
                    <a:pt x="1991" y="2015"/>
                    <a:pt x="2039" y="2017"/>
                    <a:pt x="2091" y="2017"/>
                  </a:cubicBezTo>
                  <a:cubicBezTo>
                    <a:pt x="2222" y="2017"/>
                    <a:pt x="2378" y="2004"/>
                    <a:pt x="2431" y="1914"/>
                  </a:cubicBezTo>
                  <a:cubicBezTo>
                    <a:pt x="2481" y="1814"/>
                    <a:pt x="2431" y="1664"/>
                    <a:pt x="2406" y="1589"/>
                  </a:cubicBezTo>
                  <a:cubicBezTo>
                    <a:pt x="2381" y="1463"/>
                    <a:pt x="2331" y="1338"/>
                    <a:pt x="2281" y="1238"/>
                  </a:cubicBezTo>
                  <a:cubicBezTo>
                    <a:pt x="2206" y="1012"/>
                    <a:pt x="2080" y="812"/>
                    <a:pt x="1905" y="636"/>
                  </a:cubicBezTo>
                  <a:cubicBezTo>
                    <a:pt x="1579" y="285"/>
                    <a:pt x="1178" y="135"/>
                    <a:pt x="727" y="60"/>
                  </a:cubicBezTo>
                  <a:cubicBezTo>
                    <a:pt x="602" y="35"/>
                    <a:pt x="476" y="10"/>
                    <a:pt x="351" y="10"/>
                  </a:cubicBezTo>
                  <a:cubicBezTo>
                    <a:pt x="323" y="4"/>
                    <a:pt x="293" y="1"/>
                    <a:pt x="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5804051" y="3428128"/>
              <a:ext cx="36135" cy="55572"/>
            </a:xfrm>
            <a:custGeom>
              <a:avLst/>
              <a:gdLst/>
              <a:ahLst/>
              <a:cxnLst/>
              <a:rect l="l" t="t" r="r" b="b"/>
              <a:pathLst>
                <a:path w="1755" h="2699" extrusionOk="0">
                  <a:moveTo>
                    <a:pt x="1467" y="0"/>
                  </a:moveTo>
                  <a:cubicBezTo>
                    <a:pt x="1402" y="0"/>
                    <a:pt x="1336" y="29"/>
                    <a:pt x="1278" y="58"/>
                  </a:cubicBezTo>
                  <a:cubicBezTo>
                    <a:pt x="1178" y="108"/>
                    <a:pt x="1053" y="184"/>
                    <a:pt x="952" y="259"/>
                  </a:cubicBezTo>
                  <a:cubicBezTo>
                    <a:pt x="551" y="509"/>
                    <a:pt x="251" y="835"/>
                    <a:pt x="100" y="1286"/>
                  </a:cubicBezTo>
                  <a:cubicBezTo>
                    <a:pt x="25" y="1512"/>
                    <a:pt x="0" y="1737"/>
                    <a:pt x="0" y="1988"/>
                  </a:cubicBezTo>
                  <a:cubicBezTo>
                    <a:pt x="0" y="2088"/>
                    <a:pt x="25" y="2214"/>
                    <a:pt x="50" y="2339"/>
                  </a:cubicBezTo>
                  <a:cubicBezTo>
                    <a:pt x="50" y="2414"/>
                    <a:pt x="75" y="2590"/>
                    <a:pt x="150" y="2665"/>
                  </a:cubicBezTo>
                  <a:cubicBezTo>
                    <a:pt x="180" y="2688"/>
                    <a:pt x="217" y="2698"/>
                    <a:pt x="257" y="2698"/>
                  </a:cubicBezTo>
                  <a:cubicBezTo>
                    <a:pt x="386" y="2698"/>
                    <a:pt x="550" y="2597"/>
                    <a:pt x="627" y="2539"/>
                  </a:cubicBezTo>
                  <a:cubicBezTo>
                    <a:pt x="752" y="2464"/>
                    <a:pt x="877" y="2364"/>
                    <a:pt x="978" y="2239"/>
                  </a:cubicBezTo>
                  <a:cubicBezTo>
                    <a:pt x="1178" y="2013"/>
                    <a:pt x="1328" y="1762"/>
                    <a:pt x="1454" y="1512"/>
                  </a:cubicBezTo>
                  <a:cubicBezTo>
                    <a:pt x="1604" y="1186"/>
                    <a:pt x="1754" y="785"/>
                    <a:pt x="1729" y="409"/>
                  </a:cubicBezTo>
                  <a:cubicBezTo>
                    <a:pt x="1704" y="309"/>
                    <a:pt x="1679" y="158"/>
                    <a:pt x="1604" y="58"/>
                  </a:cubicBezTo>
                  <a:cubicBezTo>
                    <a:pt x="1562" y="16"/>
                    <a:pt x="1515" y="0"/>
                    <a:pt x="1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5836562" y="3424072"/>
              <a:ext cx="56767" cy="34159"/>
            </a:xfrm>
            <a:custGeom>
              <a:avLst/>
              <a:gdLst/>
              <a:ahLst/>
              <a:cxnLst/>
              <a:rect l="l" t="t" r="r" b="b"/>
              <a:pathLst>
                <a:path w="2757" h="1659" extrusionOk="0">
                  <a:moveTo>
                    <a:pt x="818" y="0"/>
                  </a:moveTo>
                  <a:cubicBezTo>
                    <a:pt x="763" y="0"/>
                    <a:pt x="708" y="2"/>
                    <a:pt x="652" y="5"/>
                  </a:cubicBezTo>
                  <a:cubicBezTo>
                    <a:pt x="526" y="5"/>
                    <a:pt x="401" y="30"/>
                    <a:pt x="276" y="30"/>
                  </a:cubicBezTo>
                  <a:cubicBezTo>
                    <a:pt x="175" y="55"/>
                    <a:pt x="25" y="80"/>
                    <a:pt x="25" y="230"/>
                  </a:cubicBezTo>
                  <a:cubicBezTo>
                    <a:pt x="0" y="355"/>
                    <a:pt x="75" y="481"/>
                    <a:pt x="125" y="581"/>
                  </a:cubicBezTo>
                  <a:cubicBezTo>
                    <a:pt x="301" y="907"/>
                    <a:pt x="677" y="1132"/>
                    <a:pt x="977" y="1308"/>
                  </a:cubicBezTo>
                  <a:cubicBezTo>
                    <a:pt x="1253" y="1433"/>
                    <a:pt x="1529" y="1558"/>
                    <a:pt x="1805" y="1609"/>
                  </a:cubicBezTo>
                  <a:cubicBezTo>
                    <a:pt x="1955" y="1634"/>
                    <a:pt x="2130" y="1659"/>
                    <a:pt x="2281" y="1659"/>
                  </a:cubicBezTo>
                  <a:cubicBezTo>
                    <a:pt x="2406" y="1634"/>
                    <a:pt x="2682" y="1609"/>
                    <a:pt x="2732" y="1458"/>
                  </a:cubicBezTo>
                  <a:cubicBezTo>
                    <a:pt x="2757" y="1358"/>
                    <a:pt x="2657" y="1208"/>
                    <a:pt x="2632" y="1132"/>
                  </a:cubicBezTo>
                  <a:cubicBezTo>
                    <a:pt x="2581" y="1032"/>
                    <a:pt x="2506" y="932"/>
                    <a:pt x="2456" y="832"/>
                  </a:cubicBezTo>
                  <a:cubicBezTo>
                    <a:pt x="2306" y="631"/>
                    <a:pt x="2130" y="456"/>
                    <a:pt x="1955" y="330"/>
                  </a:cubicBezTo>
                  <a:cubicBezTo>
                    <a:pt x="1601" y="87"/>
                    <a:pt x="1228" y="0"/>
                    <a:pt x="8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5750890" y="3259502"/>
              <a:ext cx="46472" cy="46122"/>
            </a:xfrm>
            <a:custGeom>
              <a:avLst/>
              <a:gdLst/>
              <a:ahLst/>
              <a:cxnLst/>
              <a:rect l="l" t="t" r="r" b="b"/>
              <a:pathLst>
                <a:path w="2257" h="2240" extrusionOk="0">
                  <a:moveTo>
                    <a:pt x="1987" y="1"/>
                  </a:moveTo>
                  <a:cubicBezTo>
                    <a:pt x="1952" y="1"/>
                    <a:pt x="1916" y="3"/>
                    <a:pt x="1880" y="3"/>
                  </a:cubicBezTo>
                  <a:cubicBezTo>
                    <a:pt x="1780" y="53"/>
                    <a:pt x="1630" y="78"/>
                    <a:pt x="1504" y="103"/>
                  </a:cubicBezTo>
                  <a:cubicBezTo>
                    <a:pt x="1078" y="228"/>
                    <a:pt x="677" y="454"/>
                    <a:pt x="402" y="830"/>
                  </a:cubicBezTo>
                  <a:cubicBezTo>
                    <a:pt x="276" y="1030"/>
                    <a:pt x="176" y="1256"/>
                    <a:pt x="101" y="1481"/>
                  </a:cubicBezTo>
                  <a:cubicBezTo>
                    <a:pt x="76" y="1582"/>
                    <a:pt x="51" y="1707"/>
                    <a:pt x="26" y="1832"/>
                  </a:cubicBezTo>
                  <a:cubicBezTo>
                    <a:pt x="26" y="1907"/>
                    <a:pt x="1" y="2083"/>
                    <a:pt x="51" y="2158"/>
                  </a:cubicBezTo>
                  <a:cubicBezTo>
                    <a:pt x="88" y="2221"/>
                    <a:pt x="176" y="2239"/>
                    <a:pt x="270" y="2239"/>
                  </a:cubicBezTo>
                  <a:cubicBezTo>
                    <a:pt x="364" y="2239"/>
                    <a:pt x="464" y="2221"/>
                    <a:pt x="527" y="2208"/>
                  </a:cubicBezTo>
                  <a:cubicBezTo>
                    <a:pt x="677" y="2158"/>
                    <a:pt x="828" y="2083"/>
                    <a:pt x="953" y="2008"/>
                  </a:cubicBezTo>
                  <a:cubicBezTo>
                    <a:pt x="1204" y="1857"/>
                    <a:pt x="1429" y="1657"/>
                    <a:pt x="1630" y="1456"/>
                  </a:cubicBezTo>
                  <a:cubicBezTo>
                    <a:pt x="1880" y="1181"/>
                    <a:pt x="2131" y="855"/>
                    <a:pt x="2206" y="504"/>
                  </a:cubicBezTo>
                  <a:cubicBezTo>
                    <a:pt x="2231" y="379"/>
                    <a:pt x="2256" y="228"/>
                    <a:pt x="2206" y="103"/>
                  </a:cubicBezTo>
                  <a:cubicBezTo>
                    <a:pt x="2152" y="13"/>
                    <a:pt x="2073" y="1"/>
                    <a:pt x="1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5795260" y="3258761"/>
              <a:ext cx="47501" cy="44804"/>
            </a:xfrm>
            <a:custGeom>
              <a:avLst/>
              <a:gdLst/>
              <a:ahLst/>
              <a:cxnLst/>
              <a:rect l="l" t="t" r="r" b="b"/>
              <a:pathLst>
                <a:path w="2307" h="2176" extrusionOk="0">
                  <a:moveTo>
                    <a:pt x="238" y="0"/>
                  </a:moveTo>
                  <a:cubicBezTo>
                    <a:pt x="156" y="0"/>
                    <a:pt x="86" y="27"/>
                    <a:pt x="51" y="114"/>
                  </a:cubicBezTo>
                  <a:cubicBezTo>
                    <a:pt x="1" y="239"/>
                    <a:pt x="26" y="389"/>
                    <a:pt x="51" y="490"/>
                  </a:cubicBezTo>
                  <a:cubicBezTo>
                    <a:pt x="126" y="841"/>
                    <a:pt x="402" y="1191"/>
                    <a:pt x="653" y="1442"/>
                  </a:cubicBezTo>
                  <a:cubicBezTo>
                    <a:pt x="853" y="1643"/>
                    <a:pt x="1079" y="1843"/>
                    <a:pt x="1329" y="1968"/>
                  </a:cubicBezTo>
                  <a:cubicBezTo>
                    <a:pt x="1480" y="2044"/>
                    <a:pt x="1630" y="2119"/>
                    <a:pt x="1780" y="2144"/>
                  </a:cubicBezTo>
                  <a:cubicBezTo>
                    <a:pt x="1843" y="2156"/>
                    <a:pt x="1943" y="2175"/>
                    <a:pt x="2037" y="2175"/>
                  </a:cubicBezTo>
                  <a:cubicBezTo>
                    <a:pt x="2131" y="2175"/>
                    <a:pt x="2219" y="2156"/>
                    <a:pt x="2257" y="2094"/>
                  </a:cubicBezTo>
                  <a:cubicBezTo>
                    <a:pt x="2307" y="2019"/>
                    <a:pt x="2282" y="1843"/>
                    <a:pt x="2257" y="1768"/>
                  </a:cubicBezTo>
                  <a:cubicBezTo>
                    <a:pt x="2257" y="1643"/>
                    <a:pt x="2232" y="1517"/>
                    <a:pt x="2181" y="1392"/>
                  </a:cubicBezTo>
                  <a:cubicBezTo>
                    <a:pt x="2106" y="1166"/>
                    <a:pt x="2006" y="966"/>
                    <a:pt x="1856" y="790"/>
                  </a:cubicBezTo>
                  <a:cubicBezTo>
                    <a:pt x="1555" y="415"/>
                    <a:pt x="1179" y="214"/>
                    <a:pt x="728" y="89"/>
                  </a:cubicBezTo>
                  <a:cubicBezTo>
                    <a:pt x="603" y="64"/>
                    <a:pt x="477" y="39"/>
                    <a:pt x="352" y="14"/>
                  </a:cubicBezTo>
                  <a:cubicBezTo>
                    <a:pt x="313" y="6"/>
                    <a:pt x="274" y="0"/>
                    <a:pt x="2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5766373" y="3345338"/>
              <a:ext cx="37700" cy="53822"/>
            </a:xfrm>
            <a:custGeom>
              <a:avLst/>
              <a:gdLst/>
              <a:ahLst/>
              <a:cxnLst/>
              <a:rect l="l" t="t" r="r" b="b"/>
              <a:pathLst>
                <a:path w="1831" h="2614" extrusionOk="0">
                  <a:moveTo>
                    <a:pt x="1564" y="0"/>
                  </a:moveTo>
                  <a:cubicBezTo>
                    <a:pt x="1511" y="0"/>
                    <a:pt x="1454" y="19"/>
                    <a:pt x="1404" y="44"/>
                  </a:cubicBezTo>
                  <a:cubicBezTo>
                    <a:pt x="1279" y="94"/>
                    <a:pt x="1153" y="169"/>
                    <a:pt x="1053" y="220"/>
                  </a:cubicBezTo>
                  <a:cubicBezTo>
                    <a:pt x="652" y="470"/>
                    <a:pt x="326" y="771"/>
                    <a:pt x="151" y="1197"/>
                  </a:cubicBezTo>
                  <a:cubicBezTo>
                    <a:pt x="51" y="1423"/>
                    <a:pt x="0" y="1648"/>
                    <a:pt x="0" y="1899"/>
                  </a:cubicBezTo>
                  <a:cubicBezTo>
                    <a:pt x="0" y="1999"/>
                    <a:pt x="0" y="2124"/>
                    <a:pt x="26" y="2250"/>
                  </a:cubicBezTo>
                  <a:cubicBezTo>
                    <a:pt x="26" y="2350"/>
                    <a:pt x="51" y="2500"/>
                    <a:pt x="101" y="2575"/>
                  </a:cubicBezTo>
                  <a:cubicBezTo>
                    <a:pt x="135" y="2603"/>
                    <a:pt x="178" y="2613"/>
                    <a:pt x="225" y="2613"/>
                  </a:cubicBezTo>
                  <a:cubicBezTo>
                    <a:pt x="351" y="2613"/>
                    <a:pt x="504" y="2537"/>
                    <a:pt x="577" y="2500"/>
                  </a:cubicBezTo>
                  <a:cubicBezTo>
                    <a:pt x="727" y="2425"/>
                    <a:pt x="853" y="2325"/>
                    <a:pt x="978" y="2200"/>
                  </a:cubicBezTo>
                  <a:cubicBezTo>
                    <a:pt x="1178" y="1999"/>
                    <a:pt x="1354" y="1748"/>
                    <a:pt x="1479" y="1498"/>
                  </a:cubicBezTo>
                  <a:cubicBezTo>
                    <a:pt x="1655" y="1197"/>
                    <a:pt x="1830" y="796"/>
                    <a:pt x="1805" y="445"/>
                  </a:cubicBezTo>
                  <a:cubicBezTo>
                    <a:pt x="1805" y="320"/>
                    <a:pt x="1780" y="169"/>
                    <a:pt x="1705" y="69"/>
                  </a:cubicBezTo>
                  <a:cubicBezTo>
                    <a:pt x="1667" y="19"/>
                    <a:pt x="1617" y="0"/>
                    <a:pt x="1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5800942" y="3342106"/>
              <a:ext cx="55243" cy="36156"/>
            </a:xfrm>
            <a:custGeom>
              <a:avLst/>
              <a:gdLst/>
              <a:ahLst/>
              <a:cxnLst/>
              <a:rect l="l" t="t" r="r" b="b"/>
              <a:pathLst>
                <a:path w="2683" h="1756" extrusionOk="0">
                  <a:moveTo>
                    <a:pt x="677" y="1"/>
                  </a:moveTo>
                  <a:cubicBezTo>
                    <a:pt x="552" y="1"/>
                    <a:pt x="427" y="1"/>
                    <a:pt x="301" y="26"/>
                  </a:cubicBezTo>
                  <a:cubicBezTo>
                    <a:pt x="176" y="26"/>
                    <a:pt x="51" y="51"/>
                    <a:pt x="26" y="201"/>
                  </a:cubicBezTo>
                  <a:cubicBezTo>
                    <a:pt x="1" y="301"/>
                    <a:pt x="76" y="452"/>
                    <a:pt x="126" y="577"/>
                  </a:cubicBezTo>
                  <a:cubicBezTo>
                    <a:pt x="276" y="878"/>
                    <a:pt x="627" y="1154"/>
                    <a:pt x="928" y="1329"/>
                  </a:cubicBezTo>
                  <a:cubicBezTo>
                    <a:pt x="1179" y="1479"/>
                    <a:pt x="1454" y="1605"/>
                    <a:pt x="1730" y="1680"/>
                  </a:cubicBezTo>
                  <a:cubicBezTo>
                    <a:pt x="1880" y="1730"/>
                    <a:pt x="2056" y="1755"/>
                    <a:pt x="2206" y="1755"/>
                  </a:cubicBezTo>
                  <a:cubicBezTo>
                    <a:pt x="2332" y="1755"/>
                    <a:pt x="2607" y="1730"/>
                    <a:pt x="2657" y="1580"/>
                  </a:cubicBezTo>
                  <a:cubicBezTo>
                    <a:pt x="2682" y="1479"/>
                    <a:pt x="2607" y="1329"/>
                    <a:pt x="2582" y="1254"/>
                  </a:cubicBezTo>
                  <a:cubicBezTo>
                    <a:pt x="2532" y="1154"/>
                    <a:pt x="2482" y="1028"/>
                    <a:pt x="2407" y="928"/>
                  </a:cubicBezTo>
                  <a:cubicBezTo>
                    <a:pt x="2281" y="727"/>
                    <a:pt x="2131" y="552"/>
                    <a:pt x="1956" y="402"/>
                  </a:cubicBezTo>
                  <a:cubicBezTo>
                    <a:pt x="1580" y="101"/>
                    <a:pt x="1154" y="1"/>
                    <a:pt x="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5769462" y="3145499"/>
              <a:ext cx="53699" cy="38215"/>
            </a:xfrm>
            <a:custGeom>
              <a:avLst/>
              <a:gdLst/>
              <a:ahLst/>
              <a:cxnLst/>
              <a:rect l="l" t="t" r="r" b="b"/>
              <a:pathLst>
                <a:path w="2608" h="1856" extrusionOk="0">
                  <a:moveTo>
                    <a:pt x="2307" y="1"/>
                  </a:moveTo>
                  <a:cubicBezTo>
                    <a:pt x="2181" y="1"/>
                    <a:pt x="2031" y="1"/>
                    <a:pt x="1906" y="26"/>
                  </a:cubicBezTo>
                  <a:cubicBezTo>
                    <a:pt x="1454" y="51"/>
                    <a:pt x="1028" y="176"/>
                    <a:pt x="678" y="502"/>
                  </a:cubicBezTo>
                  <a:cubicBezTo>
                    <a:pt x="502" y="652"/>
                    <a:pt x="352" y="828"/>
                    <a:pt x="226" y="1053"/>
                  </a:cubicBezTo>
                  <a:cubicBezTo>
                    <a:pt x="176" y="1154"/>
                    <a:pt x="126" y="1254"/>
                    <a:pt x="101" y="1379"/>
                  </a:cubicBezTo>
                  <a:cubicBezTo>
                    <a:pt x="76" y="1454"/>
                    <a:pt x="1" y="1630"/>
                    <a:pt x="26" y="1705"/>
                  </a:cubicBezTo>
                  <a:cubicBezTo>
                    <a:pt x="76" y="1855"/>
                    <a:pt x="377" y="1855"/>
                    <a:pt x="502" y="1855"/>
                  </a:cubicBezTo>
                  <a:cubicBezTo>
                    <a:pt x="652" y="1830"/>
                    <a:pt x="803" y="1805"/>
                    <a:pt x="953" y="1755"/>
                  </a:cubicBezTo>
                  <a:cubicBezTo>
                    <a:pt x="1254" y="1655"/>
                    <a:pt x="1505" y="1530"/>
                    <a:pt x="1730" y="1354"/>
                  </a:cubicBezTo>
                  <a:cubicBezTo>
                    <a:pt x="2031" y="1154"/>
                    <a:pt x="2357" y="878"/>
                    <a:pt x="2507" y="552"/>
                  </a:cubicBezTo>
                  <a:cubicBezTo>
                    <a:pt x="2557" y="427"/>
                    <a:pt x="2607" y="276"/>
                    <a:pt x="2582" y="151"/>
                  </a:cubicBezTo>
                  <a:cubicBezTo>
                    <a:pt x="2557" y="26"/>
                    <a:pt x="2407" y="1"/>
                    <a:pt x="23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5821079" y="3146673"/>
              <a:ext cx="39224" cy="52360"/>
            </a:xfrm>
            <a:custGeom>
              <a:avLst/>
              <a:gdLst/>
              <a:ahLst/>
              <a:cxnLst/>
              <a:rect l="l" t="t" r="r" b="b"/>
              <a:pathLst>
                <a:path w="1905" h="2543" extrusionOk="0">
                  <a:moveTo>
                    <a:pt x="229" y="0"/>
                  </a:moveTo>
                  <a:cubicBezTo>
                    <a:pt x="169" y="0"/>
                    <a:pt x="113" y="19"/>
                    <a:pt x="75" y="69"/>
                  </a:cubicBezTo>
                  <a:cubicBezTo>
                    <a:pt x="0" y="169"/>
                    <a:pt x="0" y="345"/>
                    <a:pt x="0" y="445"/>
                  </a:cubicBezTo>
                  <a:cubicBezTo>
                    <a:pt x="0" y="821"/>
                    <a:pt x="201" y="1197"/>
                    <a:pt x="376" y="1498"/>
                  </a:cubicBezTo>
                  <a:cubicBezTo>
                    <a:pt x="552" y="1748"/>
                    <a:pt x="727" y="1974"/>
                    <a:pt x="953" y="2174"/>
                  </a:cubicBezTo>
                  <a:cubicBezTo>
                    <a:pt x="1078" y="2275"/>
                    <a:pt x="1203" y="2375"/>
                    <a:pt x="1354" y="2450"/>
                  </a:cubicBezTo>
                  <a:cubicBezTo>
                    <a:pt x="1423" y="2485"/>
                    <a:pt x="1563" y="2543"/>
                    <a:pt x="1685" y="2543"/>
                  </a:cubicBezTo>
                  <a:cubicBezTo>
                    <a:pt x="1740" y="2543"/>
                    <a:pt x="1791" y="2531"/>
                    <a:pt x="1830" y="2500"/>
                  </a:cubicBezTo>
                  <a:cubicBezTo>
                    <a:pt x="1880" y="2425"/>
                    <a:pt x="1880" y="2249"/>
                    <a:pt x="1905" y="2174"/>
                  </a:cubicBezTo>
                  <a:cubicBezTo>
                    <a:pt x="1905" y="2049"/>
                    <a:pt x="1905" y="1924"/>
                    <a:pt x="1905" y="1798"/>
                  </a:cubicBezTo>
                  <a:cubicBezTo>
                    <a:pt x="1880" y="1573"/>
                    <a:pt x="1805" y="1322"/>
                    <a:pt x="1704" y="1122"/>
                  </a:cubicBezTo>
                  <a:cubicBezTo>
                    <a:pt x="1504" y="696"/>
                    <a:pt x="1153" y="420"/>
                    <a:pt x="752" y="194"/>
                  </a:cubicBezTo>
                  <a:cubicBezTo>
                    <a:pt x="627" y="144"/>
                    <a:pt x="501" y="94"/>
                    <a:pt x="401" y="44"/>
                  </a:cubicBezTo>
                  <a:cubicBezTo>
                    <a:pt x="351" y="19"/>
                    <a:pt x="288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5796310" y="3040226"/>
              <a:ext cx="53678" cy="38215"/>
            </a:xfrm>
            <a:custGeom>
              <a:avLst/>
              <a:gdLst/>
              <a:ahLst/>
              <a:cxnLst/>
              <a:rect l="l" t="t" r="r" b="b"/>
              <a:pathLst>
                <a:path w="2607" h="1856" extrusionOk="0">
                  <a:moveTo>
                    <a:pt x="2306" y="1"/>
                  </a:moveTo>
                  <a:cubicBezTo>
                    <a:pt x="2181" y="1"/>
                    <a:pt x="2055" y="1"/>
                    <a:pt x="1905" y="26"/>
                  </a:cubicBezTo>
                  <a:cubicBezTo>
                    <a:pt x="1454" y="51"/>
                    <a:pt x="1028" y="176"/>
                    <a:pt x="677" y="477"/>
                  </a:cubicBezTo>
                  <a:cubicBezTo>
                    <a:pt x="501" y="653"/>
                    <a:pt x="351" y="828"/>
                    <a:pt x="226" y="1054"/>
                  </a:cubicBezTo>
                  <a:cubicBezTo>
                    <a:pt x="176" y="1154"/>
                    <a:pt x="125" y="1254"/>
                    <a:pt x="100" y="1379"/>
                  </a:cubicBezTo>
                  <a:cubicBezTo>
                    <a:pt x="75" y="1455"/>
                    <a:pt x="0" y="1605"/>
                    <a:pt x="25" y="1705"/>
                  </a:cubicBezTo>
                  <a:cubicBezTo>
                    <a:pt x="100" y="1856"/>
                    <a:pt x="376" y="1856"/>
                    <a:pt x="501" y="1856"/>
                  </a:cubicBezTo>
                  <a:cubicBezTo>
                    <a:pt x="652" y="1830"/>
                    <a:pt x="802" y="1805"/>
                    <a:pt x="953" y="1755"/>
                  </a:cubicBezTo>
                  <a:cubicBezTo>
                    <a:pt x="1253" y="1655"/>
                    <a:pt x="1504" y="1505"/>
                    <a:pt x="1755" y="1354"/>
                  </a:cubicBezTo>
                  <a:cubicBezTo>
                    <a:pt x="2030" y="1154"/>
                    <a:pt x="2356" y="878"/>
                    <a:pt x="2506" y="552"/>
                  </a:cubicBezTo>
                  <a:cubicBezTo>
                    <a:pt x="2557" y="427"/>
                    <a:pt x="2607" y="277"/>
                    <a:pt x="2582" y="151"/>
                  </a:cubicBezTo>
                  <a:cubicBezTo>
                    <a:pt x="2557" y="26"/>
                    <a:pt x="2406" y="1"/>
                    <a:pt x="2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5847906" y="3041400"/>
              <a:ext cx="39245" cy="52216"/>
            </a:xfrm>
            <a:custGeom>
              <a:avLst/>
              <a:gdLst/>
              <a:ahLst/>
              <a:cxnLst/>
              <a:rect l="l" t="t" r="r" b="b"/>
              <a:pathLst>
                <a:path w="1906" h="2536" extrusionOk="0">
                  <a:moveTo>
                    <a:pt x="229" y="0"/>
                  </a:moveTo>
                  <a:cubicBezTo>
                    <a:pt x="170" y="0"/>
                    <a:pt x="113" y="19"/>
                    <a:pt x="76" y="69"/>
                  </a:cubicBezTo>
                  <a:cubicBezTo>
                    <a:pt x="0" y="169"/>
                    <a:pt x="0" y="320"/>
                    <a:pt x="0" y="445"/>
                  </a:cubicBezTo>
                  <a:cubicBezTo>
                    <a:pt x="0" y="821"/>
                    <a:pt x="201" y="1197"/>
                    <a:pt x="376" y="1498"/>
                  </a:cubicBezTo>
                  <a:cubicBezTo>
                    <a:pt x="552" y="1748"/>
                    <a:pt x="727" y="1974"/>
                    <a:pt x="953" y="2174"/>
                  </a:cubicBezTo>
                  <a:cubicBezTo>
                    <a:pt x="1078" y="2275"/>
                    <a:pt x="1203" y="2375"/>
                    <a:pt x="1354" y="2450"/>
                  </a:cubicBezTo>
                  <a:cubicBezTo>
                    <a:pt x="1418" y="2483"/>
                    <a:pt x="1546" y="2536"/>
                    <a:pt x="1662" y="2536"/>
                  </a:cubicBezTo>
                  <a:cubicBezTo>
                    <a:pt x="1725" y="2536"/>
                    <a:pt x="1786" y="2520"/>
                    <a:pt x="1830" y="2475"/>
                  </a:cubicBezTo>
                  <a:cubicBezTo>
                    <a:pt x="1880" y="2425"/>
                    <a:pt x="1880" y="2250"/>
                    <a:pt x="1905" y="2149"/>
                  </a:cubicBezTo>
                  <a:cubicBezTo>
                    <a:pt x="1905" y="2049"/>
                    <a:pt x="1905" y="1924"/>
                    <a:pt x="1905" y="1799"/>
                  </a:cubicBezTo>
                  <a:cubicBezTo>
                    <a:pt x="1880" y="1573"/>
                    <a:pt x="1805" y="1322"/>
                    <a:pt x="1705" y="1122"/>
                  </a:cubicBezTo>
                  <a:cubicBezTo>
                    <a:pt x="1504" y="696"/>
                    <a:pt x="1153" y="395"/>
                    <a:pt x="752" y="195"/>
                  </a:cubicBezTo>
                  <a:cubicBezTo>
                    <a:pt x="627" y="144"/>
                    <a:pt x="502" y="94"/>
                    <a:pt x="401" y="44"/>
                  </a:cubicBezTo>
                  <a:cubicBezTo>
                    <a:pt x="351" y="19"/>
                    <a:pt x="289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5810743" y="2925214"/>
              <a:ext cx="40789" cy="51043"/>
            </a:xfrm>
            <a:custGeom>
              <a:avLst/>
              <a:gdLst/>
              <a:ahLst/>
              <a:cxnLst/>
              <a:rect l="l" t="t" r="r" b="b"/>
              <a:pathLst>
                <a:path w="1981" h="2479" extrusionOk="0">
                  <a:moveTo>
                    <a:pt x="1733" y="1"/>
                  </a:moveTo>
                  <a:cubicBezTo>
                    <a:pt x="1680" y="1"/>
                    <a:pt x="1625" y="12"/>
                    <a:pt x="1580" y="23"/>
                  </a:cubicBezTo>
                  <a:cubicBezTo>
                    <a:pt x="1455" y="73"/>
                    <a:pt x="1354" y="123"/>
                    <a:pt x="1229" y="173"/>
                  </a:cubicBezTo>
                  <a:cubicBezTo>
                    <a:pt x="803" y="374"/>
                    <a:pt x="452" y="650"/>
                    <a:pt x="226" y="1051"/>
                  </a:cubicBezTo>
                  <a:cubicBezTo>
                    <a:pt x="126" y="1276"/>
                    <a:pt x="51" y="1502"/>
                    <a:pt x="26" y="1727"/>
                  </a:cubicBezTo>
                  <a:cubicBezTo>
                    <a:pt x="1" y="1853"/>
                    <a:pt x="1" y="1978"/>
                    <a:pt x="1" y="2103"/>
                  </a:cubicBezTo>
                  <a:cubicBezTo>
                    <a:pt x="1" y="2178"/>
                    <a:pt x="1" y="2354"/>
                    <a:pt x="51" y="2429"/>
                  </a:cubicBezTo>
                  <a:cubicBezTo>
                    <a:pt x="96" y="2465"/>
                    <a:pt x="157" y="2478"/>
                    <a:pt x="223" y="2478"/>
                  </a:cubicBezTo>
                  <a:cubicBezTo>
                    <a:pt x="340" y="2478"/>
                    <a:pt x="472" y="2436"/>
                    <a:pt x="552" y="2404"/>
                  </a:cubicBezTo>
                  <a:cubicBezTo>
                    <a:pt x="678" y="2329"/>
                    <a:pt x="828" y="2228"/>
                    <a:pt x="953" y="2128"/>
                  </a:cubicBezTo>
                  <a:cubicBezTo>
                    <a:pt x="1179" y="1953"/>
                    <a:pt x="1379" y="1727"/>
                    <a:pt x="1530" y="1477"/>
                  </a:cubicBezTo>
                  <a:cubicBezTo>
                    <a:pt x="1730" y="1201"/>
                    <a:pt x="1956" y="825"/>
                    <a:pt x="1956" y="449"/>
                  </a:cubicBezTo>
                  <a:cubicBezTo>
                    <a:pt x="1981" y="349"/>
                    <a:pt x="1956" y="173"/>
                    <a:pt x="1906" y="73"/>
                  </a:cubicBezTo>
                  <a:cubicBezTo>
                    <a:pt x="1864" y="18"/>
                    <a:pt x="1800" y="1"/>
                    <a:pt x="17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5848936" y="2923094"/>
              <a:ext cx="52649" cy="39492"/>
            </a:xfrm>
            <a:custGeom>
              <a:avLst/>
              <a:gdLst/>
              <a:ahLst/>
              <a:cxnLst/>
              <a:rect l="l" t="t" r="r" b="b"/>
              <a:pathLst>
                <a:path w="2557" h="1918" extrusionOk="0">
                  <a:moveTo>
                    <a:pt x="326" y="1"/>
                  </a:moveTo>
                  <a:cubicBezTo>
                    <a:pt x="201" y="1"/>
                    <a:pt x="76" y="26"/>
                    <a:pt x="51" y="151"/>
                  </a:cubicBezTo>
                  <a:cubicBezTo>
                    <a:pt x="1" y="276"/>
                    <a:pt x="51" y="427"/>
                    <a:pt x="101" y="527"/>
                  </a:cubicBezTo>
                  <a:cubicBezTo>
                    <a:pt x="226" y="878"/>
                    <a:pt x="552" y="1154"/>
                    <a:pt x="828" y="1379"/>
                  </a:cubicBezTo>
                  <a:cubicBezTo>
                    <a:pt x="1053" y="1555"/>
                    <a:pt x="1329" y="1705"/>
                    <a:pt x="1605" y="1805"/>
                  </a:cubicBezTo>
                  <a:cubicBezTo>
                    <a:pt x="1755" y="1855"/>
                    <a:pt x="1905" y="1905"/>
                    <a:pt x="2056" y="1905"/>
                  </a:cubicBezTo>
                  <a:cubicBezTo>
                    <a:pt x="2092" y="1913"/>
                    <a:pt x="2141" y="1918"/>
                    <a:pt x="2194" y="1918"/>
                  </a:cubicBezTo>
                  <a:cubicBezTo>
                    <a:pt x="2324" y="1918"/>
                    <a:pt x="2478" y="1887"/>
                    <a:pt x="2532" y="1780"/>
                  </a:cubicBezTo>
                  <a:cubicBezTo>
                    <a:pt x="2557" y="1705"/>
                    <a:pt x="2507" y="1555"/>
                    <a:pt x="2482" y="1454"/>
                  </a:cubicBezTo>
                  <a:cubicBezTo>
                    <a:pt x="2432" y="1354"/>
                    <a:pt x="2407" y="1229"/>
                    <a:pt x="2356" y="1128"/>
                  </a:cubicBezTo>
                  <a:cubicBezTo>
                    <a:pt x="2231" y="903"/>
                    <a:pt x="2106" y="702"/>
                    <a:pt x="1930" y="552"/>
                  </a:cubicBezTo>
                  <a:cubicBezTo>
                    <a:pt x="1579" y="226"/>
                    <a:pt x="1178" y="76"/>
                    <a:pt x="702" y="26"/>
                  </a:cubicBezTo>
                  <a:cubicBezTo>
                    <a:pt x="577" y="26"/>
                    <a:pt x="452" y="1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5777718" y="2806311"/>
              <a:ext cx="36156" cy="56087"/>
            </a:xfrm>
            <a:custGeom>
              <a:avLst/>
              <a:gdLst/>
              <a:ahLst/>
              <a:cxnLst/>
              <a:rect l="l" t="t" r="r" b="b"/>
              <a:pathLst>
                <a:path w="1756" h="2724" extrusionOk="0">
                  <a:moveTo>
                    <a:pt x="1443" y="1"/>
                  </a:moveTo>
                  <a:cubicBezTo>
                    <a:pt x="1378" y="1"/>
                    <a:pt x="1312" y="30"/>
                    <a:pt x="1254" y="59"/>
                  </a:cubicBezTo>
                  <a:cubicBezTo>
                    <a:pt x="1154" y="134"/>
                    <a:pt x="1028" y="209"/>
                    <a:pt x="928" y="284"/>
                  </a:cubicBezTo>
                  <a:cubicBezTo>
                    <a:pt x="552" y="535"/>
                    <a:pt x="251" y="861"/>
                    <a:pt x="101" y="1312"/>
                  </a:cubicBezTo>
                  <a:cubicBezTo>
                    <a:pt x="26" y="1537"/>
                    <a:pt x="1" y="1788"/>
                    <a:pt x="26" y="2013"/>
                  </a:cubicBezTo>
                  <a:cubicBezTo>
                    <a:pt x="26" y="2139"/>
                    <a:pt x="26" y="2264"/>
                    <a:pt x="51" y="2364"/>
                  </a:cubicBezTo>
                  <a:cubicBezTo>
                    <a:pt x="76" y="2465"/>
                    <a:pt x="101" y="2615"/>
                    <a:pt x="176" y="2690"/>
                  </a:cubicBezTo>
                  <a:cubicBezTo>
                    <a:pt x="206" y="2714"/>
                    <a:pt x="241" y="2724"/>
                    <a:pt x="279" y="2724"/>
                  </a:cubicBezTo>
                  <a:cubicBezTo>
                    <a:pt x="403" y="2724"/>
                    <a:pt x="557" y="2622"/>
                    <a:pt x="652" y="2565"/>
                  </a:cubicBezTo>
                  <a:cubicBezTo>
                    <a:pt x="778" y="2490"/>
                    <a:pt x="903" y="2364"/>
                    <a:pt x="1003" y="2264"/>
                  </a:cubicBezTo>
                  <a:cubicBezTo>
                    <a:pt x="1204" y="2039"/>
                    <a:pt x="1354" y="1763"/>
                    <a:pt x="1455" y="1512"/>
                  </a:cubicBezTo>
                  <a:cubicBezTo>
                    <a:pt x="1605" y="1186"/>
                    <a:pt x="1755" y="785"/>
                    <a:pt x="1705" y="409"/>
                  </a:cubicBezTo>
                  <a:cubicBezTo>
                    <a:pt x="1705" y="309"/>
                    <a:pt x="1655" y="159"/>
                    <a:pt x="1580" y="59"/>
                  </a:cubicBezTo>
                  <a:cubicBezTo>
                    <a:pt x="1537" y="16"/>
                    <a:pt x="1491" y="1"/>
                    <a:pt x="1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5809713" y="2801741"/>
              <a:ext cx="56787" cy="33871"/>
            </a:xfrm>
            <a:custGeom>
              <a:avLst/>
              <a:gdLst/>
              <a:ahLst/>
              <a:cxnLst/>
              <a:rect l="l" t="t" r="r" b="b"/>
              <a:pathLst>
                <a:path w="2758" h="1645" extrusionOk="0">
                  <a:moveTo>
                    <a:pt x="821" y="0"/>
                  </a:moveTo>
                  <a:cubicBezTo>
                    <a:pt x="766" y="0"/>
                    <a:pt x="709" y="2"/>
                    <a:pt x="652" y="5"/>
                  </a:cubicBezTo>
                  <a:cubicBezTo>
                    <a:pt x="527" y="30"/>
                    <a:pt x="402" y="30"/>
                    <a:pt x="276" y="55"/>
                  </a:cubicBezTo>
                  <a:cubicBezTo>
                    <a:pt x="151" y="80"/>
                    <a:pt x="26" y="130"/>
                    <a:pt x="26" y="255"/>
                  </a:cubicBezTo>
                  <a:cubicBezTo>
                    <a:pt x="1" y="381"/>
                    <a:pt x="76" y="506"/>
                    <a:pt x="126" y="606"/>
                  </a:cubicBezTo>
                  <a:cubicBezTo>
                    <a:pt x="327" y="932"/>
                    <a:pt x="703" y="1158"/>
                    <a:pt x="1003" y="1308"/>
                  </a:cubicBezTo>
                  <a:cubicBezTo>
                    <a:pt x="1254" y="1459"/>
                    <a:pt x="1555" y="1559"/>
                    <a:pt x="1830" y="1609"/>
                  </a:cubicBezTo>
                  <a:cubicBezTo>
                    <a:pt x="1937" y="1627"/>
                    <a:pt x="2056" y="1644"/>
                    <a:pt x="2169" y="1644"/>
                  </a:cubicBezTo>
                  <a:cubicBezTo>
                    <a:pt x="2216" y="1644"/>
                    <a:pt x="2262" y="1641"/>
                    <a:pt x="2307" y="1634"/>
                  </a:cubicBezTo>
                  <a:cubicBezTo>
                    <a:pt x="2432" y="1634"/>
                    <a:pt x="2708" y="1584"/>
                    <a:pt x="2758" y="1433"/>
                  </a:cubicBezTo>
                  <a:cubicBezTo>
                    <a:pt x="2758" y="1333"/>
                    <a:pt x="2682" y="1208"/>
                    <a:pt x="2632" y="1108"/>
                  </a:cubicBezTo>
                  <a:cubicBezTo>
                    <a:pt x="2582" y="1007"/>
                    <a:pt x="2532" y="907"/>
                    <a:pt x="2457" y="807"/>
                  </a:cubicBezTo>
                  <a:cubicBezTo>
                    <a:pt x="2307" y="606"/>
                    <a:pt x="2131" y="456"/>
                    <a:pt x="1931" y="306"/>
                  </a:cubicBezTo>
                  <a:cubicBezTo>
                    <a:pt x="1600" y="85"/>
                    <a:pt x="1230" y="0"/>
                    <a:pt x="8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5742634" y="2718601"/>
              <a:ext cx="36135" cy="56067"/>
            </a:xfrm>
            <a:custGeom>
              <a:avLst/>
              <a:gdLst/>
              <a:ahLst/>
              <a:cxnLst/>
              <a:rect l="l" t="t" r="r" b="b"/>
              <a:pathLst>
                <a:path w="1755" h="2723" extrusionOk="0">
                  <a:moveTo>
                    <a:pt x="1438" y="0"/>
                  </a:moveTo>
                  <a:cubicBezTo>
                    <a:pt x="1378" y="0"/>
                    <a:pt x="1312" y="29"/>
                    <a:pt x="1254" y="58"/>
                  </a:cubicBezTo>
                  <a:cubicBezTo>
                    <a:pt x="1128" y="133"/>
                    <a:pt x="1028" y="208"/>
                    <a:pt x="928" y="283"/>
                  </a:cubicBezTo>
                  <a:cubicBezTo>
                    <a:pt x="527" y="534"/>
                    <a:pt x="251" y="860"/>
                    <a:pt x="101" y="1311"/>
                  </a:cubicBezTo>
                  <a:cubicBezTo>
                    <a:pt x="26" y="1537"/>
                    <a:pt x="1" y="1787"/>
                    <a:pt x="1" y="2013"/>
                  </a:cubicBezTo>
                  <a:cubicBezTo>
                    <a:pt x="1" y="2138"/>
                    <a:pt x="26" y="2263"/>
                    <a:pt x="51" y="2364"/>
                  </a:cubicBezTo>
                  <a:cubicBezTo>
                    <a:pt x="76" y="2464"/>
                    <a:pt x="101" y="2639"/>
                    <a:pt x="176" y="2689"/>
                  </a:cubicBezTo>
                  <a:cubicBezTo>
                    <a:pt x="200" y="2713"/>
                    <a:pt x="232" y="2723"/>
                    <a:pt x="268" y="2723"/>
                  </a:cubicBezTo>
                  <a:cubicBezTo>
                    <a:pt x="386" y="2723"/>
                    <a:pt x="551" y="2622"/>
                    <a:pt x="627" y="2564"/>
                  </a:cubicBezTo>
                  <a:cubicBezTo>
                    <a:pt x="778" y="2489"/>
                    <a:pt x="878" y="2364"/>
                    <a:pt x="1003" y="2263"/>
                  </a:cubicBezTo>
                  <a:cubicBezTo>
                    <a:pt x="1179" y="2038"/>
                    <a:pt x="1329" y="1787"/>
                    <a:pt x="1454" y="1512"/>
                  </a:cubicBezTo>
                  <a:cubicBezTo>
                    <a:pt x="1605" y="1186"/>
                    <a:pt x="1755" y="785"/>
                    <a:pt x="1705" y="434"/>
                  </a:cubicBezTo>
                  <a:cubicBezTo>
                    <a:pt x="1680" y="309"/>
                    <a:pt x="1655" y="158"/>
                    <a:pt x="1554" y="58"/>
                  </a:cubicBezTo>
                  <a:cubicBezTo>
                    <a:pt x="1523" y="16"/>
                    <a:pt x="1482" y="0"/>
                    <a:pt x="1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5774629" y="2714319"/>
              <a:ext cx="56787" cy="33562"/>
            </a:xfrm>
            <a:custGeom>
              <a:avLst/>
              <a:gdLst/>
              <a:ahLst/>
              <a:cxnLst/>
              <a:rect l="l" t="t" r="r" b="b"/>
              <a:pathLst>
                <a:path w="2758" h="1630" extrusionOk="0">
                  <a:moveTo>
                    <a:pt x="910" y="1"/>
                  </a:moveTo>
                  <a:cubicBezTo>
                    <a:pt x="825" y="1"/>
                    <a:pt x="739" y="6"/>
                    <a:pt x="652" y="15"/>
                  </a:cubicBezTo>
                  <a:cubicBezTo>
                    <a:pt x="502" y="15"/>
                    <a:pt x="376" y="40"/>
                    <a:pt x="251" y="40"/>
                  </a:cubicBezTo>
                  <a:cubicBezTo>
                    <a:pt x="151" y="65"/>
                    <a:pt x="0" y="116"/>
                    <a:pt x="0" y="241"/>
                  </a:cubicBezTo>
                  <a:cubicBezTo>
                    <a:pt x="0" y="366"/>
                    <a:pt x="51" y="491"/>
                    <a:pt x="126" y="617"/>
                  </a:cubicBezTo>
                  <a:cubicBezTo>
                    <a:pt x="301" y="918"/>
                    <a:pt x="677" y="1143"/>
                    <a:pt x="1003" y="1293"/>
                  </a:cubicBezTo>
                  <a:cubicBezTo>
                    <a:pt x="1254" y="1444"/>
                    <a:pt x="1529" y="1544"/>
                    <a:pt x="1830" y="1594"/>
                  </a:cubicBezTo>
                  <a:cubicBezTo>
                    <a:pt x="1936" y="1612"/>
                    <a:pt x="2043" y="1630"/>
                    <a:pt x="2158" y="1630"/>
                  </a:cubicBezTo>
                  <a:cubicBezTo>
                    <a:pt x="2206" y="1630"/>
                    <a:pt x="2255" y="1627"/>
                    <a:pt x="2306" y="1619"/>
                  </a:cubicBezTo>
                  <a:cubicBezTo>
                    <a:pt x="2432" y="1619"/>
                    <a:pt x="2707" y="1569"/>
                    <a:pt x="2732" y="1419"/>
                  </a:cubicBezTo>
                  <a:cubicBezTo>
                    <a:pt x="2757" y="1319"/>
                    <a:pt x="2657" y="1193"/>
                    <a:pt x="2632" y="1093"/>
                  </a:cubicBezTo>
                  <a:cubicBezTo>
                    <a:pt x="2582" y="993"/>
                    <a:pt x="2507" y="892"/>
                    <a:pt x="2432" y="792"/>
                  </a:cubicBezTo>
                  <a:cubicBezTo>
                    <a:pt x="2306" y="592"/>
                    <a:pt x="2131" y="441"/>
                    <a:pt x="1930" y="291"/>
                  </a:cubicBezTo>
                  <a:cubicBezTo>
                    <a:pt x="1607" y="89"/>
                    <a:pt x="1266" y="1"/>
                    <a:pt x="9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5708065" y="2622490"/>
              <a:ext cx="45422" cy="47336"/>
            </a:xfrm>
            <a:custGeom>
              <a:avLst/>
              <a:gdLst/>
              <a:ahLst/>
              <a:cxnLst/>
              <a:rect l="l" t="t" r="r" b="b"/>
              <a:pathLst>
                <a:path w="2206" h="2299" extrusionOk="0">
                  <a:moveTo>
                    <a:pt x="1958" y="1"/>
                  </a:moveTo>
                  <a:cubicBezTo>
                    <a:pt x="1922" y="1"/>
                    <a:pt x="1886" y="6"/>
                    <a:pt x="1855" y="14"/>
                  </a:cubicBezTo>
                  <a:cubicBezTo>
                    <a:pt x="1730" y="64"/>
                    <a:pt x="1604" y="89"/>
                    <a:pt x="1479" y="139"/>
                  </a:cubicBezTo>
                  <a:cubicBezTo>
                    <a:pt x="1028" y="265"/>
                    <a:pt x="652" y="490"/>
                    <a:pt x="376" y="891"/>
                  </a:cubicBezTo>
                  <a:cubicBezTo>
                    <a:pt x="251" y="1067"/>
                    <a:pt x="151" y="1292"/>
                    <a:pt x="101" y="1518"/>
                  </a:cubicBezTo>
                  <a:cubicBezTo>
                    <a:pt x="51" y="1643"/>
                    <a:pt x="51" y="1768"/>
                    <a:pt x="25" y="1894"/>
                  </a:cubicBezTo>
                  <a:cubicBezTo>
                    <a:pt x="25" y="1969"/>
                    <a:pt x="0" y="2144"/>
                    <a:pt x="51" y="2220"/>
                  </a:cubicBezTo>
                  <a:cubicBezTo>
                    <a:pt x="97" y="2278"/>
                    <a:pt x="176" y="2298"/>
                    <a:pt x="260" y="2298"/>
                  </a:cubicBezTo>
                  <a:cubicBezTo>
                    <a:pt x="357" y="2298"/>
                    <a:pt x="460" y="2271"/>
                    <a:pt x="527" y="2245"/>
                  </a:cubicBezTo>
                  <a:cubicBezTo>
                    <a:pt x="677" y="2195"/>
                    <a:pt x="827" y="2119"/>
                    <a:pt x="978" y="2044"/>
                  </a:cubicBezTo>
                  <a:cubicBezTo>
                    <a:pt x="1228" y="1894"/>
                    <a:pt x="1429" y="1693"/>
                    <a:pt x="1629" y="1468"/>
                  </a:cubicBezTo>
                  <a:cubicBezTo>
                    <a:pt x="1855" y="1192"/>
                    <a:pt x="2106" y="841"/>
                    <a:pt x="2181" y="490"/>
                  </a:cubicBezTo>
                  <a:cubicBezTo>
                    <a:pt x="2206" y="365"/>
                    <a:pt x="2206" y="215"/>
                    <a:pt x="2156" y="114"/>
                  </a:cubicBezTo>
                  <a:cubicBezTo>
                    <a:pt x="2121" y="28"/>
                    <a:pt x="2039" y="1"/>
                    <a:pt x="1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5751405" y="2621729"/>
              <a:ext cx="48531" cy="43960"/>
            </a:xfrm>
            <a:custGeom>
              <a:avLst/>
              <a:gdLst/>
              <a:ahLst/>
              <a:cxnLst/>
              <a:rect l="l" t="t" r="r" b="b"/>
              <a:pathLst>
                <a:path w="2357" h="2135" extrusionOk="0">
                  <a:moveTo>
                    <a:pt x="352" y="1"/>
                  </a:moveTo>
                  <a:cubicBezTo>
                    <a:pt x="226" y="1"/>
                    <a:pt x="101" y="1"/>
                    <a:pt x="51" y="126"/>
                  </a:cubicBezTo>
                  <a:cubicBezTo>
                    <a:pt x="1" y="227"/>
                    <a:pt x="26" y="377"/>
                    <a:pt x="51" y="502"/>
                  </a:cubicBezTo>
                  <a:cubicBezTo>
                    <a:pt x="151" y="853"/>
                    <a:pt x="427" y="1179"/>
                    <a:pt x="677" y="1430"/>
                  </a:cubicBezTo>
                  <a:cubicBezTo>
                    <a:pt x="903" y="1630"/>
                    <a:pt x="1128" y="1805"/>
                    <a:pt x="1404" y="1931"/>
                  </a:cubicBezTo>
                  <a:cubicBezTo>
                    <a:pt x="1529" y="2006"/>
                    <a:pt x="1680" y="2081"/>
                    <a:pt x="1855" y="2106"/>
                  </a:cubicBezTo>
                  <a:cubicBezTo>
                    <a:pt x="1913" y="2118"/>
                    <a:pt x="1998" y="2135"/>
                    <a:pt x="2082" y="2135"/>
                  </a:cubicBezTo>
                  <a:cubicBezTo>
                    <a:pt x="2180" y="2135"/>
                    <a:pt x="2278" y="2112"/>
                    <a:pt x="2331" y="2031"/>
                  </a:cubicBezTo>
                  <a:cubicBezTo>
                    <a:pt x="2357" y="1956"/>
                    <a:pt x="2331" y="1805"/>
                    <a:pt x="2306" y="1705"/>
                  </a:cubicBezTo>
                  <a:cubicBezTo>
                    <a:pt x="2281" y="1580"/>
                    <a:pt x="2256" y="1480"/>
                    <a:pt x="2231" y="1354"/>
                  </a:cubicBezTo>
                  <a:cubicBezTo>
                    <a:pt x="2156" y="1129"/>
                    <a:pt x="2031" y="928"/>
                    <a:pt x="1880" y="728"/>
                  </a:cubicBezTo>
                  <a:cubicBezTo>
                    <a:pt x="1580" y="377"/>
                    <a:pt x="1179" y="176"/>
                    <a:pt x="727" y="76"/>
                  </a:cubicBezTo>
                  <a:cubicBezTo>
                    <a:pt x="602" y="51"/>
                    <a:pt x="477" y="26"/>
                    <a:pt x="3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5737466" y="2575300"/>
              <a:ext cx="151748" cy="1152340"/>
            </a:xfrm>
            <a:custGeom>
              <a:avLst/>
              <a:gdLst/>
              <a:ahLst/>
              <a:cxnLst/>
              <a:rect l="l" t="t" r="r" b="b"/>
              <a:pathLst>
                <a:path w="7370" h="55966" extrusionOk="0">
                  <a:moveTo>
                    <a:pt x="1404" y="0"/>
                  </a:moveTo>
                  <a:cubicBezTo>
                    <a:pt x="1" y="2256"/>
                    <a:pt x="577" y="3910"/>
                    <a:pt x="1354" y="6166"/>
                  </a:cubicBezTo>
                  <a:cubicBezTo>
                    <a:pt x="1480" y="6517"/>
                    <a:pt x="1605" y="6868"/>
                    <a:pt x="1705" y="7243"/>
                  </a:cubicBezTo>
                  <a:cubicBezTo>
                    <a:pt x="2131" y="8522"/>
                    <a:pt x="2683" y="9800"/>
                    <a:pt x="3209" y="11003"/>
                  </a:cubicBezTo>
                  <a:cubicBezTo>
                    <a:pt x="3836" y="12482"/>
                    <a:pt x="4487" y="13985"/>
                    <a:pt x="4913" y="15539"/>
                  </a:cubicBezTo>
                  <a:cubicBezTo>
                    <a:pt x="5715" y="18421"/>
                    <a:pt x="5765" y="21454"/>
                    <a:pt x="5089" y="24361"/>
                  </a:cubicBezTo>
                  <a:cubicBezTo>
                    <a:pt x="4813" y="25539"/>
                    <a:pt x="4387" y="26742"/>
                    <a:pt x="4011" y="27895"/>
                  </a:cubicBezTo>
                  <a:cubicBezTo>
                    <a:pt x="3209" y="30176"/>
                    <a:pt x="2382" y="32557"/>
                    <a:pt x="2557" y="35013"/>
                  </a:cubicBezTo>
                  <a:cubicBezTo>
                    <a:pt x="2733" y="37269"/>
                    <a:pt x="3710" y="39399"/>
                    <a:pt x="4663" y="41454"/>
                  </a:cubicBezTo>
                  <a:cubicBezTo>
                    <a:pt x="5891" y="44136"/>
                    <a:pt x="7044" y="46642"/>
                    <a:pt x="6567" y="49374"/>
                  </a:cubicBezTo>
                  <a:cubicBezTo>
                    <a:pt x="6141" y="51905"/>
                    <a:pt x="4287" y="54061"/>
                    <a:pt x="2783" y="55765"/>
                  </a:cubicBezTo>
                  <a:lnTo>
                    <a:pt x="3034" y="55966"/>
                  </a:lnTo>
                  <a:cubicBezTo>
                    <a:pt x="4537" y="54236"/>
                    <a:pt x="6417" y="52056"/>
                    <a:pt x="6868" y="49424"/>
                  </a:cubicBezTo>
                  <a:cubicBezTo>
                    <a:pt x="7369" y="46617"/>
                    <a:pt x="6141" y="43935"/>
                    <a:pt x="4938" y="41329"/>
                  </a:cubicBezTo>
                  <a:cubicBezTo>
                    <a:pt x="4011" y="39299"/>
                    <a:pt x="3034" y="37193"/>
                    <a:pt x="2883" y="34988"/>
                  </a:cubicBezTo>
                  <a:cubicBezTo>
                    <a:pt x="2708" y="32607"/>
                    <a:pt x="3510" y="30251"/>
                    <a:pt x="4287" y="27995"/>
                  </a:cubicBezTo>
                  <a:cubicBezTo>
                    <a:pt x="4688" y="26843"/>
                    <a:pt x="5114" y="25640"/>
                    <a:pt x="5389" y="24437"/>
                  </a:cubicBezTo>
                  <a:cubicBezTo>
                    <a:pt x="6091" y="21479"/>
                    <a:pt x="6041" y="18371"/>
                    <a:pt x="5214" y="15464"/>
                  </a:cubicBezTo>
                  <a:cubicBezTo>
                    <a:pt x="4788" y="13885"/>
                    <a:pt x="4136" y="12356"/>
                    <a:pt x="3485" y="10878"/>
                  </a:cubicBezTo>
                  <a:cubicBezTo>
                    <a:pt x="2958" y="9675"/>
                    <a:pt x="2432" y="8421"/>
                    <a:pt x="2006" y="7143"/>
                  </a:cubicBezTo>
                  <a:cubicBezTo>
                    <a:pt x="1881" y="6767"/>
                    <a:pt x="1755" y="6416"/>
                    <a:pt x="1655" y="6065"/>
                  </a:cubicBezTo>
                  <a:cubicBezTo>
                    <a:pt x="903" y="3885"/>
                    <a:pt x="352" y="2306"/>
                    <a:pt x="1680" y="176"/>
                  </a:cubicBezTo>
                  <a:lnTo>
                    <a:pt x="1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5753464" y="3720166"/>
              <a:ext cx="50610" cy="41530"/>
            </a:xfrm>
            <a:custGeom>
              <a:avLst/>
              <a:gdLst/>
              <a:ahLst/>
              <a:cxnLst/>
              <a:rect l="l" t="t" r="r" b="b"/>
              <a:pathLst>
                <a:path w="2458" h="2017" extrusionOk="0">
                  <a:moveTo>
                    <a:pt x="2215" y="1"/>
                  </a:moveTo>
                  <a:cubicBezTo>
                    <a:pt x="2188" y="1"/>
                    <a:pt x="2159" y="4"/>
                    <a:pt x="2131" y="10"/>
                  </a:cubicBezTo>
                  <a:cubicBezTo>
                    <a:pt x="2006" y="10"/>
                    <a:pt x="1881" y="35"/>
                    <a:pt x="1755" y="60"/>
                  </a:cubicBezTo>
                  <a:cubicBezTo>
                    <a:pt x="1304" y="135"/>
                    <a:pt x="878" y="285"/>
                    <a:pt x="577" y="636"/>
                  </a:cubicBezTo>
                  <a:cubicBezTo>
                    <a:pt x="402" y="812"/>
                    <a:pt x="277" y="1012"/>
                    <a:pt x="176" y="1238"/>
                  </a:cubicBezTo>
                  <a:cubicBezTo>
                    <a:pt x="126" y="1338"/>
                    <a:pt x="101" y="1463"/>
                    <a:pt x="76" y="1589"/>
                  </a:cubicBezTo>
                  <a:cubicBezTo>
                    <a:pt x="51" y="1664"/>
                    <a:pt x="1" y="1814"/>
                    <a:pt x="51" y="1914"/>
                  </a:cubicBezTo>
                  <a:cubicBezTo>
                    <a:pt x="105" y="2004"/>
                    <a:pt x="261" y="2017"/>
                    <a:pt x="391" y="2017"/>
                  </a:cubicBezTo>
                  <a:cubicBezTo>
                    <a:pt x="443" y="2017"/>
                    <a:pt x="491" y="2015"/>
                    <a:pt x="527" y="2015"/>
                  </a:cubicBezTo>
                  <a:cubicBezTo>
                    <a:pt x="678" y="1990"/>
                    <a:pt x="828" y="1939"/>
                    <a:pt x="978" y="1864"/>
                  </a:cubicBezTo>
                  <a:cubicBezTo>
                    <a:pt x="1254" y="1764"/>
                    <a:pt x="1480" y="1589"/>
                    <a:pt x="1705" y="1388"/>
                  </a:cubicBezTo>
                  <a:cubicBezTo>
                    <a:pt x="1981" y="1163"/>
                    <a:pt x="2282" y="862"/>
                    <a:pt x="2407" y="511"/>
                  </a:cubicBezTo>
                  <a:cubicBezTo>
                    <a:pt x="2432" y="411"/>
                    <a:pt x="2457" y="260"/>
                    <a:pt x="2432" y="135"/>
                  </a:cubicBezTo>
                  <a:cubicBezTo>
                    <a:pt x="2393" y="38"/>
                    <a:pt x="2309" y="1"/>
                    <a:pt x="2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5473780" y="3395267"/>
              <a:ext cx="34612" cy="57714"/>
            </a:xfrm>
            <a:custGeom>
              <a:avLst/>
              <a:gdLst/>
              <a:ahLst/>
              <a:cxnLst/>
              <a:rect l="l" t="t" r="r" b="b"/>
              <a:pathLst>
                <a:path w="1681" h="2803" extrusionOk="0">
                  <a:moveTo>
                    <a:pt x="1315" y="1"/>
                  </a:moveTo>
                  <a:cubicBezTo>
                    <a:pt x="1246" y="1"/>
                    <a:pt x="1177" y="43"/>
                    <a:pt x="1129" y="75"/>
                  </a:cubicBezTo>
                  <a:cubicBezTo>
                    <a:pt x="1003" y="150"/>
                    <a:pt x="903" y="226"/>
                    <a:pt x="803" y="301"/>
                  </a:cubicBezTo>
                  <a:cubicBezTo>
                    <a:pt x="452" y="602"/>
                    <a:pt x="176" y="952"/>
                    <a:pt x="76" y="1404"/>
                  </a:cubicBezTo>
                  <a:cubicBezTo>
                    <a:pt x="1" y="1629"/>
                    <a:pt x="1" y="1880"/>
                    <a:pt x="26" y="2105"/>
                  </a:cubicBezTo>
                  <a:cubicBezTo>
                    <a:pt x="51" y="2231"/>
                    <a:pt x="76" y="2356"/>
                    <a:pt x="101" y="2481"/>
                  </a:cubicBezTo>
                  <a:cubicBezTo>
                    <a:pt x="126" y="2556"/>
                    <a:pt x="151" y="2732"/>
                    <a:pt x="226" y="2782"/>
                  </a:cubicBezTo>
                  <a:cubicBezTo>
                    <a:pt x="255" y="2796"/>
                    <a:pt x="287" y="2803"/>
                    <a:pt x="319" y="2803"/>
                  </a:cubicBezTo>
                  <a:cubicBezTo>
                    <a:pt x="458" y="2803"/>
                    <a:pt x="622" y="2693"/>
                    <a:pt x="703" y="2632"/>
                  </a:cubicBezTo>
                  <a:cubicBezTo>
                    <a:pt x="828" y="2531"/>
                    <a:pt x="928" y="2406"/>
                    <a:pt x="1028" y="2281"/>
                  </a:cubicBezTo>
                  <a:cubicBezTo>
                    <a:pt x="1204" y="2055"/>
                    <a:pt x="1329" y="1780"/>
                    <a:pt x="1429" y="1504"/>
                  </a:cubicBezTo>
                  <a:cubicBezTo>
                    <a:pt x="1555" y="1178"/>
                    <a:pt x="1680" y="752"/>
                    <a:pt x="1605" y="401"/>
                  </a:cubicBezTo>
                  <a:cubicBezTo>
                    <a:pt x="1580" y="276"/>
                    <a:pt x="1530" y="125"/>
                    <a:pt x="1429" y="50"/>
                  </a:cubicBezTo>
                  <a:cubicBezTo>
                    <a:pt x="1393" y="14"/>
                    <a:pt x="1354" y="1"/>
                    <a:pt x="13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5503202" y="3389338"/>
              <a:ext cx="58331" cy="31606"/>
            </a:xfrm>
            <a:custGeom>
              <a:avLst/>
              <a:gdLst/>
              <a:ahLst/>
              <a:cxnLst/>
              <a:rect l="l" t="t" r="r" b="b"/>
              <a:pathLst>
                <a:path w="2833" h="1535" extrusionOk="0">
                  <a:moveTo>
                    <a:pt x="1045" y="0"/>
                  </a:moveTo>
                  <a:cubicBezTo>
                    <a:pt x="907" y="0"/>
                    <a:pt x="768" y="14"/>
                    <a:pt x="627" y="37"/>
                  </a:cubicBezTo>
                  <a:cubicBezTo>
                    <a:pt x="477" y="37"/>
                    <a:pt x="351" y="63"/>
                    <a:pt x="226" y="88"/>
                  </a:cubicBezTo>
                  <a:cubicBezTo>
                    <a:pt x="126" y="113"/>
                    <a:pt x="0" y="188"/>
                    <a:pt x="0" y="313"/>
                  </a:cubicBezTo>
                  <a:cubicBezTo>
                    <a:pt x="0" y="438"/>
                    <a:pt x="76" y="564"/>
                    <a:pt x="151" y="664"/>
                  </a:cubicBezTo>
                  <a:cubicBezTo>
                    <a:pt x="351" y="965"/>
                    <a:pt x="727" y="1165"/>
                    <a:pt x="1053" y="1291"/>
                  </a:cubicBezTo>
                  <a:cubicBezTo>
                    <a:pt x="1329" y="1416"/>
                    <a:pt x="1630" y="1491"/>
                    <a:pt x="1905" y="1516"/>
                  </a:cubicBezTo>
                  <a:cubicBezTo>
                    <a:pt x="1993" y="1529"/>
                    <a:pt x="2074" y="1535"/>
                    <a:pt x="2153" y="1535"/>
                  </a:cubicBezTo>
                  <a:cubicBezTo>
                    <a:pt x="2231" y="1535"/>
                    <a:pt x="2306" y="1529"/>
                    <a:pt x="2381" y="1516"/>
                  </a:cubicBezTo>
                  <a:cubicBezTo>
                    <a:pt x="2507" y="1491"/>
                    <a:pt x="2782" y="1441"/>
                    <a:pt x="2807" y="1291"/>
                  </a:cubicBezTo>
                  <a:cubicBezTo>
                    <a:pt x="2833" y="1190"/>
                    <a:pt x="2732" y="1040"/>
                    <a:pt x="2682" y="965"/>
                  </a:cubicBezTo>
                  <a:cubicBezTo>
                    <a:pt x="2632" y="865"/>
                    <a:pt x="2557" y="764"/>
                    <a:pt x="2482" y="689"/>
                  </a:cubicBezTo>
                  <a:cubicBezTo>
                    <a:pt x="2306" y="489"/>
                    <a:pt x="2131" y="338"/>
                    <a:pt x="1930" y="238"/>
                  </a:cubicBezTo>
                  <a:cubicBezTo>
                    <a:pt x="1638" y="66"/>
                    <a:pt x="1345" y="0"/>
                    <a:pt x="10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5468118" y="3289994"/>
              <a:ext cx="55737" cy="35621"/>
            </a:xfrm>
            <a:custGeom>
              <a:avLst/>
              <a:gdLst/>
              <a:ahLst/>
              <a:cxnLst/>
              <a:rect l="l" t="t" r="r" b="b"/>
              <a:pathLst>
                <a:path w="2707" h="1730" extrusionOk="0">
                  <a:moveTo>
                    <a:pt x="2030" y="0"/>
                  </a:moveTo>
                  <a:cubicBezTo>
                    <a:pt x="1579" y="0"/>
                    <a:pt x="1153" y="101"/>
                    <a:pt x="777" y="376"/>
                  </a:cubicBezTo>
                  <a:cubicBezTo>
                    <a:pt x="577" y="527"/>
                    <a:pt x="426" y="702"/>
                    <a:pt x="301" y="903"/>
                  </a:cubicBezTo>
                  <a:cubicBezTo>
                    <a:pt x="226" y="1003"/>
                    <a:pt x="176" y="1103"/>
                    <a:pt x="125" y="1228"/>
                  </a:cubicBezTo>
                  <a:cubicBezTo>
                    <a:pt x="100" y="1304"/>
                    <a:pt x="0" y="1454"/>
                    <a:pt x="25" y="1554"/>
                  </a:cubicBezTo>
                  <a:cubicBezTo>
                    <a:pt x="75" y="1705"/>
                    <a:pt x="351" y="1730"/>
                    <a:pt x="476" y="1730"/>
                  </a:cubicBezTo>
                  <a:cubicBezTo>
                    <a:pt x="652" y="1730"/>
                    <a:pt x="802" y="1705"/>
                    <a:pt x="953" y="1654"/>
                  </a:cubicBezTo>
                  <a:cubicBezTo>
                    <a:pt x="1253" y="1604"/>
                    <a:pt x="1529" y="1479"/>
                    <a:pt x="1780" y="1329"/>
                  </a:cubicBezTo>
                  <a:cubicBezTo>
                    <a:pt x="2080" y="1128"/>
                    <a:pt x="2431" y="877"/>
                    <a:pt x="2582" y="577"/>
                  </a:cubicBezTo>
                  <a:cubicBezTo>
                    <a:pt x="2657" y="451"/>
                    <a:pt x="2707" y="326"/>
                    <a:pt x="2682" y="201"/>
                  </a:cubicBezTo>
                  <a:cubicBezTo>
                    <a:pt x="2682" y="50"/>
                    <a:pt x="2532" y="25"/>
                    <a:pt x="2431" y="25"/>
                  </a:cubicBezTo>
                  <a:cubicBezTo>
                    <a:pt x="2306" y="0"/>
                    <a:pt x="2181" y="0"/>
                    <a:pt x="20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5520744" y="3292177"/>
              <a:ext cx="37700" cy="54337"/>
            </a:xfrm>
            <a:custGeom>
              <a:avLst/>
              <a:gdLst/>
              <a:ahLst/>
              <a:cxnLst/>
              <a:rect l="l" t="t" r="r" b="b"/>
              <a:pathLst>
                <a:path w="1831" h="2639" extrusionOk="0">
                  <a:moveTo>
                    <a:pt x="292" y="1"/>
                  </a:moveTo>
                  <a:cubicBezTo>
                    <a:pt x="239" y="1"/>
                    <a:pt x="189" y="20"/>
                    <a:pt x="151" y="70"/>
                  </a:cubicBezTo>
                  <a:cubicBezTo>
                    <a:pt x="76" y="170"/>
                    <a:pt x="51" y="320"/>
                    <a:pt x="26" y="421"/>
                  </a:cubicBezTo>
                  <a:cubicBezTo>
                    <a:pt x="1" y="797"/>
                    <a:pt x="176" y="1198"/>
                    <a:pt x="351" y="1498"/>
                  </a:cubicBezTo>
                  <a:cubicBezTo>
                    <a:pt x="477" y="1749"/>
                    <a:pt x="652" y="2000"/>
                    <a:pt x="853" y="2225"/>
                  </a:cubicBezTo>
                  <a:cubicBezTo>
                    <a:pt x="978" y="2325"/>
                    <a:pt x="1103" y="2426"/>
                    <a:pt x="1229" y="2526"/>
                  </a:cubicBezTo>
                  <a:cubicBezTo>
                    <a:pt x="1302" y="2562"/>
                    <a:pt x="1455" y="2639"/>
                    <a:pt x="1581" y="2639"/>
                  </a:cubicBezTo>
                  <a:cubicBezTo>
                    <a:pt x="1628" y="2639"/>
                    <a:pt x="1671" y="2628"/>
                    <a:pt x="1705" y="2601"/>
                  </a:cubicBezTo>
                  <a:cubicBezTo>
                    <a:pt x="1780" y="2526"/>
                    <a:pt x="1780" y="2375"/>
                    <a:pt x="1805" y="2275"/>
                  </a:cubicBezTo>
                  <a:cubicBezTo>
                    <a:pt x="1830" y="2150"/>
                    <a:pt x="1830" y="2025"/>
                    <a:pt x="1830" y="1924"/>
                  </a:cubicBezTo>
                  <a:cubicBezTo>
                    <a:pt x="1830" y="1674"/>
                    <a:pt x="1780" y="1448"/>
                    <a:pt x="1680" y="1223"/>
                  </a:cubicBezTo>
                  <a:cubicBezTo>
                    <a:pt x="1529" y="771"/>
                    <a:pt x="1204" y="471"/>
                    <a:pt x="803" y="245"/>
                  </a:cubicBezTo>
                  <a:cubicBezTo>
                    <a:pt x="702" y="170"/>
                    <a:pt x="577" y="95"/>
                    <a:pt x="452" y="45"/>
                  </a:cubicBezTo>
                  <a:cubicBezTo>
                    <a:pt x="402" y="20"/>
                    <a:pt x="345" y="1"/>
                    <a:pt x="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5509914" y="3199093"/>
              <a:ext cx="55758" cy="35188"/>
            </a:xfrm>
            <a:custGeom>
              <a:avLst/>
              <a:gdLst/>
              <a:ahLst/>
              <a:cxnLst/>
              <a:rect l="l" t="t" r="r" b="b"/>
              <a:pathLst>
                <a:path w="2708" h="1709" extrusionOk="0">
                  <a:moveTo>
                    <a:pt x="1899" y="1"/>
                  </a:moveTo>
                  <a:cubicBezTo>
                    <a:pt x="1493" y="1"/>
                    <a:pt x="1094" y="109"/>
                    <a:pt x="777" y="380"/>
                  </a:cubicBezTo>
                  <a:cubicBezTo>
                    <a:pt x="577" y="505"/>
                    <a:pt x="426" y="706"/>
                    <a:pt x="276" y="906"/>
                  </a:cubicBezTo>
                  <a:cubicBezTo>
                    <a:pt x="226" y="1007"/>
                    <a:pt x="176" y="1107"/>
                    <a:pt x="126" y="1207"/>
                  </a:cubicBezTo>
                  <a:cubicBezTo>
                    <a:pt x="75" y="1307"/>
                    <a:pt x="0" y="1458"/>
                    <a:pt x="25" y="1533"/>
                  </a:cubicBezTo>
                  <a:cubicBezTo>
                    <a:pt x="75" y="1683"/>
                    <a:pt x="351" y="1708"/>
                    <a:pt x="476" y="1708"/>
                  </a:cubicBezTo>
                  <a:cubicBezTo>
                    <a:pt x="652" y="1708"/>
                    <a:pt x="802" y="1683"/>
                    <a:pt x="953" y="1658"/>
                  </a:cubicBezTo>
                  <a:cubicBezTo>
                    <a:pt x="1253" y="1583"/>
                    <a:pt x="1504" y="1458"/>
                    <a:pt x="1755" y="1307"/>
                  </a:cubicBezTo>
                  <a:cubicBezTo>
                    <a:pt x="2080" y="1132"/>
                    <a:pt x="2431" y="881"/>
                    <a:pt x="2582" y="556"/>
                  </a:cubicBezTo>
                  <a:cubicBezTo>
                    <a:pt x="2657" y="455"/>
                    <a:pt x="2707" y="305"/>
                    <a:pt x="2682" y="180"/>
                  </a:cubicBezTo>
                  <a:cubicBezTo>
                    <a:pt x="2682" y="54"/>
                    <a:pt x="2532" y="29"/>
                    <a:pt x="2431" y="4"/>
                  </a:cubicBezTo>
                  <a:lnTo>
                    <a:pt x="2030" y="4"/>
                  </a:lnTo>
                  <a:cubicBezTo>
                    <a:pt x="1987" y="2"/>
                    <a:pt x="1943" y="1"/>
                    <a:pt x="18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5562540" y="3201069"/>
              <a:ext cx="37700" cy="54440"/>
            </a:xfrm>
            <a:custGeom>
              <a:avLst/>
              <a:gdLst/>
              <a:ahLst/>
              <a:cxnLst/>
              <a:rect l="l" t="t" r="r" b="b"/>
              <a:pathLst>
                <a:path w="1831" h="2644" extrusionOk="0">
                  <a:moveTo>
                    <a:pt x="268" y="1"/>
                  </a:moveTo>
                  <a:cubicBezTo>
                    <a:pt x="224" y="1"/>
                    <a:pt x="183" y="16"/>
                    <a:pt x="151" y="59"/>
                  </a:cubicBezTo>
                  <a:cubicBezTo>
                    <a:pt x="76" y="159"/>
                    <a:pt x="51" y="309"/>
                    <a:pt x="26" y="435"/>
                  </a:cubicBezTo>
                  <a:cubicBezTo>
                    <a:pt x="1" y="785"/>
                    <a:pt x="176" y="1186"/>
                    <a:pt x="352" y="1512"/>
                  </a:cubicBezTo>
                  <a:cubicBezTo>
                    <a:pt x="477" y="1763"/>
                    <a:pt x="652" y="2013"/>
                    <a:pt x="853" y="2214"/>
                  </a:cubicBezTo>
                  <a:cubicBezTo>
                    <a:pt x="953" y="2339"/>
                    <a:pt x="1078" y="2440"/>
                    <a:pt x="1229" y="2515"/>
                  </a:cubicBezTo>
                  <a:cubicBezTo>
                    <a:pt x="1298" y="2567"/>
                    <a:pt x="1440" y="2643"/>
                    <a:pt x="1562" y="2643"/>
                  </a:cubicBezTo>
                  <a:cubicBezTo>
                    <a:pt x="1616" y="2643"/>
                    <a:pt x="1667" y="2628"/>
                    <a:pt x="1705" y="2590"/>
                  </a:cubicBezTo>
                  <a:cubicBezTo>
                    <a:pt x="1780" y="2540"/>
                    <a:pt x="1780" y="2364"/>
                    <a:pt x="1805" y="2289"/>
                  </a:cubicBezTo>
                  <a:cubicBezTo>
                    <a:pt x="1805" y="2164"/>
                    <a:pt x="1830" y="2039"/>
                    <a:pt x="1830" y="1913"/>
                  </a:cubicBezTo>
                  <a:cubicBezTo>
                    <a:pt x="1805" y="1688"/>
                    <a:pt x="1780" y="1437"/>
                    <a:pt x="1680" y="1211"/>
                  </a:cubicBezTo>
                  <a:cubicBezTo>
                    <a:pt x="1504" y="785"/>
                    <a:pt x="1204" y="485"/>
                    <a:pt x="803" y="234"/>
                  </a:cubicBezTo>
                  <a:cubicBezTo>
                    <a:pt x="677" y="159"/>
                    <a:pt x="577" y="109"/>
                    <a:pt x="452" y="59"/>
                  </a:cubicBezTo>
                  <a:cubicBezTo>
                    <a:pt x="394" y="30"/>
                    <a:pt x="328" y="1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5539830" y="3087437"/>
              <a:ext cx="48531" cy="44227"/>
            </a:xfrm>
            <a:custGeom>
              <a:avLst/>
              <a:gdLst/>
              <a:ahLst/>
              <a:cxnLst/>
              <a:rect l="l" t="t" r="r" b="b"/>
              <a:pathLst>
                <a:path w="2357" h="2148" extrusionOk="0">
                  <a:moveTo>
                    <a:pt x="2134" y="1"/>
                  </a:moveTo>
                  <a:cubicBezTo>
                    <a:pt x="2098" y="1"/>
                    <a:pt x="2062" y="6"/>
                    <a:pt x="2031" y="14"/>
                  </a:cubicBezTo>
                  <a:cubicBezTo>
                    <a:pt x="1906" y="39"/>
                    <a:pt x="1780" y="64"/>
                    <a:pt x="1630" y="89"/>
                  </a:cubicBezTo>
                  <a:cubicBezTo>
                    <a:pt x="1179" y="189"/>
                    <a:pt x="803" y="390"/>
                    <a:pt x="502" y="740"/>
                  </a:cubicBezTo>
                  <a:cubicBezTo>
                    <a:pt x="352" y="941"/>
                    <a:pt x="226" y="1141"/>
                    <a:pt x="151" y="1367"/>
                  </a:cubicBezTo>
                  <a:cubicBezTo>
                    <a:pt x="101" y="1492"/>
                    <a:pt x="76" y="1593"/>
                    <a:pt x="51" y="1718"/>
                  </a:cubicBezTo>
                  <a:cubicBezTo>
                    <a:pt x="51" y="1818"/>
                    <a:pt x="1" y="1969"/>
                    <a:pt x="51" y="2044"/>
                  </a:cubicBezTo>
                  <a:cubicBezTo>
                    <a:pt x="91" y="2125"/>
                    <a:pt x="190" y="2147"/>
                    <a:pt x="292" y="2147"/>
                  </a:cubicBezTo>
                  <a:cubicBezTo>
                    <a:pt x="379" y="2147"/>
                    <a:pt x="469" y="2131"/>
                    <a:pt x="527" y="2119"/>
                  </a:cubicBezTo>
                  <a:cubicBezTo>
                    <a:pt x="678" y="2094"/>
                    <a:pt x="828" y="2019"/>
                    <a:pt x="978" y="1943"/>
                  </a:cubicBezTo>
                  <a:cubicBezTo>
                    <a:pt x="1254" y="1818"/>
                    <a:pt x="1480" y="1643"/>
                    <a:pt x="1680" y="1417"/>
                  </a:cubicBezTo>
                  <a:cubicBezTo>
                    <a:pt x="1931" y="1192"/>
                    <a:pt x="2232" y="866"/>
                    <a:pt x="2307" y="515"/>
                  </a:cubicBezTo>
                  <a:cubicBezTo>
                    <a:pt x="2332" y="390"/>
                    <a:pt x="2357" y="239"/>
                    <a:pt x="2332" y="114"/>
                  </a:cubicBezTo>
                  <a:cubicBezTo>
                    <a:pt x="2297" y="27"/>
                    <a:pt x="2215" y="1"/>
                    <a:pt x="2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5586794" y="3087293"/>
              <a:ext cx="45442" cy="46945"/>
            </a:xfrm>
            <a:custGeom>
              <a:avLst/>
              <a:gdLst/>
              <a:ahLst/>
              <a:cxnLst/>
              <a:rect l="l" t="t" r="r" b="b"/>
              <a:pathLst>
                <a:path w="2207" h="2280" extrusionOk="0">
                  <a:moveTo>
                    <a:pt x="214" y="0"/>
                  </a:moveTo>
                  <a:cubicBezTo>
                    <a:pt x="145" y="0"/>
                    <a:pt x="80" y="22"/>
                    <a:pt x="51" y="96"/>
                  </a:cubicBezTo>
                  <a:cubicBezTo>
                    <a:pt x="1" y="221"/>
                    <a:pt x="1" y="372"/>
                    <a:pt x="26" y="472"/>
                  </a:cubicBezTo>
                  <a:cubicBezTo>
                    <a:pt x="76" y="848"/>
                    <a:pt x="352" y="1199"/>
                    <a:pt x="577" y="1449"/>
                  </a:cubicBezTo>
                  <a:cubicBezTo>
                    <a:pt x="778" y="1675"/>
                    <a:pt x="978" y="1875"/>
                    <a:pt x="1229" y="2026"/>
                  </a:cubicBezTo>
                  <a:cubicBezTo>
                    <a:pt x="1379" y="2101"/>
                    <a:pt x="1529" y="2176"/>
                    <a:pt x="1680" y="2226"/>
                  </a:cubicBezTo>
                  <a:cubicBezTo>
                    <a:pt x="1733" y="2253"/>
                    <a:pt x="1837" y="2280"/>
                    <a:pt x="1937" y="2280"/>
                  </a:cubicBezTo>
                  <a:cubicBezTo>
                    <a:pt x="2025" y="2280"/>
                    <a:pt x="2109" y="2259"/>
                    <a:pt x="2156" y="2201"/>
                  </a:cubicBezTo>
                  <a:cubicBezTo>
                    <a:pt x="2206" y="2126"/>
                    <a:pt x="2181" y="1950"/>
                    <a:pt x="2181" y="1875"/>
                  </a:cubicBezTo>
                  <a:cubicBezTo>
                    <a:pt x="2156" y="1750"/>
                    <a:pt x="2131" y="1625"/>
                    <a:pt x="2106" y="1499"/>
                  </a:cubicBezTo>
                  <a:cubicBezTo>
                    <a:pt x="2056" y="1274"/>
                    <a:pt x="1956" y="1048"/>
                    <a:pt x="1805" y="873"/>
                  </a:cubicBezTo>
                  <a:cubicBezTo>
                    <a:pt x="1555" y="472"/>
                    <a:pt x="1179" y="246"/>
                    <a:pt x="727" y="121"/>
                  </a:cubicBezTo>
                  <a:cubicBezTo>
                    <a:pt x="602" y="71"/>
                    <a:pt x="477" y="46"/>
                    <a:pt x="352" y="21"/>
                  </a:cubicBezTo>
                  <a:cubicBezTo>
                    <a:pt x="311" y="10"/>
                    <a:pt x="261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5530030" y="2973249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43" y="0"/>
                  </a:moveTo>
                  <a:cubicBezTo>
                    <a:pt x="1795" y="0"/>
                    <a:pt x="1746" y="11"/>
                    <a:pt x="1705" y="21"/>
                  </a:cubicBezTo>
                  <a:cubicBezTo>
                    <a:pt x="1580" y="71"/>
                    <a:pt x="1454" y="96"/>
                    <a:pt x="1329" y="146"/>
                  </a:cubicBezTo>
                  <a:cubicBezTo>
                    <a:pt x="903" y="322"/>
                    <a:pt x="527" y="572"/>
                    <a:pt x="301" y="973"/>
                  </a:cubicBezTo>
                  <a:cubicBezTo>
                    <a:pt x="176" y="1174"/>
                    <a:pt x="76" y="1399"/>
                    <a:pt x="51" y="1625"/>
                  </a:cubicBezTo>
                  <a:cubicBezTo>
                    <a:pt x="26" y="1750"/>
                    <a:pt x="1" y="1875"/>
                    <a:pt x="1" y="2001"/>
                  </a:cubicBezTo>
                  <a:cubicBezTo>
                    <a:pt x="1" y="2076"/>
                    <a:pt x="1" y="2251"/>
                    <a:pt x="51" y="2327"/>
                  </a:cubicBezTo>
                  <a:cubicBezTo>
                    <a:pt x="91" y="2377"/>
                    <a:pt x="157" y="2395"/>
                    <a:pt x="228" y="2395"/>
                  </a:cubicBezTo>
                  <a:cubicBezTo>
                    <a:pt x="333" y="2395"/>
                    <a:pt x="452" y="2356"/>
                    <a:pt x="527" y="2327"/>
                  </a:cubicBezTo>
                  <a:cubicBezTo>
                    <a:pt x="677" y="2276"/>
                    <a:pt x="828" y="2176"/>
                    <a:pt x="953" y="2101"/>
                  </a:cubicBezTo>
                  <a:cubicBezTo>
                    <a:pt x="1179" y="1926"/>
                    <a:pt x="1404" y="1700"/>
                    <a:pt x="1580" y="1474"/>
                  </a:cubicBezTo>
                  <a:cubicBezTo>
                    <a:pt x="1780" y="1199"/>
                    <a:pt x="2031" y="823"/>
                    <a:pt x="2056" y="472"/>
                  </a:cubicBezTo>
                  <a:cubicBezTo>
                    <a:pt x="2081" y="347"/>
                    <a:pt x="2081" y="196"/>
                    <a:pt x="2006" y="96"/>
                  </a:cubicBezTo>
                  <a:cubicBezTo>
                    <a:pt x="1976" y="22"/>
                    <a:pt x="1911" y="0"/>
                    <a:pt x="1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5570797" y="2971602"/>
              <a:ext cx="50590" cy="41695"/>
            </a:xfrm>
            <a:custGeom>
              <a:avLst/>
              <a:gdLst/>
              <a:ahLst/>
              <a:cxnLst/>
              <a:rect l="l" t="t" r="r" b="b"/>
              <a:pathLst>
                <a:path w="2457" h="2025" extrusionOk="0">
                  <a:moveTo>
                    <a:pt x="326" y="1"/>
                  </a:moveTo>
                  <a:cubicBezTo>
                    <a:pt x="201" y="1"/>
                    <a:pt x="76" y="1"/>
                    <a:pt x="26" y="126"/>
                  </a:cubicBezTo>
                  <a:cubicBezTo>
                    <a:pt x="1" y="251"/>
                    <a:pt x="26" y="402"/>
                    <a:pt x="76" y="527"/>
                  </a:cubicBezTo>
                  <a:cubicBezTo>
                    <a:pt x="176" y="853"/>
                    <a:pt x="477" y="1178"/>
                    <a:pt x="753" y="1404"/>
                  </a:cubicBezTo>
                  <a:cubicBezTo>
                    <a:pt x="978" y="1579"/>
                    <a:pt x="1229" y="1755"/>
                    <a:pt x="1479" y="1880"/>
                  </a:cubicBezTo>
                  <a:cubicBezTo>
                    <a:pt x="1630" y="1930"/>
                    <a:pt x="1780" y="1980"/>
                    <a:pt x="1956" y="2006"/>
                  </a:cubicBezTo>
                  <a:cubicBezTo>
                    <a:pt x="2003" y="2015"/>
                    <a:pt x="2072" y="2024"/>
                    <a:pt x="2142" y="2024"/>
                  </a:cubicBezTo>
                  <a:cubicBezTo>
                    <a:pt x="2257" y="2024"/>
                    <a:pt x="2376" y="1999"/>
                    <a:pt x="2407" y="1905"/>
                  </a:cubicBezTo>
                  <a:cubicBezTo>
                    <a:pt x="2457" y="1830"/>
                    <a:pt x="2407" y="1655"/>
                    <a:pt x="2382" y="1579"/>
                  </a:cubicBezTo>
                  <a:cubicBezTo>
                    <a:pt x="2357" y="1454"/>
                    <a:pt x="2332" y="1354"/>
                    <a:pt x="2281" y="1229"/>
                  </a:cubicBezTo>
                  <a:cubicBezTo>
                    <a:pt x="2181" y="1003"/>
                    <a:pt x="2056" y="803"/>
                    <a:pt x="1880" y="627"/>
                  </a:cubicBezTo>
                  <a:cubicBezTo>
                    <a:pt x="1580" y="301"/>
                    <a:pt x="1154" y="126"/>
                    <a:pt x="702" y="51"/>
                  </a:cubicBezTo>
                  <a:cubicBezTo>
                    <a:pt x="577" y="26"/>
                    <a:pt x="452" y="26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5497520" y="2853008"/>
              <a:ext cx="42848" cy="49334"/>
            </a:xfrm>
            <a:custGeom>
              <a:avLst/>
              <a:gdLst/>
              <a:ahLst/>
              <a:cxnLst/>
              <a:rect l="l" t="t" r="r" b="b"/>
              <a:pathLst>
                <a:path w="2081" h="2396" extrusionOk="0">
                  <a:moveTo>
                    <a:pt x="1860" y="1"/>
                  </a:moveTo>
                  <a:cubicBezTo>
                    <a:pt x="1816" y="1"/>
                    <a:pt x="1771" y="11"/>
                    <a:pt x="1730" y="21"/>
                  </a:cubicBezTo>
                  <a:cubicBezTo>
                    <a:pt x="1605" y="71"/>
                    <a:pt x="1479" y="96"/>
                    <a:pt x="1354" y="146"/>
                  </a:cubicBezTo>
                  <a:cubicBezTo>
                    <a:pt x="928" y="322"/>
                    <a:pt x="552" y="573"/>
                    <a:pt x="327" y="974"/>
                  </a:cubicBezTo>
                  <a:cubicBezTo>
                    <a:pt x="201" y="1174"/>
                    <a:pt x="101" y="1400"/>
                    <a:pt x="76" y="1650"/>
                  </a:cubicBezTo>
                  <a:cubicBezTo>
                    <a:pt x="51" y="1750"/>
                    <a:pt x="26" y="1876"/>
                    <a:pt x="26" y="2001"/>
                  </a:cubicBezTo>
                  <a:cubicBezTo>
                    <a:pt x="26" y="2101"/>
                    <a:pt x="1" y="2252"/>
                    <a:pt x="76" y="2327"/>
                  </a:cubicBezTo>
                  <a:cubicBezTo>
                    <a:pt x="117" y="2378"/>
                    <a:pt x="182" y="2396"/>
                    <a:pt x="253" y="2396"/>
                  </a:cubicBezTo>
                  <a:cubicBezTo>
                    <a:pt x="358" y="2396"/>
                    <a:pt x="478" y="2357"/>
                    <a:pt x="552" y="2327"/>
                  </a:cubicBezTo>
                  <a:cubicBezTo>
                    <a:pt x="703" y="2277"/>
                    <a:pt x="828" y="2202"/>
                    <a:pt x="978" y="2101"/>
                  </a:cubicBezTo>
                  <a:cubicBezTo>
                    <a:pt x="1204" y="1926"/>
                    <a:pt x="1404" y="1700"/>
                    <a:pt x="1605" y="1475"/>
                  </a:cubicBezTo>
                  <a:cubicBezTo>
                    <a:pt x="1805" y="1199"/>
                    <a:pt x="2031" y="823"/>
                    <a:pt x="2081" y="472"/>
                  </a:cubicBezTo>
                  <a:cubicBezTo>
                    <a:pt x="2081" y="347"/>
                    <a:pt x="2081" y="197"/>
                    <a:pt x="2031" y="96"/>
                  </a:cubicBezTo>
                  <a:cubicBezTo>
                    <a:pt x="1986" y="22"/>
                    <a:pt x="1924" y="1"/>
                    <a:pt x="18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5538801" y="2851711"/>
              <a:ext cx="50590" cy="41345"/>
            </a:xfrm>
            <a:custGeom>
              <a:avLst/>
              <a:gdLst/>
              <a:ahLst/>
              <a:cxnLst/>
              <a:rect l="l" t="t" r="r" b="b"/>
              <a:pathLst>
                <a:path w="2457" h="2008" extrusionOk="0">
                  <a:moveTo>
                    <a:pt x="243" y="0"/>
                  </a:moveTo>
                  <a:cubicBezTo>
                    <a:pt x="149" y="0"/>
                    <a:pt x="65" y="37"/>
                    <a:pt x="26" y="134"/>
                  </a:cubicBezTo>
                  <a:cubicBezTo>
                    <a:pt x="1" y="235"/>
                    <a:pt x="26" y="385"/>
                    <a:pt x="51" y="510"/>
                  </a:cubicBezTo>
                  <a:cubicBezTo>
                    <a:pt x="176" y="861"/>
                    <a:pt x="477" y="1162"/>
                    <a:pt x="753" y="1387"/>
                  </a:cubicBezTo>
                  <a:cubicBezTo>
                    <a:pt x="978" y="1588"/>
                    <a:pt x="1204" y="1738"/>
                    <a:pt x="1479" y="1864"/>
                  </a:cubicBezTo>
                  <a:cubicBezTo>
                    <a:pt x="1630" y="1914"/>
                    <a:pt x="1780" y="1989"/>
                    <a:pt x="1956" y="1989"/>
                  </a:cubicBezTo>
                  <a:cubicBezTo>
                    <a:pt x="2003" y="1998"/>
                    <a:pt x="2072" y="2008"/>
                    <a:pt x="2142" y="2008"/>
                  </a:cubicBezTo>
                  <a:cubicBezTo>
                    <a:pt x="2257" y="2008"/>
                    <a:pt x="2376" y="1982"/>
                    <a:pt x="2407" y="1889"/>
                  </a:cubicBezTo>
                  <a:cubicBezTo>
                    <a:pt x="2457" y="1813"/>
                    <a:pt x="2407" y="1663"/>
                    <a:pt x="2382" y="1563"/>
                  </a:cubicBezTo>
                  <a:cubicBezTo>
                    <a:pt x="2357" y="1463"/>
                    <a:pt x="2332" y="1337"/>
                    <a:pt x="2282" y="1212"/>
                  </a:cubicBezTo>
                  <a:cubicBezTo>
                    <a:pt x="2181" y="1011"/>
                    <a:pt x="2056" y="811"/>
                    <a:pt x="1880" y="636"/>
                  </a:cubicBezTo>
                  <a:cubicBezTo>
                    <a:pt x="1580" y="285"/>
                    <a:pt x="1154" y="109"/>
                    <a:pt x="703" y="34"/>
                  </a:cubicBezTo>
                  <a:cubicBezTo>
                    <a:pt x="577" y="34"/>
                    <a:pt x="452" y="9"/>
                    <a:pt x="327" y="9"/>
                  </a:cubicBezTo>
                  <a:cubicBezTo>
                    <a:pt x="298" y="3"/>
                    <a:pt x="270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5484116" y="2739396"/>
              <a:ext cx="51104" cy="41180"/>
            </a:xfrm>
            <a:custGeom>
              <a:avLst/>
              <a:gdLst/>
              <a:ahLst/>
              <a:cxnLst/>
              <a:rect l="l" t="t" r="r" b="b"/>
              <a:pathLst>
                <a:path w="2482" h="2000" extrusionOk="0">
                  <a:moveTo>
                    <a:pt x="2156" y="0"/>
                  </a:moveTo>
                  <a:cubicBezTo>
                    <a:pt x="2030" y="0"/>
                    <a:pt x="1905" y="25"/>
                    <a:pt x="1780" y="50"/>
                  </a:cubicBezTo>
                  <a:cubicBezTo>
                    <a:pt x="1303" y="101"/>
                    <a:pt x="902" y="276"/>
                    <a:pt x="577" y="602"/>
                  </a:cubicBezTo>
                  <a:cubicBezTo>
                    <a:pt x="426" y="777"/>
                    <a:pt x="276" y="978"/>
                    <a:pt x="201" y="1203"/>
                  </a:cubicBezTo>
                  <a:cubicBezTo>
                    <a:pt x="151" y="1304"/>
                    <a:pt x="100" y="1429"/>
                    <a:pt x="75" y="1554"/>
                  </a:cubicBezTo>
                  <a:cubicBezTo>
                    <a:pt x="50" y="1629"/>
                    <a:pt x="0" y="1805"/>
                    <a:pt x="50" y="1880"/>
                  </a:cubicBezTo>
                  <a:cubicBezTo>
                    <a:pt x="81" y="1974"/>
                    <a:pt x="200" y="1999"/>
                    <a:pt x="315" y="1999"/>
                  </a:cubicBezTo>
                  <a:cubicBezTo>
                    <a:pt x="385" y="1999"/>
                    <a:pt x="454" y="1990"/>
                    <a:pt x="501" y="1980"/>
                  </a:cubicBezTo>
                  <a:cubicBezTo>
                    <a:pt x="677" y="1955"/>
                    <a:pt x="827" y="1905"/>
                    <a:pt x="978" y="1855"/>
                  </a:cubicBezTo>
                  <a:cubicBezTo>
                    <a:pt x="1253" y="1730"/>
                    <a:pt x="1504" y="1579"/>
                    <a:pt x="1729" y="1379"/>
                  </a:cubicBezTo>
                  <a:cubicBezTo>
                    <a:pt x="1980" y="1153"/>
                    <a:pt x="2306" y="852"/>
                    <a:pt x="2406" y="502"/>
                  </a:cubicBezTo>
                  <a:cubicBezTo>
                    <a:pt x="2456" y="401"/>
                    <a:pt x="2481" y="251"/>
                    <a:pt x="2456" y="126"/>
                  </a:cubicBezTo>
                  <a:cubicBezTo>
                    <a:pt x="2406" y="0"/>
                    <a:pt x="2281" y="0"/>
                    <a:pt x="2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5533654" y="2739582"/>
              <a:ext cx="42333" cy="49745"/>
            </a:xfrm>
            <a:custGeom>
              <a:avLst/>
              <a:gdLst/>
              <a:ahLst/>
              <a:cxnLst/>
              <a:rect l="l" t="t" r="r" b="b"/>
              <a:pathLst>
                <a:path w="2056" h="2416" extrusionOk="0">
                  <a:moveTo>
                    <a:pt x="203" y="0"/>
                  </a:moveTo>
                  <a:cubicBezTo>
                    <a:pt x="145" y="0"/>
                    <a:pt x="91" y="24"/>
                    <a:pt x="50" y="92"/>
                  </a:cubicBezTo>
                  <a:cubicBezTo>
                    <a:pt x="0" y="192"/>
                    <a:pt x="0" y="342"/>
                    <a:pt x="0" y="467"/>
                  </a:cubicBezTo>
                  <a:cubicBezTo>
                    <a:pt x="25" y="818"/>
                    <a:pt x="251" y="1194"/>
                    <a:pt x="476" y="1470"/>
                  </a:cubicBezTo>
                  <a:cubicBezTo>
                    <a:pt x="652" y="1721"/>
                    <a:pt x="852" y="1921"/>
                    <a:pt x="1078" y="2097"/>
                  </a:cubicBezTo>
                  <a:cubicBezTo>
                    <a:pt x="1228" y="2197"/>
                    <a:pt x="1354" y="2272"/>
                    <a:pt x="1504" y="2347"/>
                  </a:cubicBezTo>
                  <a:cubicBezTo>
                    <a:pt x="1579" y="2377"/>
                    <a:pt x="1698" y="2416"/>
                    <a:pt x="1803" y="2416"/>
                  </a:cubicBezTo>
                  <a:cubicBezTo>
                    <a:pt x="1874" y="2416"/>
                    <a:pt x="1940" y="2398"/>
                    <a:pt x="1980" y="2347"/>
                  </a:cubicBezTo>
                  <a:cubicBezTo>
                    <a:pt x="2055" y="2272"/>
                    <a:pt x="2030" y="2097"/>
                    <a:pt x="2030" y="2021"/>
                  </a:cubicBezTo>
                  <a:cubicBezTo>
                    <a:pt x="2030" y="1896"/>
                    <a:pt x="2030" y="1771"/>
                    <a:pt x="2005" y="1645"/>
                  </a:cubicBezTo>
                  <a:cubicBezTo>
                    <a:pt x="1955" y="1420"/>
                    <a:pt x="1880" y="1194"/>
                    <a:pt x="1755" y="994"/>
                  </a:cubicBezTo>
                  <a:cubicBezTo>
                    <a:pt x="1529" y="593"/>
                    <a:pt x="1153" y="342"/>
                    <a:pt x="727" y="167"/>
                  </a:cubicBezTo>
                  <a:cubicBezTo>
                    <a:pt x="602" y="117"/>
                    <a:pt x="476" y="66"/>
                    <a:pt x="351" y="41"/>
                  </a:cubicBezTo>
                  <a:cubicBezTo>
                    <a:pt x="305" y="18"/>
                    <a:pt x="253" y="0"/>
                    <a:pt x="2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5509400" y="2637212"/>
              <a:ext cx="55737" cy="35641"/>
            </a:xfrm>
            <a:custGeom>
              <a:avLst/>
              <a:gdLst/>
              <a:ahLst/>
              <a:cxnLst/>
              <a:rect l="l" t="t" r="r" b="b"/>
              <a:pathLst>
                <a:path w="2707" h="1731" extrusionOk="0">
                  <a:moveTo>
                    <a:pt x="2030" y="1"/>
                  </a:moveTo>
                  <a:cubicBezTo>
                    <a:pt x="1579" y="1"/>
                    <a:pt x="1128" y="101"/>
                    <a:pt x="752" y="377"/>
                  </a:cubicBezTo>
                  <a:cubicBezTo>
                    <a:pt x="577" y="527"/>
                    <a:pt x="401" y="703"/>
                    <a:pt x="276" y="903"/>
                  </a:cubicBezTo>
                  <a:cubicBezTo>
                    <a:pt x="226" y="1003"/>
                    <a:pt x="151" y="1104"/>
                    <a:pt x="100" y="1229"/>
                  </a:cubicBezTo>
                  <a:cubicBezTo>
                    <a:pt x="75" y="1304"/>
                    <a:pt x="0" y="1454"/>
                    <a:pt x="25" y="1530"/>
                  </a:cubicBezTo>
                  <a:cubicBezTo>
                    <a:pt x="75" y="1680"/>
                    <a:pt x="351" y="1705"/>
                    <a:pt x="476" y="1730"/>
                  </a:cubicBezTo>
                  <a:cubicBezTo>
                    <a:pt x="627" y="1730"/>
                    <a:pt x="802" y="1705"/>
                    <a:pt x="953" y="1655"/>
                  </a:cubicBezTo>
                  <a:cubicBezTo>
                    <a:pt x="1228" y="1605"/>
                    <a:pt x="1504" y="1480"/>
                    <a:pt x="1755" y="1329"/>
                  </a:cubicBezTo>
                  <a:cubicBezTo>
                    <a:pt x="2055" y="1154"/>
                    <a:pt x="2406" y="903"/>
                    <a:pt x="2582" y="577"/>
                  </a:cubicBezTo>
                  <a:cubicBezTo>
                    <a:pt x="2632" y="477"/>
                    <a:pt x="2707" y="327"/>
                    <a:pt x="2682" y="201"/>
                  </a:cubicBezTo>
                  <a:cubicBezTo>
                    <a:pt x="2657" y="76"/>
                    <a:pt x="2532" y="26"/>
                    <a:pt x="2406" y="26"/>
                  </a:cubicBezTo>
                  <a:cubicBezTo>
                    <a:pt x="2281" y="26"/>
                    <a:pt x="2156" y="1"/>
                    <a:pt x="20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5562026" y="2639641"/>
              <a:ext cx="37186" cy="54419"/>
            </a:xfrm>
            <a:custGeom>
              <a:avLst/>
              <a:gdLst/>
              <a:ahLst/>
              <a:cxnLst/>
              <a:rect l="l" t="t" r="r" b="b"/>
              <a:pathLst>
                <a:path w="1806" h="2643" extrusionOk="0">
                  <a:moveTo>
                    <a:pt x="268" y="0"/>
                  </a:moveTo>
                  <a:cubicBezTo>
                    <a:pt x="224" y="0"/>
                    <a:pt x="183" y="16"/>
                    <a:pt x="151" y="58"/>
                  </a:cubicBezTo>
                  <a:cubicBezTo>
                    <a:pt x="51" y="159"/>
                    <a:pt x="26" y="309"/>
                    <a:pt x="26" y="434"/>
                  </a:cubicBezTo>
                  <a:cubicBezTo>
                    <a:pt x="1" y="785"/>
                    <a:pt x="176" y="1186"/>
                    <a:pt x="326" y="1487"/>
                  </a:cubicBezTo>
                  <a:cubicBezTo>
                    <a:pt x="477" y="1763"/>
                    <a:pt x="627" y="2013"/>
                    <a:pt x="828" y="2214"/>
                  </a:cubicBezTo>
                  <a:cubicBezTo>
                    <a:pt x="953" y="2339"/>
                    <a:pt x="1078" y="2439"/>
                    <a:pt x="1204" y="2514"/>
                  </a:cubicBezTo>
                  <a:cubicBezTo>
                    <a:pt x="1291" y="2567"/>
                    <a:pt x="1438" y="2643"/>
                    <a:pt x="1553" y="2643"/>
                  </a:cubicBezTo>
                  <a:cubicBezTo>
                    <a:pt x="1604" y="2643"/>
                    <a:pt x="1649" y="2628"/>
                    <a:pt x="1680" y="2590"/>
                  </a:cubicBezTo>
                  <a:cubicBezTo>
                    <a:pt x="1755" y="2539"/>
                    <a:pt x="1755" y="2364"/>
                    <a:pt x="1780" y="2289"/>
                  </a:cubicBezTo>
                  <a:cubicBezTo>
                    <a:pt x="1805" y="2164"/>
                    <a:pt x="1805" y="2038"/>
                    <a:pt x="1805" y="1913"/>
                  </a:cubicBezTo>
                  <a:cubicBezTo>
                    <a:pt x="1805" y="1687"/>
                    <a:pt x="1755" y="1437"/>
                    <a:pt x="1680" y="1236"/>
                  </a:cubicBezTo>
                  <a:cubicBezTo>
                    <a:pt x="1504" y="785"/>
                    <a:pt x="1204" y="484"/>
                    <a:pt x="803" y="234"/>
                  </a:cubicBezTo>
                  <a:cubicBezTo>
                    <a:pt x="677" y="159"/>
                    <a:pt x="577" y="108"/>
                    <a:pt x="452" y="58"/>
                  </a:cubicBezTo>
                  <a:cubicBezTo>
                    <a:pt x="394" y="29"/>
                    <a:pt x="328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5626531" y="2573756"/>
              <a:ext cx="138838" cy="783367"/>
            </a:xfrm>
            <a:custGeom>
              <a:avLst/>
              <a:gdLst/>
              <a:ahLst/>
              <a:cxnLst/>
              <a:rect l="l" t="t" r="r" b="b"/>
              <a:pathLst>
                <a:path w="6743" h="38046" extrusionOk="0">
                  <a:moveTo>
                    <a:pt x="4361" y="0"/>
                  </a:moveTo>
                  <a:cubicBezTo>
                    <a:pt x="1880" y="2181"/>
                    <a:pt x="0" y="6592"/>
                    <a:pt x="2131" y="12456"/>
                  </a:cubicBezTo>
                  <a:cubicBezTo>
                    <a:pt x="2532" y="13584"/>
                    <a:pt x="3083" y="14687"/>
                    <a:pt x="3610" y="15740"/>
                  </a:cubicBezTo>
                  <a:cubicBezTo>
                    <a:pt x="4111" y="16792"/>
                    <a:pt x="4662" y="17870"/>
                    <a:pt x="5063" y="18998"/>
                  </a:cubicBezTo>
                  <a:cubicBezTo>
                    <a:pt x="6417" y="22707"/>
                    <a:pt x="6316" y="26918"/>
                    <a:pt x="4787" y="30552"/>
                  </a:cubicBezTo>
                  <a:cubicBezTo>
                    <a:pt x="4637" y="30953"/>
                    <a:pt x="4437" y="31329"/>
                    <a:pt x="4261" y="31730"/>
                  </a:cubicBezTo>
                  <a:cubicBezTo>
                    <a:pt x="3910" y="32507"/>
                    <a:pt x="3534" y="33309"/>
                    <a:pt x="3284" y="34161"/>
                  </a:cubicBezTo>
                  <a:cubicBezTo>
                    <a:pt x="3058" y="35038"/>
                    <a:pt x="2782" y="36717"/>
                    <a:pt x="3685" y="38045"/>
                  </a:cubicBezTo>
                  <a:lnTo>
                    <a:pt x="3935" y="37870"/>
                  </a:lnTo>
                  <a:cubicBezTo>
                    <a:pt x="3108" y="36642"/>
                    <a:pt x="3359" y="35063"/>
                    <a:pt x="3584" y="34261"/>
                  </a:cubicBezTo>
                  <a:cubicBezTo>
                    <a:pt x="3810" y="33434"/>
                    <a:pt x="4186" y="32632"/>
                    <a:pt x="4562" y="31855"/>
                  </a:cubicBezTo>
                  <a:cubicBezTo>
                    <a:pt x="4737" y="31479"/>
                    <a:pt x="4913" y="31078"/>
                    <a:pt x="5088" y="30677"/>
                  </a:cubicBezTo>
                  <a:cubicBezTo>
                    <a:pt x="6642" y="26968"/>
                    <a:pt x="6742" y="22657"/>
                    <a:pt x="5364" y="18872"/>
                  </a:cubicBezTo>
                  <a:cubicBezTo>
                    <a:pt x="4938" y="17770"/>
                    <a:pt x="4412" y="16667"/>
                    <a:pt x="3885" y="15614"/>
                  </a:cubicBezTo>
                  <a:cubicBezTo>
                    <a:pt x="3359" y="14562"/>
                    <a:pt x="2807" y="13459"/>
                    <a:pt x="2406" y="12356"/>
                  </a:cubicBezTo>
                  <a:cubicBezTo>
                    <a:pt x="326" y="6617"/>
                    <a:pt x="2156" y="2331"/>
                    <a:pt x="4562" y="226"/>
                  </a:cubicBezTo>
                  <a:lnTo>
                    <a:pt x="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5696185" y="3349333"/>
              <a:ext cx="33582" cy="57384"/>
            </a:xfrm>
            <a:custGeom>
              <a:avLst/>
              <a:gdLst/>
              <a:ahLst/>
              <a:cxnLst/>
              <a:rect l="l" t="t" r="r" b="b"/>
              <a:pathLst>
                <a:path w="1631" h="2787" extrusionOk="0">
                  <a:moveTo>
                    <a:pt x="302" y="0"/>
                  </a:moveTo>
                  <a:cubicBezTo>
                    <a:pt x="176" y="26"/>
                    <a:pt x="126" y="151"/>
                    <a:pt x="101" y="251"/>
                  </a:cubicBezTo>
                  <a:cubicBezTo>
                    <a:pt x="76" y="376"/>
                    <a:pt x="76" y="502"/>
                    <a:pt x="51" y="627"/>
                  </a:cubicBezTo>
                  <a:cubicBezTo>
                    <a:pt x="1" y="1103"/>
                    <a:pt x="51" y="1529"/>
                    <a:pt x="302" y="1930"/>
                  </a:cubicBezTo>
                  <a:cubicBezTo>
                    <a:pt x="427" y="2131"/>
                    <a:pt x="577" y="2331"/>
                    <a:pt x="778" y="2457"/>
                  </a:cubicBezTo>
                  <a:cubicBezTo>
                    <a:pt x="853" y="2557"/>
                    <a:pt x="953" y="2607"/>
                    <a:pt x="1079" y="2657"/>
                  </a:cubicBezTo>
                  <a:cubicBezTo>
                    <a:pt x="1146" y="2702"/>
                    <a:pt x="1253" y="2786"/>
                    <a:pt x="1346" y="2786"/>
                  </a:cubicBezTo>
                  <a:cubicBezTo>
                    <a:pt x="1357" y="2786"/>
                    <a:pt x="1369" y="2785"/>
                    <a:pt x="1379" y="2782"/>
                  </a:cubicBezTo>
                  <a:cubicBezTo>
                    <a:pt x="1530" y="2757"/>
                    <a:pt x="1580" y="2482"/>
                    <a:pt x="1605" y="2356"/>
                  </a:cubicBezTo>
                  <a:cubicBezTo>
                    <a:pt x="1630" y="2206"/>
                    <a:pt x="1605" y="2031"/>
                    <a:pt x="1605" y="1880"/>
                  </a:cubicBezTo>
                  <a:cubicBezTo>
                    <a:pt x="1555" y="1579"/>
                    <a:pt x="1455" y="1304"/>
                    <a:pt x="1329" y="1028"/>
                  </a:cubicBezTo>
                  <a:cubicBezTo>
                    <a:pt x="1179" y="727"/>
                    <a:pt x="978" y="351"/>
                    <a:pt x="678" y="151"/>
                  </a:cubicBezTo>
                  <a:cubicBezTo>
                    <a:pt x="577" y="76"/>
                    <a:pt x="42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5494431" y="2571903"/>
              <a:ext cx="177527" cy="901842"/>
            </a:xfrm>
            <a:custGeom>
              <a:avLst/>
              <a:gdLst/>
              <a:ahLst/>
              <a:cxnLst/>
              <a:rect l="l" t="t" r="r" b="b"/>
              <a:pathLst>
                <a:path w="8622" h="43800" extrusionOk="0">
                  <a:moveTo>
                    <a:pt x="7731" y="0"/>
                  </a:moveTo>
                  <a:cubicBezTo>
                    <a:pt x="7129" y="0"/>
                    <a:pt x="6497" y="184"/>
                    <a:pt x="5865" y="566"/>
                  </a:cubicBezTo>
                  <a:cubicBezTo>
                    <a:pt x="3985" y="1719"/>
                    <a:pt x="2281" y="4526"/>
                    <a:pt x="1880" y="7133"/>
                  </a:cubicBezTo>
                  <a:cubicBezTo>
                    <a:pt x="1379" y="10566"/>
                    <a:pt x="2256" y="14025"/>
                    <a:pt x="3133" y="17358"/>
                  </a:cubicBezTo>
                  <a:lnTo>
                    <a:pt x="3208" y="17659"/>
                  </a:lnTo>
                  <a:cubicBezTo>
                    <a:pt x="4136" y="21243"/>
                    <a:pt x="4888" y="24727"/>
                    <a:pt x="4136" y="28085"/>
                  </a:cubicBezTo>
                  <a:cubicBezTo>
                    <a:pt x="3760" y="29639"/>
                    <a:pt x="3083" y="31143"/>
                    <a:pt x="2406" y="32571"/>
                  </a:cubicBezTo>
                  <a:cubicBezTo>
                    <a:pt x="1930" y="33624"/>
                    <a:pt x="1429" y="34702"/>
                    <a:pt x="1053" y="35805"/>
                  </a:cubicBezTo>
                  <a:cubicBezTo>
                    <a:pt x="176" y="38336"/>
                    <a:pt x="0" y="41744"/>
                    <a:pt x="2106" y="43800"/>
                  </a:cubicBezTo>
                  <a:lnTo>
                    <a:pt x="2331" y="43574"/>
                  </a:lnTo>
                  <a:cubicBezTo>
                    <a:pt x="326" y="41619"/>
                    <a:pt x="502" y="38336"/>
                    <a:pt x="1329" y="35905"/>
                  </a:cubicBezTo>
                  <a:cubicBezTo>
                    <a:pt x="1705" y="34827"/>
                    <a:pt x="2206" y="33749"/>
                    <a:pt x="2682" y="32722"/>
                  </a:cubicBezTo>
                  <a:cubicBezTo>
                    <a:pt x="3359" y="31268"/>
                    <a:pt x="4061" y="29764"/>
                    <a:pt x="4437" y="28160"/>
                  </a:cubicBezTo>
                  <a:cubicBezTo>
                    <a:pt x="5213" y="24727"/>
                    <a:pt x="4437" y="21193"/>
                    <a:pt x="3509" y="17584"/>
                  </a:cubicBezTo>
                  <a:lnTo>
                    <a:pt x="3434" y="17283"/>
                  </a:lnTo>
                  <a:cubicBezTo>
                    <a:pt x="2582" y="13975"/>
                    <a:pt x="1680" y="10541"/>
                    <a:pt x="2206" y="7183"/>
                  </a:cubicBezTo>
                  <a:cubicBezTo>
                    <a:pt x="2582" y="4652"/>
                    <a:pt x="4236" y="1945"/>
                    <a:pt x="6041" y="842"/>
                  </a:cubicBezTo>
                  <a:cubicBezTo>
                    <a:pt x="6612" y="489"/>
                    <a:pt x="7183" y="317"/>
                    <a:pt x="7731" y="317"/>
                  </a:cubicBezTo>
                  <a:cubicBezTo>
                    <a:pt x="8001" y="317"/>
                    <a:pt x="8266" y="358"/>
                    <a:pt x="8522" y="441"/>
                  </a:cubicBezTo>
                  <a:lnTo>
                    <a:pt x="8622" y="140"/>
                  </a:lnTo>
                  <a:cubicBezTo>
                    <a:pt x="8335" y="47"/>
                    <a:pt x="8037" y="0"/>
                    <a:pt x="7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5532089" y="3463274"/>
              <a:ext cx="35641" cy="54914"/>
            </a:xfrm>
            <a:custGeom>
              <a:avLst/>
              <a:gdLst/>
              <a:ahLst/>
              <a:cxnLst/>
              <a:rect l="l" t="t" r="r" b="b"/>
              <a:pathLst>
                <a:path w="1731" h="2667" extrusionOk="0">
                  <a:moveTo>
                    <a:pt x="254" y="0"/>
                  </a:moveTo>
                  <a:cubicBezTo>
                    <a:pt x="236" y="0"/>
                    <a:pt x="219" y="2"/>
                    <a:pt x="201" y="5"/>
                  </a:cubicBezTo>
                  <a:cubicBezTo>
                    <a:pt x="76" y="30"/>
                    <a:pt x="51" y="156"/>
                    <a:pt x="26" y="281"/>
                  </a:cubicBezTo>
                  <a:cubicBezTo>
                    <a:pt x="26" y="406"/>
                    <a:pt x="1" y="532"/>
                    <a:pt x="1" y="657"/>
                  </a:cubicBezTo>
                  <a:cubicBezTo>
                    <a:pt x="1" y="1133"/>
                    <a:pt x="101" y="1559"/>
                    <a:pt x="402" y="1935"/>
                  </a:cubicBezTo>
                  <a:cubicBezTo>
                    <a:pt x="552" y="2111"/>
                    <a:pt x="728" y="2286"/>
                    <a:pt x="928" y="2411"/>
                  </a:cubicBezTo>
                  <a:cubicBezTo>
                    <a:pt x="1029" y="2462"/>
                    <a:pt x="1129" y="2512"/>
                    <a:pt x="1254" y="2562"/>
                  </a:cubicBezTo>
                  <a:cubicBezTo>
                    <a:pt x="1319" y="2605"/>
                    <a:pt x="1440" y="2667"/>
                    <a:pt x="1520" y="2667"/>
                  </a:cubicBezTo>
                  <a:cubicBezTo>
                    <a:pt x="1533" y="2667"/>
                    <a:pt x="1545" y="2665"/>
                    <a:pt x="1555" y="2662"/>
                  </a:cubicBezTo>
                  <a:cubicBezTo>
                    <a:pt x="1705" y="2612"/>
                    <a:pt x="1730" y="2336"/>
                    <a:pt x="1730" y="2211"/>
                  </a:cubicBezTo>
                  <a:cubicBezTo>
                    <a:pt x="1730" y="2035"/>
                    <a:pt x="1705" y="1885"/>
                    <a:pt x="1680" y="1735"/>
                  </a:cubicBezTo>
                  <a:cubicBezTo>
                    <a:pt x="1605" y="1434"/>
                    <a:pt x="1480" y="1183"/>
                    <a:pt x="1329" y="933"/>
                  </a:cubicBezTo>
                  <a:cubicBezTo>
                    <a:pt x="1154" y="632"/>
                    <a:pt x="903" y="256"/>
                    <a:pt x="577" y="106"/>
                  </a:cubicBezTo>
                  <a:cubicBezTo>
                    <a:pt x="491" y="62"/>
                    <a:pt x="367" y="0"/>
                    <a:pt x="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5418066" y="2573014"/>
              <a:ext cx="191981" cy="547241"/>
            </a:xfrm>
            <a:custGeom>
              <a:avLst/>
              <a:gdLst/>
              <a:ahLst/>
              <a:cxnLst/>
              <a:rect l="l" t="t" r="r" b="b"/>
              <a:pathLst>
                <a:path w="9324" h="26578" extrusionOk="0">
                  <a:moveTo>
                    <a:pt x="8256" y="1"/>
                  </a:moveTo>
                  <a:cubicBezTo>
                    <a:pt x="7935" y="1"/>
                    <a:pt x="7611" y="70"/>
                    <a:pt x="7293" y="212"/>
                  </a:cubicBezTo>
                  <a:cubicBezTo>
                    <a:pt x="5514" y="989"/>
                    <a:pt x="4085" y="3770"/>
                    <a:pt x="3434" y="5901"/>
                  </a:cubicBezTo>
                  <a:cubicBezTo>
                    <a:pt x="2707" y="8232"/>
                    <a:pt x="2857" y="10713"/>
                    <a:pt x="3008" y="13094"/>
                  </a:cubicBezTo>
                  <a:cubicBezTo>
                    <a:pt x="3083" y="14397"/>
                    <a:pt x="3158" y="15750"/>
                    <a:pt x="3108" y="17054"/>
                  </a:cubicBezTo>
                  <a:cubicBezTo>
                    <a:pt x="2958" y="20387"/>
                    <a:pt x="1880" y="23620"/>
                    <a:pt x="0" y="26402"/>
                  </a:cubicBezTo>
                  <a:lnTo>
                    <a:pt x="276" y="26578"/>
                  </a:lnTo>
                  <a:cubicBezTo>
                    <a:pt x="2181" y="23746"/>
                    <a:pt x="3258" y="20462"/>
                    <a:pt x="3409" y="17054"/>
                  </a:cubicBezTo>
                  <a:cubicBezTo>
                    <a:pt x="3484" y="15750"/>
                    <a:pt x="3409" y="14372"/>
                    <a:pt x="3308" y="13069"/>
                  </a:cubicBezTo>
                  <a:cubicBezTo>
                    <a:pt x="3183" y="10713"/>
                    <a:pt x="3033" y="8257"/>
                    <a:pt x="3734" y="6001"/>
                  </a:cubicBezTo>
                  <a:cubicBezTo>
                    <a:pt x="4436" y="3745"/>
                    <a:pt x="5840" y="1189"/>
                    <a:pt x="7419" y="487"/>
                  </a:cubicBezTo>
                  <a:cubicBezTo>
                    <a:pt x="7698" y="371"/>
                    <a:pt x="7972" y="314"/>
                    <a:pt x="8245" y="314"/>
                  </a:cubicBezTo>
                  <a:cubicBezTo>
                    <a:pt x="8561" y="314"/>
                    <a:pt x="8876" y="390"/>
                    <a:pt x="9198" y="537"/>
                  </a:cubicBezTo>
                  <a:lnTo>
                    <a:pt x="9323" y="262"/>
                  </a:lnTo>
                  <a:cubicBezTo>
                    <a:pt x="8978" y="89"/>
                    <a:pt x="8619" y="1"/>
                    <a:pt x="8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5392247" y="3112721"/>
              <a:ext cx="36156" cy="55758"/>
            </a:xfrm>
            <a:custGeom>
              <a:avLst/>
              <a:gdLst/>
              <a:ahLst/>
              <a:cxnLst/>
              <a:rect l="l" t="t" r="r" b="b"/>
              <a:pathLst>
                <a:path w="1756" h="2708" extrusionOk="0">
                  <a:moveTo>
                    <a:pt x="1462" y="0"/>
                  </a:moveTo>
                  <a:cubicBezTo>
                    <a:pt x="1391" y="0"/>
                    <a:pt x="1317" y="32"/>
                    <a:pt x="1254" y="64"/>
                  </a:cubicBezTo>
                  <a:cubicBezTo>
                    <a:pt x="1154" y="114"/>
                    <a:pt x="1054" y="189"/>
                    <a:pt x="928" y="264"/>
                  </a:cubicBezTo>
                  <a:cubicBezTo>
                    <a:pt x="552" y="540"/>
                    <a:pt x="252" y="866"/>
                    <a:pt x="101" y="1292"/>
                  </a:cubicBezTo>
                  <a:cubicBezTo>
                    <a:pt x="51" y="1518"/>
                    <a:pt x="1" y="1768"/>
                    <a:pt x="26" y="1994"/>
                  </a:cubicBezTo>
                  <a:cubicBezTo>
                    <a:pt x="26" y="2119"/>
                    <a:pt x="51" y="2244"/>
                    <a:pt x="76" y="2370"/>
                  </a:cubicBezTo>
                  <a:cubicBezTo>
                    <a:pt x="76" y="2445"/>
                    <a:pt x="101" y="2620"/>
                    <a:pt x="176" y="2670"/>
                  </a:cubicBezTo>
                  <a:cubicBezTo>
                    <a:pt x="210" y="2697"/>
                    <a:pt x="252" y="2708"/>
                    <a:pt x="297" y="2708"/>
                  </a:cubicBezTo>
                  <a:cubicBezTo>
                    <a:pt x="424" y="2708"/>
                    <a:pt x="579" y="2625"/>
                    <a:pt x="653" y="2570"/>
                  </a:cubicBezTo>
                  <a:cubicBezTo>
                    <a:pt x="778" y="2470"/>
                    <a:pt x="903" y="2370"/>
                    <a:pt x="1003" y="2244"/>
                  </a:cubicBezTo>
                  <a:cubicBezTo>
                    <a:pt x="1204" y="2019"/>
                    <a:pt x="1354" y="1768"/>
                    <a:pt x="1480" y="1492"/>
                  </a:cubicBezTo>
                  <a:cubicBezTo>
                    <a:pt x="1605" y="1167"/>
                    <a:pt x="1755" y="766"/>
                    <a:pt x="1705" y="415"/>
                  </a:cubicBezTo>
                  <a:cubicBezTo>
                    <a:pt x="1705" y="289"/>
                    <a:pt x="1655" y="139"/>
                    <a:pt x="1580" y="39"/>
                  </a:cubicBezTo>
                  <a:cubicBezTo>
                    <a:pt x="1543" y="11"/>
                    <a:pt x="1503" y="0"/>
                    <a:pt x="1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9" name="Google Shape;1249;p34"/>
          <p:cNvSpPr/>
          <p:nvPr/>
        </p:nvSpPr>
        <p:spPr>
          <a:xfrm>
            <a:off x="785254" y="4228671"/>
            <a:ext cx="3470921" cy="5754"/>
          </a:xfrm>
          <a:custGeom>
            <a:avLst/>
            <a:gdLst/>
            <a:ahLst/>
            <a:cxnLst/>
            <a:rect l="l" t="t" r="r" b="b"/>
            <a:pathLst>
              <a:path w="181581" h="301" extrusionOk="0">
                <a:moveTo>
                  <a:pt x="1" y="0"/>
                </a:moveTo>
                <a:lnTo>
                  <a:pt x="1" y="301"/>
                </a:lnTo>
                <a:lnTo>
                  <a:pt x="181581" y="301"/>
                </a:lnTo>
                <a:lnTo>
                  <a:pt x="1815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0" name="Google Shape;1250;p34"/>
          <p:cNvGrpSpPr/>
          <p:nvPr/>
        </p:nvGrpSpPr>
        <p:grpSpPr>
          <a:xfrm>
            <a:off x="2654958" y="2099460"/>
            <a:ext cx="434510" cy="192585"/>
            <a:chOff x="6072884" y="2507191"/>
            <a:chExt cx="468071" cy="207460"/>
          </a:xfrm>
        </p:grpSpPr>
        <p:sp>
          <p:nvSpPr>
            <p:cNvPr id="1251" name="Google Shape;1251;p34"/>
            <p:cNvSpPr/>
            <p:nvPr/>
          </p:nvSpPr>
          <p:spPr>
            <a:xfrm>
              <a:off x="6115195" y="2542275"/>
              <a:ext cx="311197" cy="98070"/>
            </a:xfrm>
            <a:custGeom>
              <a:avLst/>
              <a:gdLst/>
              <a:ahLst/>
              <a:cxnLst/>
              <a:rect l="l" t="t" r="r" b="b"/>
              <a:pathLst>
                <a:path w="15114" h="4763" extrusionOk="0">
                  <a:moveTo>
                    <a:pt x="2457" y="0"/>
                  </a:moveTo>
                  <a:cubicBezTo>
                    <a:pt x="1179" y="0"/>
                    <a:pt x="1" y="1178"/>
                    <a:pt x="1" y="2456"/>
                  </a:cubicBezTo>
                  <a:cubicBezTo>
                    <a:pt x="1" y="3735"/>
                    <a:pt x="1204" y="4762"/>
                    <a:pt x="2482" y="4762"/>
                  </a:cubicBezTo>
                  <a:lnTo>
                    <a:pt x="15114" y="4762"/>
                  </a:lnTo>
                  <a:lnTo>
                    <a:pt x="15114" y="4111"/>
                  </a:lnTo>
                  <a:lnTo>
                    <a:pt x="14437" y="4111"/>
                  </a:lnTo>
                  <a:lnTo>
                    <a:pt x="14437" y="802"/>
                  </a:lnTo>
                  <a:lnTo>
                    <a:pt x="15114" y="802"/>
                  </a:lnTo>
                  <a:lnTo>
                    <a:pt x="15114" y="126"/>
                  </a:lnTo>
                  <a:lnTo>
                    <a:pt x="2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222012" y="2542275"/>
              <a:ext cx="311197" cy="98070"/>
            </a:xfrm>
            <a:custGeom>
              <a:avLst/>
              <a:gdLst/>
              <a:ahLst/>
              <a:cxnLst/>
              <a:rect l="l" t="t" r="r" b="b"/>
              <a:pathLst>
                <a:path w="15114" h="4763" extrusionOk="0">
                  <a:moveTo>
                    <a:pt x="2457" y="0"/>
                  </a:moveTo>
                  <a:cubicBezTo>
                    <a:pt x="1179" y="0"/>
                    <a:pt x="1" y="1178"/>
                    <a:pt x="1" y="2456"/>
                  </a:cubicBezTo>
                  <a:cubicBezTo>
                    <a:pt x="1" y="3735"/>
                    <a:pt x="1204" y="4762"/>
                    <a:pt x="2482" y="4762"/>
                  </a:cubicBezTo>
                  <a:lnTo>
                    <a:pt x="15114" y="4762"/>
                  </a:lnTo>
                  <a:lnTo>
                    <a:pt x="15114" y="4111"/>
                  </a:lnTo>
                  <a:lnTo>
                    <a:pt x="14437" y="4111"/>
                  </a:lnTo>
                  <a:lnTo>
                    <a:pt x="14437" y="802"/>
                  </a:lnTo>
                  <a:lnTo>
                    <a:pt x="15114" y="802"/>
                  </a:lnTo>
                  <a:lnTo>
                    <a:pt x="15114" y="126"/>
                  </a:lnTo>
                  <a:lnTo>
                    <a:pt x="2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107454" y="2640321"/>
              <a:ext cx="433502" cy="74330"/>
            </a:xfrm>
            <a:custGeom>
              <a:avLst/>
              <a:gdLst/>
              <a:ahLst/>
              <a:cxnLst/>
              <a:rect l="l" t="t" r="r" b="b"/>
              <a:pathLst>
                <a:path w="21054" h="3610" extrusionOk="0">
                  <a:moveTo>
                    <a:pt x="1" y="0"/>
                  </a:moveTo>
                  <a:lnTo>
                    <a:pt x="1" y="501"/>
                  </a:lnTo>
                  <a:lnTo>
                    <a:pt x="527" y="501"/>
                  </a:lnTo>
                  <a:lnTo>
                    <a:pt x="527" y="3008"/>
                  </a:lnTo>
                  <a:lnTo>
                    <a:pt x="1" y="3008"/>
                  </a:lnTo>
                  <a:lnTo>
                    <a:pt x="1" y="3609"/>
                  </a:lnTo>
                  <a:lnTo>
                    <a:pt x="19199" y="3609"/>
                  </a:lnTo>
                  <a:cubicBezTo>
                    <a:pt x="20177" y="3609"/>
                    <a:pt x="21054" y="2732"/>
                    <a:pt x="21054" y="1755"/>
                  </a:cubicBezTo>
                  <a:cubicBezTo>
                    <a:pt x="21054" y="802"/>
                    <a:pt x="20151" y="0"/>
                    <a:pt x="191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6072884" y="2640321"/>
              <a:ext cx="188378" cy="74330"/>
            </a:xfrm>
            <a:custGeom>
              <a:avLst/>
              <a:gdLst/>
              <a:ahLst/>
              <a:cxnLst/>
              <a:rect l="l" t="t" r="r" b="b"/>
              <a:pathLst>
                <a:path w="9149" h="3610" extrusionOk="0">
                  <a:moveTo>
                    <a:pt x="1" y="0"/>
                  </a:moveTo>
                  <a:lnTo>
                    <a:pt x="1" y="501"/>
                  </a:lnTo>
                  <a:lnTo>
                    <a:pt x="502" y="501"/>
                  </a:lnTo>
                  <a:lnTo>
                    <a:pt x="502" y="3008"/>
                  </a:lnTo>
                  <a:lnTo>
                    <a:pt x="1" y="3008"/>
                  </a:lnTo>
                  <a:lnTo>
                    <a:pt x="1" y="3609"/>
                  </a:lnTo>
                  <a:lnTo>
                    <a:pt x="7294" y="3609"/>
                  </a:lnTo>
                  <a:cubicBezTo>
                    <a:pt x="8271" y="3609"/>
                    <a:pt x="9149" y="2732"/>
                    <a:pt x="9149" y="1755"/>
                  </a:cubicBezTo>
                  <a:cubicBezTo>
                    <a:pt x="9149" y="802"/>
                    <a:pt x="8246" y="0"/>
                    <a:pt x="7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6083220" y="2650636"/>
              <a:ext cx="163073" cy="51619"/>
            </a:xfrm>
            <a:custGeom>
              <a:avLst/>
              <a:gdLst/>
              <a:ahLst/>
              <a:cxnLst/>
              <a:rect l="l" t="t" r="r" b="b"/>
              <a:pathLst>
                <a:path w="7920" h="2507" extrusionOk="0">
                  <a:moveTo>
                    <a:pt x="0" y="0"/>
                  </a:moveTo>
                  <a:lnTo>
                    <a:pt x="0" y="2507"/>
                  </a:lnTo>
                  <a:lnTo>
                    <a:pt x="6667" y="2507"/>
                  </a:lnTo>
                  <a:cubicBezTo>
                    <a:pt x="7368" y="2507"/>
                    <a:pt x="7920" y="1930"/>
                    <a:pt x="7920" y="1254"/>
                  </a:cubicBezTo>
                  <a:cubicBezTo>
                    <a:pt x="7920" y="577"/>
                    <a:pt x="7368" y="0"/>
                    <a:pt x="66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083220" y="2687779"/>
              <a:ext cx="147074" cy="8277"/>
            </a:xfrm>
            <a:custGeom>
              <a:avLst/>
              <a:gdLst/>
              <a:ahLst/>
              <a:cxnLst/>
              <a:rect l="l" t="t" r="r" b="b"/>
              <a:pathLst>
                <a:path w="7143" h="402" extrusionOk="0">
                  <a:moveTo>
                    <a:pt x="7143" y="1"/>
                  </a:moveTo>
                  <a:lnTo>
                    <a:pt x="0" y="201"/>
                  </a:lnTo>
                  <a:lnTo>
                    <a:pt x="0" y="402"/>
                  </a:lnTo>
                  <a:lnTo>
                    <a:pt x="7143" y="227"/>
                  </a:lnTo>
                  <a:lnTo>
                    <a:pt x="7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083220" y="2674375"/>
              <a:ext cx="125414" cy="5168"/>
            </a:xfrm>
            <a:custGeom>
              <a:avLst/>
              <a:gdLst/>
              <a:ahLst/>
              <a:cxnLst/>
              <a:rect l="l" t="t" r="r" b="b"/>
              <a:pathLst>
                <a:path w="6091" h="251" extrusionOk="0">
                  <a:moveTo>
                    <a:pt x="6065" y="0"/>
                  </a:moveTo>
                  <a:lnTo>
                    <a:pt x="0" y="25"/>
                  </a:lnTo>
                  <a:lnTo>
                    <a:pt x="0" y="251"/>
                  </a:lnTo>
                  <a:lnTo>
                    <a:pt x="6090" y="201"/>
                  </a:lnTo>
                  <a:lnTo>
                    <a:pt x="60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083220" y="2655289"/>
              <a:ext cx="137274" cy="4653"/>
            </a:xfrm>
            <a:custGeom>
              <a:avLst/>
              <a:gdLst/>
              <a:ahLst/>
              <a:cxnLst/>
              <a:rect l="l" t="t" r="r" b="b"/>
              <a:pathLst>
                <a:path w="6667" h="226" extrusionOk="0">
                  <a:moveTo>
                    <a:pt x="0" y="0"/>
                  </a:moveTo>
                  <a:lnTo>
                    <a:pt x="0" y="226"/>
                  </a:lnTo>
                  <a:lnTo>
                    <a:pt x="6667" y="226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096624" y="2507191"/>
              <a:ext cx="385507" cy="37165"/>
            </a:xfrm>
            <a:custGeom>
              <a:avLst/>
              <a:gdLst/>
              <a:ahLst/>
              <a:cxnLst/>
              <a:rect l="l" t="t" r="r" b="b"/>
              <a:pathLst>
                <a:path w="18723" h="1805" extrusionOk="0">
                  <a:moveTo>
                    <a:pt x="18723" y="0"/>
                  </a:moveTo>
                  <a:lnTo>
                    <a:pt x="1" y="476"/>
                  </a:lnTo>
                  <a:lnTo>
                    <a:pt x="1" y="1704"/>
                  </a:lnTo>
                  <a:lnTo>
                    <a:pt x="18622" y="1805"/>
                  </a:lnTo>
                  <a:lnTo>
                    <a:pt x="187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242148" y="2558787"/>
              <a:ext cx="277141" cy="68132"/>
            </a:xfrm>
            <a:custGeom>
              <a:avLst/>
              <a:gdLst/>
              <a:ahLst/>
              <a:cxnLst/>
              <a:rect l="l" t="t" r="r" b="b"/>
              <a:pathLst>
                <a:path w="13460" h="3309" extrusionOk="0">
                  <a:moveTo>
                    <a:pt x="1655" y="0"/>
                  </a:moveTo>
                  <a:cubicBezTo>
                    <a:pt x="752" y="0"/>
                    <a:pt x="0" y="752"/>
                    <a:pt x="0" y="1654"/>
                  </a:cubicBezTo>
                  <a:cubicBezTo>
                    <a:pt x="0" y="2557"/>
                    <a:pt x="752" y="3309"/>
                    <a:pt x="1655" y="3309"/>
                  </a:cubicBezTo>
                  <a:lnTo>
                    <a:pt x="13459" y="3309"/>
                  </a:lnTo>
                  <a:lnTo>
                    <a:pt x="134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263293" y="2567558"/>
              <a:ext cx="255995" cy="9307"/>
            </a:xfrm>
            <a:custGeom>
              <a:avLst/>
              <a:gdLst/>
              <a:ahLst/>
              <a:cxnLst/>
              <a:rect l="l" t="t" r="r" b="b"/>
              <a:pathLst>
                <a:path w="12433" h="452" extrusionOk="0">
                  <a:moveTo>
                    <a:pt x="12432" y="0"/>
                  </a:moveTo>
                  <a:lnTo>
                    <a:pt x="1" y="251"/>
                  </a:lnTo>
                  <a:lnTo>
                    <a:pt x="1" y="451"/>
                  </a:lnTo>
                  <a:lnTo>
                    <a:pt x="12432" y="201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292715" y="2589754"/>
              <a:ext cx="226572" cy="5168"/>
            </a:xfrm>
            <a:custGeom>
              <a:avLst/>
              <a:gdLst/>
              <a:ahLst/>
              <a:cxnLst/>
              <a:rect l="l" t="t" r="r" b="b"/>
              <a:pathLst>
                <a:path w="11004" h="251" extrusionOk="0">
                  <a:moveTo>
                    <a:pt x="11003" y="0"/>
                  </a:moveTo>
                  <a:lnTo>
                    <a:pt x="1" y="50"/>
                  </a:lnTo>
                  <a:lnTo>
                    <a:pt x="1" y="251"/>
                  </a:lnTo>
                  <a:lnTo>
                    <a:pt x="11003" y="201"/>
                  </a:lnTo>
                  <a:lnTo>
                    <a:pt x="11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276203" y="2615552"/>
              <a:ext cx="243086" cy="4653"/>
            </a:xfrm>
            <a:custGeom>
              <a:avLst/>
              <a:gdLst/>
              <a:ahLst/>
              <a:cxnLst/>
              <a:rect l="l" t="t" r="r" b="b"/>
              <a:pathLst>
                <a:path w="11806" h="226" extrusionOk="0">
                  <a:moveTo>
                    <a:pt x="1" y="0"/>
                  </a:moveTo>
                  <a:lnTo>
                    <a:pt x="1" y="226"/>
                  </a:lnTo>
                  <a:lnTo>
                    <a:pt x="11805" y="226"/>
                  </a:lnTo>
                  <a:lnTo>
                    <a:pt x="118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34"/>
          <p:cNvGrpSpPr/>
          <p:nvPr/>
        </p:nvGrpSpPr>
        <p:grpSpPr>
          <a:xfrm>
            <a:off x="6923268" y="534998"/>
            <a:ext cx="1505643" cy="427803"/>
            <a:chOff x="3983000" y="1275438"/>
            <a:chExt cx="1621936" cy="460845"/>
          </a:xfrm>
        </p:grpSpPr>
        <p:sp>
          <p:nvSpPr>
            <p:cNvPr id="1265" name="Google Shape;1265;p34"/>
            <p:cNvSpPr/>
            <p:nvPr/>
          </p:nvSpPr>
          <p:spPr>
            <a:xfrm>
              <a:off x="3983000" y="1275438"/>
              <a:ext cx="1621936" cy="460845"/>
            </a:xfrm>
            <a:custGeom>
              <a:avLst/>
              <a:gdLst/>
              <a:ahLst/>
              <a:cxnLst/>
              <a:rect l="l" t="t" r="r" b="b"/>
              <a:pathLst>
                <a:path w="78773" h="22382" extrusionOk="0">
                  <a:moveTo>
                    <a:pt x="43384" y="0"/>
                  </a:moveTo>
                  <a:cubicBezTo>
                    <a:pt x="37194" y="0"/>
                    <a:pt x="31956" y="4010"/>
                    <a:pt x="30101" y="9549"/>
                  </a:cubicBezTo>
                  <a:cubicBezTo>
                    <a:pt x="29778" y="10456"/>
                    <a:pt x="29060" y="10825"/>
                    <a:pt x="28338" y="10825"/>
                  </a:cubicBezTo>
                  <a:cubicBezTo>
                    <a:pt x="27883" y="10825"/>
                    <a:pt x="27427" y="10678"/>
                    <a:pt x="27068" y="10426"/>
                  </a:cubicBezTo>
                  <a:cubicBezTo>
                    <a:pt x="25489" y="9323"/>
                    <a:pt x="23585" y="8672"/>
                    <a:pt x="21504" y="8672"/>
                  </a:cubicBezTo>
                  <a:cubicBezTo>
                    <a:pt x="17469" y="8672"/>
                    <a:pt x="14011" y="11153"/>
                    <a:pt x="12557" y="14662"/>
                  </a:cubicBezTo>
                  <a:cubicBezTo>
                    <a:pt x="12235" y="15422"/>
                    <a:pt x="11633" y="15687"/>
                    <a:pt x="11027" y="15687"/>
                  </a:cubicBezTo>
                  <a:cubicBezTo>
                    <a:pt x="10594" y="15687"/>
                    <a:pt x="10159" y="15552"/>
                    <a:pt x="9825" y="15364"/>
                  </a:cubicBezTo>
                  <a:cubicBezTo>
                    <a:pt x="8873" y="14862"/>
                    <a:pt x="7820" y="14587"/>
                    <a:pt x="6692" y="14587"/>
                  </a:cubicBezTo>
                  <a:cubicBezTo>
                    <a:pt x="2983" y="14587"/>
                    <a:pt x="0" y="17594"/>
                    <a:pt x="0" y="21304"/>
                  </a:cubicBezTo>
                  <a:cubicBezTo>
                    <a:pt x="0" y="21654"/>
                    <a:pt x="26" y="22030"/>
                    <a:pt x="76" y="22381"/>
                  </a:cubicBezTo>
                  <a:lnTo>
                    <a:pt x="78773" y="22381"/>
                  </a:lnTo>
                  <a:cubicBezTo>
                    <a:pt x="78522" y="19750"/>
                    <a:pt x="76317" y="17694"/>
                    <a:pt x="73635" y="17694"/>
                  </a:cubicBezTo>
                  <a:cubicBezTo>
                    <a:pt x="72582" y="17694"/>
                    <a:pt x="71605" y="18020"/>
                    <a:pt x="70778" y="18572"/>
                  </a:cubicBezTo>
                  <a:cubicBezTo>
                    <a:pt x="70506" y="18733"/>
                    <a:pt x="70230" y="18811"/>
                    <a:pt x="69976" y="18811"/>
                  </a:cubicBezTo>
                  <a:cubicBezTo>
                    <a:pt x="69481" y="18811"/>
                    <a:pt x="69064" y="18516"/>
                    <a:pt x="68898" y="17970"/>
                  </a:cubicBezTo>
                  <a:cubicBezTo>
                    <a:pt x="67896" y="14862"/>
                    <a:pt x="64988" y="12607"/>
                    <a:pt x="61555" y="12607"/>
                  </a:cubicBezTo>
                  <a:cubicBezTo>
                    <a:pt x="61028" y="12607"/>
                    <a:pt x="60527" y="12657"/>
                    <a:pt x="60026" y="12757"/>
                  </a:cubicBezTo>
                  <a:cubicBezTo>
                    <a:pt x="59774" y="12799"/>
                    <a:pt x="59540" y="12819"/>
                    <a:pt x="59322" y="12819"/>
                  </a:cubicBezTo>
                  <a:cubicBezTo>
                    <a:pt x="57976" y="12819"/>
                    <a:pt x="57259" y="12056"/>
                    <a:pt x="57043" y="10978"/>
                  </a:cubicBezTo>
                  <a:cubicBezTo>
                    <a:pt x="55665" y="4712"/>
                    <a:pt x="50076" y="0"/>
                    <a:pt x="43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4531022" y="1482360"/>
              <a:ext cx="122325" cy="128502"/>
            </a:xfrm>
            <a:custGeom>
              <a:avLst/>
              <a:gdLst/>
              <a:ahLst/>
              <a:cxnLst/>
              <a:rect l="l" t="t" r="r" b="b"/>
              <a:pathLst>
                <a:path w="5941" h="6241" extrusionOk="0">
                  <a:moveTo>
                    <a:pt x="151" y="0"/>
                  </a:moveTo>
                  <a:lnTo>
                    <a:pt x="0" y="251"/>
                  </a:lnTo>
                  <a:cubicBezTo>
                    <a:pt x="2431" y="1730"/>
                    <a:pt x="4186" y="3584"/>
                    <a:pt x="5664" y="6241"/>
                  </a:cubicBezTo>
                  <a:lnTo>
                    <a:pt x="5940" y="6091"/>
                  </a:lnTo>
                  <a:cubicBezTo>
                    <a:pt x="4436" y="3384"/>
                    <a:pt x="2657" y="150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5076965" y="1535501"/>
              <a:ext cx="137809" cy="97041"/>
            </a:xfrm>
            <a:custGeom>
              <a:avLst/>
              <a:gdLst/>
              <a:ahLst/>
              <a:cxnLst/>
              <a:rect l="l" t="t" r="r" b="b"/>
              <a:pathLst>
                <a:path w="6693" h="4713" extrusionOk="0">
                  <a:moveTo>
                    <a:pt x="6667" y="1"/>
                  </a:moveTo>
                  <a:cubicBezTo>
                    <a:pt x="6617" y="1"/>
                    <a:pt x="2632" y="502"/>
                    <a:pt x="1" y="4562"/>
                  </a:cubicBezTo>
                  <a:lnTo>
                    <a:pt x="276" y="4713"/>
                  </a:lnTo>
                  <a:cubicBezTo>
                    <a:pt x="2808" y="803"/>
                    <a:pt x="6667" y="327"/>
                    <a:pt x="6692" y="327"/>
                  </a:cubicBezTo>
                  <a:lnTo>
                    <a:pt x="6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4977890" y="1626032"/>
              <a:ext cx="178062" cy="45730"/>
            </a:xfrm>
            <a:custGeom>
              <a:avLst/>
              <a:gdLst/>
              <a:ahLst/>
              <a:cxnLst/>
              <a:rect l="l" t="t" r="r" b="b"/>
              <a:pathLst>
                <a:path w="8648" h="2221" extrusionOk="0">
                  <a:moveTo>
                    <a:pt x="4542" y="1"/>
                  </a:moveTo>
                  <a:cubicBezTo>
                    <a:pt x="2893" y="1"/>
                    <a:pt x="1254" y="719"/>
                    <a:pt x="1" y="1995"/>
                  </a:cubicBezTo>
                  <a:lnTo>
                    <a:pt x="226" y="2220"/>
                  </a:lnTo>
                  <a:cubicBezTo>
                    <a:pt x="1430" y="1017"/>
                    <a:pt x="2975" y="326"/>
                    <a:pt x="4527" y="326"/>
                  </a:cubicBezTo>
                  <a:cubicBezTo>
                    <a:pt x="4656" y="326"/>
                    <a:pt x="4784" y="331"/>
                    <a:pt x="4913" y="341"/>
                  </a:cubicBezTo>
                  <a:cubicBezTo>
                    <a:pt x="6341" y="441"/>
                    <a:pt x="7569" y="1093"/>
                    <a:pt x="8397" y="2195"/>
                  </a:cubicBezTo>
                  <a:lnTo>
                    <a:pt x="8647" y="2020"/>
                  </a:lnTo>
                  <a:cubicBezTo>
                    <a:pt x="7770" y="842"/>
                    <a:pt x="6442" y="140"/>
                    <a:pt x="4938" y="15"/>
                  </a:cubicBezTo>
                  <a:cubicBezTo>
                    <a:pt x="4806" y="6"/>
                    <a:pt x="4674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4122327" y="1598689"/>
              <a:ext cx="178577" cy="45195"/>
            </a:xfrm>
            <a:custGeom>
              <a:avLst/>
              <a:gdLst/>
              <a:ahLst/>
              <a:cxnLst/>
              <a:rect l="l" t="t" r="r" b="b"/>
              <a:pathLst>
                <a:path w="8673" h="2195" extrusionOk="0">
                  <a:moveTo>
                    <a:pt x="4547" y="1"/>
                  </a:moveTo>
                  <a:cubicBezTo>
                    <a:pt x="2918" y="1"/>
                    <a:pt x="1277" y="718"/>
                    <a:pt x="0" y="1994"/>
                  </a:cubicBezTo>
                  <a:lnTo>
                    <a:pt x="226" y="2195"/>
                  </a:lnTo>
                  <a:cubicBezTo>
                    <a:pt x="1445" y="976"/>
                    <a:pt x="3036" y="306"/>
                    <a:pt x="4610" y="306"/>
                  </a:cubicBezTo>
                  <a:cubicBezTo>
                    <a:pt x="4720" y="306"/>
                    <a:pt x="4829" y="309"/>
                    <a:pt x="4938" y="315"/>
                  </a:cubicBezTo>
                  <a:cubicBezTo>
                    <a:pt x="6341" y="416"/>
                    <a:pt x="7594" y="1092"/>
                    <a:pt x="8422" y="2195"/>
                  </a:cubicBezTo>
                  <a:lnTo>
                    <a:pt x="8672" y="1994"/>
                  </a:lnTo>
                  <a:cubicBezTo>
                    <a:pt x="7770" y="817"/>
                    <a:pt x="6467" y="115"/>
                    <a:pt x="4938" y="15"/>
                  </a:cubicBezTo>
                  <a:cubicBezTo>
                    <a:pt x="4808" y="5"/>
                    <a:pt x="4677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aphicFrame>
        <p:nvGraphicFramePr>
          <p:cNvPr id="1275" name="Google Shape;1275;p35"/>
          <p:cNvGraphicFramePr/>
          <p:nvPr/>
        </p:nvGraphicFramePr>
        <p:xfrm>
          <a:off x="720000" y="161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{0FF44543-2DAB-46EE-AA07-597B25C2EC2E}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100" b="1" u="sng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 and </a:t>
                      </a: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100" b="1" u="sng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100" b="1" u="sng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100" b="1" u="sng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 and </a:t>
                      </a: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100" b="1" u="sng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Editable presentation theme </a:t>
                      </a:r>
                      <a:endParaRPr sz="1100" b="1" u="sng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You can edit the master slides easily. For more info, click </a:t>
                      </a:r>
                      <a:r>
                        <a:rPr lang="en" sz="1100" b="1" u="sng">
                          <a:solidFill>
                            <a:schemeClr val="lt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lt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76" name="Google Shape;1276;p35"/>
          <p:cNvSpPr txBox="1"/>
          <p:nvPr/>
        </p:nvSpPr>
        <p:spPr>
          <a:xfrm>
            <a:off x="720000" y="1076425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You can delete this slide when you’re done editing the presentation</a:t>
            </a:r>
            <a:endParaRPr sz="12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7" name="Google Shape;1277;p35"/>
          <p:cNvSpPr txBox="1"/>
          <p:nvPr/>
        </p:nvSpPr>
        <p:spPr>
          <a:xfrm>
            <a:off x="999732" y="4133675"/>
            <a:ext cx="348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rPr>
              <a:t>For more info:</a:t>
            </a:r>
            <a:br>
              <a:rPr lang="en" sz="800" b="1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lt2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| 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 | 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s</a:t>
            </a:r>
            <a:endParaRPr sz="1000" b="1" u="sng"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8" name="Google Shape;1278;p35"/>
          <p:cNvSpPr txBox="1"/>
          <p:nvPr/>
        </p:nvSpPr>
        <p:spPr>
          <a:xfrm>
            <a:off x="4663968" y="4133675"/>
            <a:ext cx="348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rPr>
              <a:t>You can visit our sister projects:</a:t>
            </a:r>
            <a:br>
              <a:rPr lang="en" sz="800" b="1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 | 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 | 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 | 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</a:t>
            </a:r>
            <a:r>
              <a:rPr lang="en" sz="1000" b="1">
                <a:solidFill>
                  <a:schemeClr val="lt2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rPr>
              <a:t>| </a:t>
            </a:r>
            <a:r>
              <a:rPr lang="en" sz="1000" b="1" u="sng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36"/>
          <p:cNvSpPr txBox="1">
            <a:spLocks noGrp="1"/>
          </p:cNvSpPr>
          <p:nvPr>
            <p:ph type="subTitle" idx="9"/>
          </p:nvPr>
        </p:nvSpPr>
        <p:spPr>
          <a:xfrm>
            <a:off x="715113" y="1990900"/>
            <a:ext cx="249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patient</a:t>
            </a:r>
            <a:endParaRPr/>
          </a:p>
        </p:txBody>
      </p:sp>
      <p:sp>
        <p:nvSpPr>
          <p:cNvPr id="1284" name="Google Shape;1284;p36"/>
          <p:cNvSpPr txBox="1">
            <a:spLocks noGrp="1"/>
          </p:cNvSpPr>
          <p:nvPr>
            <p:ph type="subTitle" idx="13"/>
          </p:nvPr>
        </p:nvSpPr>
        <p:spPr>
          <a:xfrm>
            <a:off x="3322350" y="1990900"/>
            <a:ext cx="249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285" name="Google Shape;1285;p36"/>
          <p:cNvSpPr txBox="1">
            <a:spLocks noGrp="1"/>
          </p:cNvSpPr>
          <p:nvPr>
            <p:ph type="subTitle" idx="14"/>
          </p:nvPr>
        </p:nvSpPr>
        <p:spPr>
          <a:xfrm>
            <a:off x="2021113" y="3720875"/>
            <a:ext cx="249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</a:t>
            </a:r>
            <a:endParaRPr/>
          </a:p>
        </p:txBody>
      </p:sp>
      <p:sp>
        <p:nvSpPr>
          <p:cNvPr id="1286" name="Google Shape;1286;p36"/>
          <p:cNvSpPr txBox="1">
            <a:spLocks noGrp="1"/>
          </p:cNvSpPr>
          <p:nvPr>
            <p:ph type="subTitle" idx="15"/>
          </p:nvPr>
        </p:nvSpPr>
        <p:spPr>
          <a:xfrm>
            <a:off x="4623562" y="3720875"/>
            <a:ext cx="249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monitoring</a:t>
            </a:r>
            <a:endParaRPr/>
          </a:p>
        </p:txBody>
      </p:sp>
      <p:sp>
        <p:nvSpPr>
          <p:cNvPr id="1287" name="Google Shape;1287;p36"/>
          <p:cNvSpPr txBox="1">
            <a:spLocks noGrp="1"/>
          </p:cNvSpPr>
          <p:nvPr>
            <p:ph type="title" idx="2"/>
          </p:nvPr>
        </p:nvSpPr>
        <p:spPr>
          <a:xfrm>
            <a:off x="1557488" y="1444374"/>
            <a:ext cx="814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88" name="Google Shape;1288;p36"/>
          <p:cNvSpPr txBox="1">
            <a:spLocks noGrp="1"/>
          </p:cNvSpPr>
          <p:nvPr>
            <p:ph type="title" idx="3"/>
          </p:nvPr>
        </p:nvSpPr>
        <p:spPr>
          <a:xfrm>
            <a:off x="4164742" y="1444374"/>
            <a:ext cx="814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89" name="Google Shape;1289;p36"/>
          <p:cNvSpPr txBox="1">
            <a:spLocks noGrp="1"/>
          </p:cNvSpPr>
          <p:nvPr>
            <p:ph type="subTitle" idx="4"/>
          </p:nvPr>
        </p:nvSpPr>
        <p:spPr>
          <a:xfrm>
            <a:off x="3322350" y="2339603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290" name="Google Shape;1290;p36"/>
          <p:cNvSpPr txBox="1">
            <a:spLocks noGrp="1"/>
          </p:cNvSpPr>
          <p:nvPr>
            <p:ph type="title" idx="5"/>
          </p:nvPr>
        </p:nvSpPr>
        <p:spPr>
          <a:xfrm>
            <a:off x="2863525" y="3167600"/>
            <a:ext cx="814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91" name="Google Shape;1291;p36"/>
          <p:cNvSpPr txBox="1">
            <a:spLocks noGrp="1"/>
          </p:cNvSpPr>
          <p:nvPr>
            <p:ph type="subTitle" idx="6"/>
          </p:nvPr>
        </p:nvSpPr>
        <p:spPr>
          <a:xfrm>
            <a:off x="2021113" y="4065756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292" name="Google Shape;1292;p36"/>
          <p:cNvSpPr txBox="1">
            <a:spLocks noGrp="1"/>
          </p:cNvSpPr>
          <p:nvPr>
            <p:ph type="title" idx="7"/>
          </p:nvPr>
        </p:nvSpPr>
        <p:spPr>
          <a:xfrm>
            <a:off x="5465972" y="3167600"/>
            <a:ext cx="814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93" name="Google Shape;1293;p36"/>
          <p:cNvSpPr txBox="1">
            <a:spLocks noGrp="1"/>
          </p:cNvSpPr>
          <p:nvPr>
            <p:ph type="subTitle" idx="8"/>
          </p:nvPr>
        </p:nvSpPr>
        <p:spPr>
          <a:xfrm>
            <a:off x="4623562" y="4065752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294" name="Google Shape;129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295" name="Google Shape;1295;p36"/>
          <p:cNvSpPr txBox="1">
            <a:spLocks noGrp="1"/>
          </p:cNvSpPr>
          <p:nvPr>
            <p:ph type="subTitle" idx="1"/>
          </p:nvPr>
        </p:nvSpPr>
        <p:spPr>
          <a:xfrm>
            <a:off x="715113" y="2339603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296" name="Google Shape;1296;p36"/>
          <p:cNvSpPr txBox="1">
            <a:spLocks noGrp="1"/>
          </p:cNvSpPr>
          <p:nvPr>
            <p:ph type="title" idx="16"/>
          </p:nvPr>
        </p:nvSpPr>
        <p:spPr>
          <a:xfrm>
            <a:off x="6771988" y="1444374"/>
            <a:ext cx="814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97" name="Google Shape;1297;p36"/>
          <p:cNvSpPr txBox="1">
            <a:spLocks noGrp="1"/>
          </p:cNvSpPr>
          <p:nvPr>
            <p:ph type="subTitle" idx="17"/>
          </p:nvPr>
        </p:nvSpPr>
        <p:spPr>
          <a:xfrm>
            <a:off x="5929588" y="2339603"/>
            <a:ext cx="2499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298" name="Google Shape;1298;p36"/>
          <p:cNvSpPr txBox="1">
            <a:spLocks noGrp="1"/>
          </p:cNvSpPr>
          <p:nvPr>
            <p:ph type="subTitle" idx="18"/>
          </p:nvPr>
        </p:nvSpPr>
        <p:spPr>
          <a:xfrm>
            <a:off x="5929588" y="1990900"/>
            <a:ext cx="2499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39"/>
          <p:cNvSpPr txBox="1">
            <a:spLocks noGrp="1"/>
          </p:cNvSpPr>
          <p:nvPr>
            <p:ph type="subTitle" idx="1"/>
          </p:nvPr>
        </p:nvSpPr>
        <p:spPr>
          <a:xfrm>
            <a:off x="719951" y="2464325"/>
            <a:ext cx="2210700" cy="4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317" name="Google Shape;1317;p39"/>
          <p:cNvSpPr txBox="1">
            <a:spLocks noGrp="1"/>
          </p:cNvSpPr>
          <p:nvPr>
            <p:ph type="subTitle" idx="5"/>
          </p:nvPr>
        </p:nvSpPr>
        <p:spPr>
          <a:xfrm>
            <a:off x="3466648" y="2464325"/>
            <a:ext cx="2210700" cy="4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318" name="Google Shape;1318;p39"/>
          <p:cNvSpPr txBox="1">
            <a:spLocks noGrp="1"/>
          </p:cNvSpPr>
          <p:nvPr>
            <p:ph type="subTitle" idx="6"/>
          </p:nvPr>
        </p:nvSpPr>
        <p:spPr>
          <a:xfrm>
            <a:off x="6213344" y="2464325"/>
            <a:ext cx="2210700" cy="4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19" name="Google Shape;131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INFORMATION</a:t>
            </a:r>
            <a:endParaRPr/>
          </a:p>
        </p:txBody>
      </p:sp>
      <p:sp>
        <p:nvSpPr>
          <p:cNvPr id="1320" name="Google Shape;1320;p39"/>
          <p:cNvSpPr txBox="1">
            <a:spLocks noGrp="1"/>
          </p:cNvSpPr>
          <p:nvPr>
            <p:ph type="subTitle" idx="2"/>
          </p:nvPr>
        </p:nvSpPr>
        <p:spPr>
          <a:xfrm>
            <a:off x="719951" y="2953925"/>
            <a:ext cx="22107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sp>
        <p:nvSpPr>
          <p:cNvPr id="1321" name="Google Shape;1321;p39"/>
          <p:cNvSpPr txBox="1">
            <a:spLocks noGrp="1"/>
          </p:cNvSpPr>
          <p:nvPr>
            <p:ph type="subTitle" idx="3"/>
          </p:nvPr>
        </p:nvSpPr>
        <p:spPr>
          <a:xfrm>
            <a:off x="3466650" y="2953925"/>
            <a:ext cx="22107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</a:t>
            </a:r>
            <a:endParaRPr/>
          </a:p>
        </p:txBody>
      </p:sp>
      <p:sp>
        <p:nvSpPr>
          <p:cNvPr id="1322" name="Google Shape;1322;p39"/>
          <p:cNvSpPr txBox="1">
            <a:spLocks noGrp="1"/>
          </p:cNvSpPr>
          <p:nvPr>
            <p:ph type="subTitle" idx="4"/>
          </p:nvPr>
        </p:nvSpPr>
        <p:spPr>
          <a:xfrm>
            <a:off x="6213349" y="2953925"/>
            <a:ext cx="22107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grpSp>
        <p:nvGrpSpPr>
          <p:cNvPr id="1323" name="Google Shape;1323;p39"/>
          <p:cNvGrpSpPr/>
          <p:nvPr/>
        </p:nvGrpSpPr>
        <p:grpSpPr>
          <a:xfrm>
            <a:off x="7172939" y="1956940"/>
            <a:ext cx="291517" cy="363421"/>
            <a:chOff x="3240913" y="2042307"/>
            <a:chExt cx="291517" cy="363421"/>
          </a:xfrm>
        </p:grpSpPr>
        <p:sp>
          <p:nvSpPr>
            <p:cNvPr id="1324" name="Google Shape;1324;p39"/>
            <p:cNvSpPr/>
            <p:nvPr/>
          </p:nvSpPr>
          <p:spPr>
            <a:xfrm>
              <a:off x="3367738" y="2144526"/>
              <a:ext cx="69411" cy="98967"/>
            </a:xfrm>
            <a:custGeom>
              <a:avLst/>
              <a:gdLst/>
              <a:ahLst/>
              <a:cxnLst/>
              <a:rect l="l" t="t" r="r" b="b"/>
              <a:pathLst>
                <a:path w="1921" h="2739" extrusionOk="0">
                  <a:moveTo>
                    <a:pt x="866" y="0"/>
                  </a:moveTo>
                  <a:lnTo>
                    <a:pt x="0" y="1437"/>
                  </a:lnTo>
                  <a:lnTo>
                    <a:pt x="753" y="1662"/>
                  </a:lnTo>
                  <a:cubicBezTo>
                    <a:pt x="878" y="1700"/>
                    <a:pt x="964" y="1814"/>
                    <a:pt x="964" y="1944"/>
                  </a:cubicBezTo>
                  <a:lnTo>
                    <a:pt x="964" y="2739"/>
                  </a:lnTo>
                  <a:lnTo>
                    <a:pt x="1920" y="1408"/>
                  </a:lnTo>
                  <a:lnTo>
                    <a:pt x="1085" y="1189"/>
                  </a:lnTo>
                  <a:cubicBezTo>
                    <a:pt x="956" y="1155"/>
                    <a:pt x="866" y="1038"/>
                    <a:pt x="866" y="903"/>
                  </a:cubicBezTo>
                  <a:lnTo>
                    <a:pt x="8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3240913" y="2042307"/>
              <a:ext cx="291517" cy="363421"/>
            </a:xfrm>
            <a:custGeom>
              <a:avLst/>
              <a:gdLst/>
              <a:ahLst/>
              <a:cxnLst/>
              <a:rect l="l" t="t" r="r" b="b"/>
              <a:pathLst>
                <a:path w="8068" h="10058" extrusionOk="0">
                  <a:moveTo>
                    <a:pt x="4669" y="1474"/>
                  </a:moveTo>
                  <a:cubicBezTo>
                    <a:pt x="4696" y="1474"/>
                    <a:pt x="4722" y="1477"/>
                    <a:pt x="4749" y="1485"/>
                  </a:cubicBezTo>
                  <a:cubicBezTo>
                    <a:pt x="4876" y="1520"/>
                    <a:pt x="4964" y="1636"/>
                    <a:pt x="4964" y="1769"/>
                  </a:cubicBezTo>
                  <a:lnTo>
                    <a:pt x="4964" y="3505"/>
                  </a:lnTo>
                  <a:lnTo>
                    <a:pt x="5995" y="3776"/>
                  </a:lnTo>
                  <a:cubicBezTo>
                    <a:pt x="6089" y="3800"/>
                    <a:pt x="6164" y="3870"/>
                    <a:pt x="6197" y="3961"/>
                  </a:cubicBezTo>
                  <a:cubicBezTo>
                    <a:pt x="6229" y="4053"/>
                    <a:pt x="6215" y="4154"/>
                    <a:pt x="6159" y="4233"/>
                  </a:cubicBezTo>
                  <a:lnTo>
                    <a:pt x="4419" y="6654"/>
                  </a:lnTo>
                  <a:cubicBezTo>
                    <a:pt x="4362" y="6732"/>
                    <a:pt x="4272" y="6777"/>
                    <a:pt x="4179" y="6777"/>
                  </a:cubicBezTo>
                  <a:cubicBezTo>
                    <a:pt x="4149" y="6777"/>
                    <a:pt x="4118" y="6772"/>
                    <a:pt x="4088" y="6763"/>
                  </a:cubicBezTo>
                  <a:cubicBezTo>
                    <a:pt x="3967" y="6724"/>
                    <a:pt x="3884" y="6610"/>
                    <a:pt x="3884" y="6482"/>
                  </a:cubicBezTo>
                  <a:lnTo>
                    <a:pt x="3884" y="4993"/>
                  </a:lnTo>
                  <a:lnTo>
                    <a:pt x="2978" y="4721"/>
                  </a:lnTo>
                  <a:cubicBezTo>
                    <a:pt x="2891" y="4695"/>
                    <a:pt x="2821" y="4631"/>
                    <a:pt x="2788" y="4546"/>
                  </a:cubicBezTo>
                  <a:cubicBezTo>
                    <a:pt x="2754" y="4460"/>
                    <a:pt x="2763" y="4365"/>
                    <a:pt x="2810" y="4288"/>
                  </a:cubicBezTo>
                  <a:lnTo>
                    <a:pt x="4418" y="1617"/>
                  </a:lnTo>
                  <a:cubicBezTo>
                    <a:pt x="4472" y="1527"/>
                    <a:pt x="4568" y="1474"/>
                    <a:pt x="4669" y="1474"/>
                  </a:cubicBezTo>
                  <a:close/>
                  <a:moveTo>
                    <a:pt x="4503" y="0"/>
                  </a:moveTo>
                  <a:cubicBezTo>
                    <a:pt x="3554" y="0"/>
                    <a:pt x="2660" y="372"/>
                    <a:pt x="1985" y="1047"/>
                  </a:cubicBezTo>
                  <a:cubicBezTo>
                    <a:pt x="1310" y="1723"/>
                    <a:pt x="938" y="2617"/>
                    <a:pt x="938" y="3565"/>
                  </a:cubicBezTo>
                  <a:lnTo>
                    <a:pt x="938" y="4302"/>
                  </a:lnTo>
                  <a:lnTo>
                    <a:pt x="49" y="5970"/>
                  </a:lnTo>
                  <a:cubicBezTo>
                    <a:pt x="0" y="6062"/>
                    <a:pt x="4" y="6172"/>
                    <a:pt x="57" y="6261"/>
                  </a:cubicBezTo>
                  <a:cubicBezTo>
                    <a:pt x="110" y="6349"/>
                    <a:pt x="207" y="6404"/>
                    <a:pt x="310" y="6404"/>
                  </a:cubicBezTo>
                  <a:lnTo>
                    <a:pt x="938" y="6404"/>
                  </a:lnTo>
                  <a:lnTo>
                    <a:pt x="938" y="7130"/>
                  </a:lnTo>
                  <a:cubicBezTo>
                    <a:pt x="938" y="8149"/>
                    <a:pt x="1766" y="8976"/>
                    <a:pt x="2784" y="8976"/>
                  </a:cubicBezTo>
                  <a:lnTo>
                    <a:pt x="3884" y="8976"/>
                  </a:lnTo>
                  <a:lnTo>
                    <a:pt x="3884" y="9762"/>
                  </a:lnTo>
                  <a:cubicBezTo>
                    <a:pt x="3884" y="9924"/>
                    <a:pt x="4016" y="10057"/>
                    <a:pt x="4178" y="10057"/>
                  </a:cubicBezTo>
                  <a:lnTo>
                    <a:pt x="7773" y="10057"/>
                  </a:lnTo>
                  <a:cubicBezTo>
                    <a:pt x="7936" y="10057"/>
                    <a:pt x="8067" y="9924"/>
                    <a:pt x="8067" y="9762"/>
                  </a:cubicBezTo>
                  <a:lnTo>
                    <a:pt x="8067" y="3565"/>
                  </a:lnTo>
                  <a:cubicBezTo>
                    <a:pt x="8067" y="2617"/>
                    <a:pt x="7696" y="1722"/>
                    <a:pt x="7020" y="1047"/>
                  </a:cubicBezTo>
                  <a:cubicBezTo>
                    <a:pt x="6346" y="372"/>
                    <a:pt x="5451" y="0"/>
                    <a:pt x="4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6" name="Google Shape;1326;p39"/>
          <p:cNvGrpSpPr/>
          <p:nvPr/>
        </p:nvGrpSpPr>
        <p:grpSpPr>
          <a:xfrm>
            <a:off x="1679543" y="1956958"/>
            <a:ext cx="291517" cy="363385"/>
            <a:chOff x="889229" y="2617609"/>
            <a:chExt cx="291517" cy="363385"/>
          </a:xfrm>
        </p:grpSpPr>
        <p:sp>
          <p:nvSpPr>
            <p:cNvPr id="1327" name="Google Shape;1327;p39"/>
            <p:cNvSpPr/>
            <p:nvPr/>
          </p:nvSpPr>
          <p:spPr>
            <a:xfrm>
              <a:off x="988738" y="2680010"/>
              <a:ext cx="125958" cy="71000"/>
            </a:xfrm>
            <a:custGeom>
              <a:avLst/>
              <a:gdLst/>
              <a:ahLst/>
              <a:cxnLst/>
              <a:rect l="l" t="t" r="r" b="b"/>
              <a:pathLst>
                <a:path w="3486" h="1965" extrusionOk="0">
                  <a:moveTo>
                    <a:pt x="1743" y="1"/>
                  </a:moveTo>
                  <a:cubicBezTo>
                    <a:pt x="1371" y="1"/>
                    <a:pt x="1061" y="304"/>
                    <a:pt x="1052" y="675"/>
                  </a:cubicBezTo>
                  <a:cubicBezTo>
                    <a:pt x="1048" y="836"/>
                    <a:pt x="917" y="962"/>
                    <a:pt x="757" y="962"/>
                  </a:cubicBezTo>
                  <a:lnTo>
                    <a:pt x="501" y="962"/>
                  </a:lnTo>
                  <a:cubicBezTo>
                    <a:pt x="226" y="962"/>
                    <a:pt x="0" y="1188"/>
                    <a:pt x="0" y="1463"/>
                  </a:cubicBezTo>
                  <a:cubicBezTo>
                    <a:pt x="0" y="1739"/>
                    <a:pt x="226" y="1965"/>
                    <a:pt x="501" y="1965"/>
                  </a:cubicBezTo>
                  <a:lnTo>
                    <a:pt x="2986" y="1965"/>
                  </a:lnTo>
                  <a:cubicBezTo>
                    <a:pt x="3261" y="1965"/>
                    <a:pt x="3486" y="1739"/>
                    <a:pt x="3486" y="1463"/>
                  </a:cubicBezTo>
                  <a:cubicBezTo>
                    <a:pt x="3486" y="1188"/>
                    <a:pt x="3261" y="962"/>
                    <a:pt x="2986" y="962"/>
                  </a:cubicBezTo>
                  <a:lnTo>
                    <a:pt x="2730" y="962"/>
                  </a:lnTo>
                  <a:cubicBezTo>
                    <a:pt x="2570" y="962"/>
                    <a:pt x="2439" y="835"/>
                    <a:pt x="2435" y="675"/>
                  </a:cubicBezTo>
                  <a:cubicBezTo>
                    <a:pt x="2426" y="304"/>
                    <a:pt x="2116" y="1"/>
                    <a:pt x="1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9"/>
            <p:cNvSpPr/>
            <p:nvPr/>
          </p:nvSpPr>
          <p:spPr>
            <a:xfrm>
              <a:off x="889229" y="2617609"/>
              <a:ext cx="291517" cy="363385"/>
            </a:xfrm>
            <a:custGeom>
              <a:avLst/>
              <a:gdLst/>
              <a:ahLst/>
              <a:cxnLst/>
              <a:rect l="l" t="t" r="r" b="b"/>
              <a:pathLst>
                <a:path w="8068" h="10057" extrusionOk="0">
                  <a:moveTo>
                    <a:pt x="4497" y="1139"/>
                  </a:moveTo>
                  <a:cubicBezTo>
                    <a:pt x="4834" y="1139"/>
                    <a:pt x="5152" y="1269"/>
                    <a:pt x="5393" y="1504"/>
                  </a:cubicBezTo>
                  <a:cubicBezTo>
                    <a:pt x="5562" y="1669"/>
                    <a:pt x="5681" y="1876"/>
                    <a:pt x="5739" y="2101"/>
                  </a:cubicBezTo>
                  <a:lnTo>
                    <a:pt x="5740" y="2101"/>
                  </a:lnTo>
                  <a:cubicBezTo>
                    <a:pt x="6340" y="2101"/>
                    <a:pt x="6829" y="2590"/>
                    <a:pt x="6829" y="3190"/>
                  </a:cubicBezTo>
                  <a:cubicBezTo>
                    <a:pt x="6829" y="3792"/>
                    <a:pt x="6340" y="4281"/>
                    <a:pt x="5740" y="4281"/>
                  </a:cubicBezTo>
                  <a:lnTo>
                    <a:pt x="4546" y="4281"/>
                  </a:lnTo>
                  <a:lnTo>
                    <a:pt x="4326" y="4730"/>
                  </a:lnTo>
                  <a:lnTo>
                    <a:pt x="4827" y="4730"/>
                  </a:lnTo>
                  <a:cubicBezTo>
                    <a:pt x="4928" y="4730"/>
                    <a:pt x="5023" y="4781"/>
                    <a:pt x="5076" y="4868"/>
                  </a:cubicBezTo>
                  <a:cubicBezTo>
                    <a:pt x="5130" y="4953"/>
                    <a:pt x="5136" y="5061"/>
                    <a:pt x="5092" y="5152"/>
                  </a:cubicBezTo>
                  <a:lnTo>
                    <a:pt x="4678" y="6008"/>
                  </a:lnTo>
                  <a:cubicBezTo>
                    <a:pt x="4627" y="6114"/>
                    <a:pt x="4522" y="6175"/>
                    <a:pt x="4412" y="6175"/>
                  </a:cubicBezTo>
                  <a:cubicBezTo>
                    <a:pt x="4370" y="6175"/>
                    <a:pt x="4326" y="6165"/>
                    <a:pt x="4284" y="6145"/>
                  </a:cubicBezTo>
                  <a:cubicBezTo>
                    <a:pt x="4137" y="6074"/>
                    <a:pt x="4076" y="5898"/>
                    <a:pt x="4147" y="5752"/>
                  </a:cubicBezTo>
                  <a:lnTo>
                    <a:pt x="4357" y="5318"/>
                  </a:lnTo>
                  <a:lnTo>
                    <a:pt x="3854" y="5318"/>
                  </a:lnTo>
                  <a:cubicBezTo>
                    <a:pt x="3751" y="5318"/>
                    <a:pt x="3657" y="5266"/>
                    <a:pt x="3603" y="5179"/>
                  </a:cubicBezTo>
                  <a:cubicBezTo>
                    <a:pt x="3550" y="5094"/>
                    <a:pt x="3544" y="4986"/>
                    <a:pt x="3589" y="4894"/>
                  </a:cubicBezTo>
                  <a:lnTo>
                    <a:pt x="3889" y="4281"/>
                  </a:lnTo>
                  <a:lnTo>
                    <a:pt x="3255" y="4281"/>
                  </a:lnTo>
                  <a:cubicBezTo>
                    <a:pt x="2655" y="4281"/>
                    <a:pt x="2166" y="3791"/>
                    <a:pt x="2166" y="3190"/>
                  </a:cubicBezTo>
                  <a:cubicBezTo>
                    <a:pt x="2166" y="2590"/>
                    <a:pt x="2655" y="2101"/>
                    <a:pt x="3255" y="2101"/>
                  </a:cubicBezTo>
                  <a:lnTo>
                    <a:pt x="3256" y="2101"/>
                  </a:lnTo>
                  <a:cubicBezTo>
                    <a:pt x="3314" y="1876"/>
                    <a:pt x="3432" y="1669"/>
                    <a:pt x="3602" y="1504"/>
                  </a:cubicBezTo>
                  <a:cubicBezTo>
                    <a:pt x="3843" y="1269"/>
                    <a:pt x="4161" y="1139"/>
                    <a:pt x="4497" y="1139"/>
                  </a:cubicBezTo>
                  <a:close/>
                  <a:moveTo>
                    <a:pt x="4502" y="1"/>
                  </a:moveTo>
                  <a:cubicBezTo>
                    <a:pt x="3554" y="1"/>
                    <a:pt x="2659" y="373"/>
                    <a:pt x="1984" y="1048"/>
                  </a:cubicBezTo>
                  <a:cubicBezTo>
                    <a:pt x="1309" y="1723"/>
                    <a:pt x="937" y="2617"/>
                    <a:pt x="937" y="3566"/>
                  </a:cubicBezTo>
                  <a:lnTo>
                    <a:pt x="937" y="4303"/>
                  </a:lnTo>
                  <a:lnTo>
                    <a:pt x="49" y="5971"/>
                  </a:lnTo>
                  <a:cubicBezTo>
                    <a:pt x="0" y="6062"/>
                    <a:pt x="3" y="6172"/>
                    <a:pt x="56" y="6261"/>
                  </a:cubicBezTo>
                  <a:cubicBezTo>
                    <a:pt x="110" y="6350"/>
                    <a:pt x="206" y="6404"/>
                    <a:pt x="309" y="6404"/>
                  </a:cubicBezTo>
                  <a:lnTo>
                    <a:pt x="937" y="6404"/>
                  </a:lnTo>
                  <a:lnTo>
                    <a:pt x="937" y="7131"/>
                  </a:lnTo>
                  <a:cubicBezTo>
                    <a:pt x="937" y="8149"/>
                    <a:pt x="1766" y="8977"/>
                    <a:pt x="2784" y="8977"/>
                  </a:cubicBezTo>
                  <a:lnTo>
                    <a:pt x="3883" y="8977"/>
                  </a:lnTo>
                  <a:lnTo>
                    <a:pt x="3883" y="9763"/>
                  </a:lnTo>
                  <a:cubicBezTo>
                    <a:pt x="3883" y="9925"/>
                    <a:pt x="4015" y="10057"/>
                    <a:pt x="4178" y="10057"/>
                  </a:cubicBezTo>
                  <a:lnTo>
                    <a:pt x="7772" y="10057"/>
                  </a:lnTo>
                  <a:cubicBezTo>
                    <a:pt x="7935" y="10057"/>
                    <a:pt x="8067" y="9925"/>
                    <a:pt x="8067" y="9763"/>
                  </a:cubicBezTo>
                  <a:lnTo>
                    <a:pt x="8067" y="3566"/>
                  </a:lnTo>
                  <a:cubicBezTo>
                    <a:pt x="8067" y="2617"/>
                    <a:pt x="7695" y="1723"/>
                    <a:pt x="7020" y="1048"/>
                  </a:cubicBezTo>
                  <a:cubicBezTo>
                    <a:pt x="6346" y="373"/>
                    <a:pt x="5451" y="1"/>
                    <a:pt x="4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" name="Google Shape;1329;p39"/>
          <p:cNvGrpSpPr/>
          <p:nvPr/>
        </p:nvGrpSpPr>
        <p:grpSpPr>
          <a:xfrm>
            <a:off x="4421321" y="1956958"/>
            <a:ext cx="291517" cy="363385"/>
            <a:chOff x="1678508" y="2617609"/>
            <a:chExt cx="291517" cy="363385"/>
          </a:xfrm>
        </p:grpSpPr>
        <p:sp>
          <p:nvSpPr>
            <p:cNvPr id="1330" name="Google Shape;1330;p39"/>
            <p:cNvSpPr/>
            <p:nvPr/>
          </p:nvSpPr>
          <p:spPr>
            <a:xfrm>
              <a:off x="1678508" y="2617609"/>
              <a:ext cx="291517" cy="363385"/>
            </a:xfrm>
            <a:custGeom>
              <a:avLst/>
              <a:gdLst/>
              <a:ahLst/>
              <a:cxnLst/>
              <a:rect l="l" t="t" r="r" b="b"/>
              <a:pathLst>
                <a:path w="8068" h="10057" extrusionOk="0">
                  <a:moveTo>
                    <a:pt x="4507" y="1181"/>
                  </a:moveTo>
                  <a:cubicBezTo>
                    <a:pt x="4844" y="1181"/>
                    <a:pt x="5162" y="1310"/>
                    <a:pt x="5403" y="1545"/>
                  </a:cubicBezTo>
                  <a:cubicBezTo>
                    <a:pt x="5572" y="1711"/>
                    <a:pt x="5691" y="1917"/>
                    <a:pt x="5748" y="2142"/>
                  </a:cubicBezTo>
                  <a:lnTo>
                    <a:pt x="5749" y="2142"/>
                  </a:lnTo>
                  <a:cubicBezTo>
                    <a:pt x="6350" y="2142"/>
                    <a:pt x="6839" y="2631"/>
                    <a:pt x="6839" y="3232"/>
                  </a:cubicBezTo>
                  <a:cubicBezTo>
                    <a:pt x="6839" y="3833"/>
                    <a:pt x="6350" y="4322"/>
                    <a:pt x="5749" y="4322"/>
                  </a:cubicBezTo>
                  <a:lnTo>
                    <a:pt x="3265" y="4322"/>
                  </a:lnTo>
                  <a:cubicBezTo>
                    <a:pt x="2664" y="4322"/>
                    <a:pt x="2175" y="3833"/>
                    <a:pt x="2175" y="3232"/>
                  </a:cubicBezTo>
                  <a:cubicBezTo>
                    <a:pt x="2175" y="2631"/>
                    <a:pt x="2664" y="2142"/>
                    <a:pt x="3265" y="2142"/>
                  </a:cubicBezTo>
                  <a:lnTo>
                    <a:pt x="3266" y="2142"/>
                  </a:lnTo>
                  <a:cubicBezTo>
                    <a:pt x="3324" y="1917"/>
                    <a:pt x="3441" y="1711"/>
                    <a:pt x="3612" y="1545"/>
                  </a:cubicBezTo>
                  <a:cubicBezTo>
                    <a:pt x="3853" y="1310"/>
                    <a:pt x="4171" y="1181"/>
                    <a:pt x="4507" y="1181"/>
                  </a:cubicBezTo>
                  <a:close/>
                  <a:moveTo>
                    <a:pt x="3329" y="4911"/>
                  </a:moveTo>
                  <a:cubicBezTo>
                    <a:pt x="3491" y="4911"/>
                    <a:pt x="3623" y="5043"/>
                    <a:pt x="3623" y="5206"/>
                  </a:cubicBezTo>
                  <a:lnTo>
                    <a:pt x="3623" y="5619"/>
                  </a:lnTo>
                  <a:cubicBezTo>
                    <a:pt x="3623" y="5781"/>
                    <a:pt x="3491" y="5913"/>
                    <a:pt x="3329" y="5913"/>
                  </a:cubicBezTo>
                  <a:cubicBezTo>
                    <a:pt x="3166" y="5913"/>
                    <a:pt x="3034" y="5781"/>
                    <a:pt x="3034" y="5619"/>
                  </a:cubicBezTo>
                  <a:lnTo>
                    <a:pt x="3034" y="5206"/>
                  </a:lnTo>
                  <a:cubicBezTo>
                    <a:pt x="3034" y="5043"/>
                    <a:pt x="3166" y="4911"/>
                    <a:pt x="3329" y="4911"/>
                  </a:cubicBezTo>
                  <a:close/>
                  <a:moveTo>
                    <a:pt x="4507" y="4911"/>
                  </a:moveTo>
                  <a:cubicBezTo>
                    <a:pt x="4670" y="4911"/>
                    <a:pt x="4802" y="5043"/>
                    <a:pt x="4802" y="5206"/>
                  </a:cubicBezTo>
                  <a:lnTo>
                    <a:pt x="4802" y="5619"/>
                  </a:lnTo>
                  <a:cubicBezTo>
                    <a:pt x="4802" y="5781"/>
                    <a:pt x="4670" y="5913"/>
                    <a:pt x="4507" y="5913"/>
                  </a:cubicBezTo>
                  <a:cubicBezTo>
                    <a:pt x="4344" y="5913"/>
                    <a:pt x="4212" y="5781"/>
                    <a:pt x="4212" y="5619"/>
                  </a:cubicBezTo>
                  <a:lnTo>
                    <a:pt x="4212" y="5206"/>
                  </a:lnTo>
                  <a:cubicBezTo>
                    <a:pt x="4212" y="5043"/>
                    <a:pt x="4344" y="4911"/>
                    <a:pt x="4507" y="4911"/>
                  </a:cubicBezTo>
                  <a:close/>
                  <a:moveTo>
                    <a:pt x="5685" y="4911"/>
                  </a:moveTo>
                  <a:cubicBezTo>
                    <a:pt x="5848" y="4911"/>
                    <a:pt x="5980" y="5043"/>
                    <a:pt x="5980" y="5206"/>
                  </a:cubicBezTo>
                  <a:lnTo>
                    <a:pt x="5980" y="5619"/>
                  </a:lnTo>
                  <a:cubicBezTo>
                    <a:pt x="5980" y="5781"/>
                    <a:pt x="5848" y="5913"/>
                    <a:pt x="5685" y="5913"/>
                  </a:cubicBezTo>
                  <a:cubicBezTo>
                    <a:pt x="5523" y="5913"/>
                    <a:pt x="5391" y="5781"/>
                    <a:pt x="5391" y="5619"/>
                  </a:cubicBezTo>
                  <a:lnTo>
                    <a:pt x="5391" y="5206"/>
                  </a:lnTo>
                  <a:cubicBezTo>
                    <a:pt x="5391" y="5043"/>
                    <a:pt x="5523" y="4911"/>
                    <a:pt x="5685" y="4911"/>
                  </a:cubicBezTo>
                  <a:close/>
                  <a:moveTo>
                    <a:pt x="4502" y="1"/>
                  </a:moveTo>
                  <a:cubicBezTo>
                    <a:pt x="3554" y="1"/>
                    <a:pt x="2660" y="373"/>
                    <a:pt x="1984" y="1048"/>
                  </a:cubicBezTo>
                  <a:cubicBezTo>
                    <a:pt x="1309" y="1723"/>
                    <a:pt x="937" y="2617"/>
                    <a:pt x="937" y="3566"/>
                  </a:cubicBezTo>
                  <a:lnTo>
                    <a:pt x="937" y="4303"/>
                  </a:lnTo>
                  <a:lnTo>
                    <a:pt x="49" y="5971"/>
                  </a:lnTo>
                  <a:cubicBezTo>
                    <a:pt x="0" y="6062"/>
                    <a:pt x="3" y="6172"/>
                    <a:pt x="56" y="6261"/>
                  </a:cubicBezTo>
                  <a:cubicBezTo>
                    <a:pt x="110" y="6350"/>
                    <a:pt x="206" y="6404"/>
                    <a:pt x="309" y="6404"/>
                  </a:cubicBezTo>
                  <a:lnTo>
                    <a:pt x="937" y="6404"/>
                  </a:lnTo>
                  <a:lnTo>
                    <a:pt x="937" y="7131"/>
                  </a:lnTo>
                  <a:cubicBezTo>
                    <a:pt x="937" y="8149"/>
                    <a:pt x="1766" y="8977"/>
                    <a:pt x="2784" y="8977"/>
                  </a:cubicBezTo>
                  <a:lnTo>
                    <a:pt x="3884" y="8977"/>
                  </a:lnTo>
                  <a:lnTo>
                    <a:pt x="3884" y="9763"/>
                  </a:lnTo>
                  <a:cubicBezTo>
                    <a:pt x="3884" y="9925"/>
                    <a:pt x="4016" y="10057"/>
                    <a:pt x="4178" y="10057"/>
                  </a:cubicBezTo>
                  <a:lnTo>
                    <a:pt x="7773" y="10057"/>
                  </a:lnTo>
                  <a:cubicBezTo>
                    <a:pt x="7936" y="10057"/>
                    <a:pt x="8067" y="9925"/>
                    <a:pt x="8067" y="9763"/>
                  </a:cubicBezTo>
                  <a:lnTo>
                    <a:pt x="8067" y="3566"/>
                  </a:lnTo>
                  <a:cubicBezTo>
                    <a:pt x="8067" y="2617"/>
                    <a:pt x="7695" y="1723"/>
                    <a:pt x="7020" y="1048"/>
                  </a:cubicBezTo>
                  <a:cubicBezTo>
                    <a:pt x="6346" y="373"/>
                    <a:pt x="5451" y="1"/>
                    <a:pt x="4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9"/>
            <p:cNvSpPr/>
            <p:nvPr/>
          </p:nvSpPr>
          <p:spPr>
            <a:xfrm>
              <a:off x="1778342" y="2681527"/>
              <a:ext cx="125994" cy="70964"/>
            </a:xfrm>
            <a:custGeom>
              <a:avLst/>
              <a:gdLst/>
              <a:ahLst/>
              <a:cxnLst/>
              <a:rect l="l" t="t" r="r" b="b"/>
              <a:pathLst>
                <a:path w="3487" h="1964" extrusionOk="0">
                  <a:moveTo>
                    <a:pt x="1744" y="1"/>
                  </a:moveTo>
                  <a:cubicBezTo>
                    <a:pt x="1372" y="1"/>
                    <a:pt x="1062" y="303"/>
                    <a:pt x="1052" y="675"/>
                  </a:cubicBezTo>
                  <a:cubicBezTo>
                    <a:pt x="1049" y="835"/>
                    <a:pt x="918" y="962"/>
                    <a:pt x="758" y="962"/>
                  </a:cubicBezTo>
                  <a:lnTo>
                    <a:pt x="502" y="962"/>
                  </a:lnTo>
                  <a:cubicBezTo>
                    <a:pt x="226" y="962"/>
                    <a:pt x="1" y="1187"/>
                    <a:pt x="1" y="1463"/>
                  </a:cubicBezTo>
                  <a:cubicBezTo>
                    <a:pt x="1" y="1739"/>
                    <a:pt x="226" y="1964"/>
                    <a:pt x="502" y="1964"/>
                  </a:cubicBezTo>
                  <a:lnTo>
                    <a:pt x="2986" y="1964"/>
                  </a:lnTo>
                  <a:cubicBezTo>
                    <a:pt x="3262" y="1964"/>
                    <a:pt x="3486" y="1739"/>
                    <a:pt x="3486" y="1463"/>
                  </a:cubicBezTo>
                  <a:cubicBezTo>
                    <a:pt x="3486" y="1187"/>
                    <a:pt x="3262" y="962"/>
                    <a:pt x="2986" y="962"/>
                  </a:cubicBezTo>
                  <a:lnTo>
                    <a:pt x="2730" y="962"/>
                  </a:lnTo>
                  <a:cubicBezTo>
                    <a:pt x="2571" y="962"/>
                    <a:pt x="2440" y="835"/>
                    <a:pt x="2435" y="675"/>
                  </a:cubicBezTo>
                  <a:cubicBezTo>
                    <a:pt x="2427" y="303"/>
                    <a:pt x="2116" y="1"/>
                    <a:pt x="17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MEDICAL HISTORY</a:t>
            </a:r>
            <a:endParaRPr/>
          </a:p>
        </p:txBody>
      </p:sp>
      <p:pic>
        <p:nvPicPr>
          <p:cNvPr id="1337" name="Google Shape;1337;p40"/>
          <p:cNvPicPr preferRelativeResize="0"/>
          <p:nvPr/>
        </p:nvPicPr>
        <p:blipFill rotWithShape="1">
          <a:blip r:embed="rId3">
            <a:alphaModFix/>
          </a:blip>
          <a:srcRect l="22441" r="16174" b="38616"/>
          <a:stretch/>
        </p:blipFill>
        <p:spPr>
          <a:xfrm>
            <a:off x="5617349" y="1250025"/>
            <a:ext cx="1793100" cy="17931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1338" name="Google Shape;1338;p40"/>
          <p:cNvSpPr txBox="1"/>
          <p:nvPr/>
        </p:nvSpPr>
        <p:spPr>
          <a:xfrm>
            <a:off x="5179949" y="3577979"/>
            <a:ext cx="26679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</a:pPr>
            <a:r>
              <a:rPr lang="en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Age:</a:t>
            </a: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40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</a:pPr>
            <a:r>
              <a:rPr lang="en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Gender:</a:t>
            </a: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Female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</a:pPr>
            <a:r>
              <a:rPr lang="en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Allergies: </a:t>
            </a: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None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</a:pPr>
            <a:r>
              <a:rPr lang="en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Location: </a:t>
            </a: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Madrid, Spain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9" name="Google Shape;1339;p40"/>
          <p:cNvSpPr txBox="1"/>
          <p:nvPr/>
        </p:nvSpPr>
        <p:spPr>
          <a:xfrm>
            <a:off x="2585463" y="1283265"/>
            <a:ext cx="21078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Mercury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40"/>
          <p:cNvSpPr txBox="1"/>
          <p:nvPr/>
        </p:nvSpPr>
        <p:spPr>
          <a:xfrm>
            <a:off x="2585463" y="3599863"/>
            <a:ext cx="21078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Saturn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1" name="Google Shape;1341;p40"/>
          <p:cNvSpPr txBox="1"/>
          <p:nvPr/>
        </p:nvSpPr>
        <p:spPr>
          <a:xfrm>
            <a:off x="2585463" y="2441564"/>
            <a:ext cx="21078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Mars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2" name="Google Shape;1342;p40"/>
          <p:cNvSpPr txBox="1"/>
          <p:nvPr/>
        </p:nvSpPr>
        <p:spPr>
          <a:xfrm>
            <a:off x="2585463" y="1675940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Mercury is the closest planet to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3" name="Google Shape;1343;p40"/>
          <p:cNvSpPr txBox="1"/>
          <p:nvPr/>
        </p:nvSpPr>
        <p:spPr>
          <a:xfrm>
            <a:off x="2585463" y="3992537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Saturn is a gas giant and has several rings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4" name="Google Shape;1344;p40"/>
          <p:cNvSpPr txBox="1"/>
          <p:nvPr/>
        </p:nvSpPr>
        <p:spPr>
          <a:xfrm>
            <a:off x="2585463" y="2834239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Despite being red, Mars is actually a cold place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5" name="Google Shape;1345;p40"/>
          <p:cNvSpPr/>
          <p:nvPr/>
        </p:nvSpPr>
        <p:spPr>
          <a:xfrm>
            <a:off x="1147900" y="1236775"/>
            <a:ext cx="12492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2010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6" name="Google Shape;1346;p40"/>
          <p:cNvSpPr/>
          <p:nvPr/>
        </p:nvSpPr>
        <p:spPr>
          <a:xfrm>
            <a:off x="1147900" y="2372713"/>
            <a:ext cx="12492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2017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7" name="Google Shape;1347;p40"/>
          <p:cNvSpPr/>
          <p:nvPr/>
        </p:nvSpPr>
        <p:spPr>
          <a:xfrm>
            <a:off x="1147900" y="3508650"/>
            <a:ext cx="12492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2020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8" name="Google Shape;1348;p40"/>
          <p:cNvCxnSpPr>
            <a:stCxn id="1345" idx="2"/>
            <a:endCxn id="1346" idx="0"/>
          </p:cNvCxnSpPr>
          <p:nvPr/>
        </p:nvCxnSpPr>
        <p:spPr>
          <a:xfrm>
            <a:off x="1772500" y="1838275"/>
            <a:ext cx="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9" name="Google Shape;1349;p40"/>
          <p:cNvCxnSpPr>
            <a:stCxn id="1346" idx="2"/>
            <a:endCxn id="1347" idx="0"/>
          </p:cNvCxnSpPr>
          <p:nvPr/>
        </p:nvCxnSpPr>
        <p:spPr>
          <a:xfrm>
            <a:off x="1772500" y="2974213"/>
            <a:ext cx="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0" name="Google Shape;1350;p40"/>
          <p:cNvSpPr txBox="1"/>
          <p:nvPr/>
        </p:nvSpPr>
        <p:spPr>
          <a:xfrm>
            <a:off x="5179949" y="3109079"/>
            <a:ext cx="2667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Sarah Patterson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41"/>
          <p:cNvSpPr txBox="1">
            <a:spLocks noGrp="1"/>
          </p:cNvSpPr>
          <p:nvPr>
            <p:ph type="subTitle" idx="1"/>
          </p:nvPr>
        </p:nvSpPr>
        <p:spPr>
          <a:xfrm>
            <a:off x="1738674" y="1501400"/>
            <a:ext cx="22806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356" name="Google Shape;1356;p41"/>
          <p:cNvSpPr txBox="1">
            <a:spLocks noGrp="1"/>
          </p:cNvSpPr>
          <p:nvPr>
            <p:ph type="subTitle" idx="6"/>
          </p:nvPr>
        </p:nvSpPr>
        <p:spPr>
          <a:xfrm>
            <a:off x="1738734" y="3263550"/>
            <a:ext cx="22806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57" name="Google Shape;1357;p41"/>
          <p:cNvSpPr txBox="1">
            <a:spLocks noGrp="1"/>
          </p:cNvSpPr>
          <p:nvPr>
            <p:ph type="subTitle" idx="7"/>
          </p:nvPr>
        </p:nvSpPr>
        <p:spPr>
          <a:xfrm>
            <a:off x="5805224" y="1501400"/>
            <a:ext cx="22806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358" name="Google Shape;1358;p41"/>
          <p:cNvSpPr txBox="1">
            <a:spLocks noGrp="1"/>
          </p:cNvSpPr>
          <p:nvPr>
            <p:ph type="subTitle" idx="8"/>
          </p:nvPr>
        </p:nvSpPr>
        <p:spPr>
          <a:xfrm>
            <a:off x="5805224" y="3263550"/>
            <a:ext cx="22806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359" name="Google Shape;1359;p41"/>
          <p:cNvSpPr txBox="1">
            <a:spLocks noGrp="1"/>
          </p:cNvSpPr>
          <p:nvPr>
            <p:ph type="subTitle" idx="2"/>
          </p:nvPr>
        </p:nvSpPr>
        <p:spPr>
          <a:xfrm>
            <a:off x="1738734" y="1869324"/>
            <a:ext cx="22806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360" name="Google Shape;1360;p41"/>
          <p:cNvSpPr txBox="1">
            <a:spLocks noGrp="1"/>
          </p:cNvSpPr>
          <p:nvPr>
            <p:ph type="subTitle" idx="3"/>
          </p:nvPr>
        </p:nvSpPr>
        <p:spPr>
          <a:xfrm>
            <a:off x="5805226" y="1869324"/>
            <a:ext cx="22806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very cold place</a:t>
            </a:r>
            <a:endParaRPr/>
          </a:p>
        </p:txBody>
      </p:sp>
      <p:sp>
        <p:nvSpPr>
          <p:cNvPr id="1361" name="Google Shape;1361;p41"/>
          <p:cNvSpPr txBox="1">
            <a:spLocks noGrp="1"/>
          </p:cNvSpPr>
          <p:nvPr>
            <p:ph type="subTitle" idx="4"/>
          </p:nvPr>
        </p:nvSpPr>
        <p:spPr>
          <a:xfrm>
            <a:off x="1738734" y="3631474"/>
            <a:ext cx="22806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362" name="Google Shape;1362;p41"/>
          <p:cNvSpPr txBox="1">
            <a:spLocks noGrp="1"/>
          </p:cNvSpPr>
          <p:nvPr>
            <p:ph type="subTitle" idx="5"/>
          </p:nvPr>
        </p:nvSpPr>
        <p:spPr>
          <a:xfrm>
            <a:off x="5805226" y="3631474"/>
            <a:ext cx="22806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363" name="Google Shape;1363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SYSTEMS</a:t>
            </a:r>
            <a:endParaRPr/>
          </a:p>
        </p:txBody>
      </p:sp>
      <p:sp>
        <p:nvSpPr>
          <p:cNvPr id="1364" name="Google Shape;1364;p41"/>
          <p:cNvSpPr/>
          <p:nvPr/>
        </p:nvSpPr>
        <p:spPr>
          <a:xfrm>
            <a:off x="1077118" y="1874912"/>
            <a:ext cx="363385" cy="363385"/>
          </a:xfrm>
          <a:custGeom>
            <a:avLst/>
            <a:gdLst/>
            <a:ahLst/>
            <a:cxnLst/>
            <a:rect l="l" t="t" r="r" b="b"/>
            <a:pathLst>
              <a:path w="10057" h="10057" extrusionOk="0">
                <a:moveTo>
                  <a:pt x="295" y="0"/>
                </a:moveTo>
                <a:cubicBezTo>
                  <a:pt x="133" y="0"/>
                  <a:pt x="1" y="132"/>
                  <a:pt x="1" y="295"/>
                </a:cubicBezTo>
                <a:lnTo>
                  <a:pt x="1" y="1473"/>
                </a:lnTo>
                <a:cubicBezTo>
                  <a:pt x="1" y="1636"/>
                  <a:pt x="133" y="1768"/>
                  <a:pt x="295" y="1768"/>
                </a:cubicBezTo>
                <a:lnTo>
                  <a:pt x="1140" y="1768"/>
                </a:lnTo>
                <a:lnTo>
                  <a:pt x="1140" y="3418"/>
                </a:lnTo>
                <a:cubicBezTo>
                  <a:pt x="1140" y="5113"/>
                  <a:pt x="2472" y="6503"/>
                  <a:pt x="4145" y="6594"/>
                </a:cubicBezTo>
                <a:lnTo>
                  <a:pt x="4145" y="9173"/>
                </a:lnTo>
                <a:cubicBezTo>
                  <a:pt x="4145" y="9335"/>
                  <a:pt x="4013" y="9467"/>
                  <a:pt x="3851" y="9467"/>
                </a:cubicBezTo>
                <a:lnTo>
                  <a:pt x="3595" y="9467"/>
                </a:lnTo>
                <a:cubicBezTo>
                  <a:pt x="3432" y="9467"/>
                  <a:pt x="3301" y="9599"/>
                  <a:pt x="3301" y="9761"/>
                </a:cubicBezTo>
                <a:cubicBezTo>
                  <a:pt x="3301" y="9924"/>
                  <a:pt x="3432" y="10056"/>
                  <a:pt x="3595" y="10056"/>
                </a:cubicBezTo>
                <a:lnTo>
                  <a:pt x="6462" y="10056"/>
                </a:lnTo>
                <a:cubicBezTo>
                  <a:pt x="6625" y="10056"/>
                  <a:pt x="6757" y="9924"/>
                  <a:pt x="6757" y="9761"/>
                </a:cubicBezTo>
                <a:cubicBezTo>
                  <a:pt x="6757" y="9599"/>
                  <a:pt x="6625" y="9467"/>
                  <a:pt x="6462" y="9467"/>
                </a:cubicBezTo>
                <a:lnTo>
                  <a:pt x="6207" y="9467"/>
                </a:lnTo>
                <a:cubicBezTo>
                  <a:pt x="6045" y="9467"/>
                  <a:pt x="5912" y="9335"/>
                  <a:pt x="5912" y="9173"/>
                </a:cubicBezTo>
                <a:lnTo>
                  <a:pt x="5912" y="6594"/>
                </a:lnTo>
                <a:cubicBezTo>
                  <a:pt x="7585" y="6503"/>
                  <a:pt x="8917" y="5113"/>
                  <a:pt x="8917" y="3418"/>
                </a:cubicBezTo>
                <a:lnTo>
                  <a:pt x="8918" y="1768"/>
                </a:lnTo>
                <a:lnTo>
                  <a:pt x="9762" y="1768"/>
                </a:lnTo>
                <a:cubicBezTo>
                  <a:pt x="9925" y="1768"/>
                  <a:pt x="10057" y="1636"/>
                  <a:pt x="10057" y="1473"/>
                </a:cubicBezTo>
                <a:lnTo>
                  <a:pt x="10057" y="295"/>
                </a:lnTo>
                <a:cubicBezTo>
                  <a:pt x="10057" y="132"/>
                  <a:pt x="9925" y="0"/>
                  <a:pt x="9762" y="0"/>
                </a:cubicBezTo>
                <a:lnTo>
                  <a:pt x="8623" y="0"/>
                </a:lnTo>
                <a:cubicBezTo>
                  <a:pt x="7811" y="0"/>
                  <a:pt x="7150" y="660"/>
                  <a:pt x="7150" y="1473"/>
                </a:cubicBezTo>
                <a:lnTo>
                  <a:pt x="7150" y="3418"/>
                </a:lnTo>
                <a:cubicBezTo>
                  <a:pt x="7150" y="4137"/>
                  <a:pt x="6609" y="4734"/>
                  <a:pt x="5912" y="4821"/>
                </a:cubicBezTo>
                <a:lnTo>
                  <a:pt x="5912" y="884"/>
                </a:lnTo>
                <a:cubicBezTo>
                  <a:pt x="5912" y="722"/>
                  <a:pt x="6045" y="589"/>
                  <a:pt x="6207" y="589"/>
                </a:cubicBezTo>
                <a:lnTo>
                  <a:pt x="6462" y="589"/>
                </a:lnTo>
                <a:cubicBezTo>
                  <a:pt x="6625" y="589"/>
                  <a:pt x="6757" y="457"/>
                  <a:pt x="6757" y="295"/>
                </a:cubicBezTo>
                <a:cubicBezTo>
                  <a:pt x="6757" y="132"/>
                  <a:pt x="6625" y="0"/>
                  <a:pt x="6462" y="0"/>
                </a:cubicBezTo>
                <a:lnTo>
                  <a:pt x="3595" y="0"/>
                </a:lnTo>
                <a:cubicBezTo>
                  <a:pt x="3432" y="0"/>
                  <a:pt x="3301" y="132"/>
                  <a:pt x="3301" y="295"/>
                </a:cubicBezTo>
                <a:cubicBezTo>
                  <a:pt x="3301" y="457"/>
                  <a:pt x="3432" y="589"/>
                  <a:pt x="3595" y="589"/>
                </a:cubicBezTo>
                <a:lnTo>
                  <a:pt x="3851" y="589"/>
                </a:lnTo>
                <a:cubicBezTo>
                  <a:pt x="4013" y="589"/>
                  <a:pt x="4145" y="722"/>
                  <a:pt x="4145" y="884"/>
                </a:cubicBezTo>
                <a:lnTo>
                  <a:pt x="4145" y="4821"/>
                </a:lnTo>
                <a:cubicBezTo>
                  <a:pt x="3448" y="4734"/>
                  <a:pt x="2908" y="4137"/>
                  <a:pt x="2908" y="3418"/>
                </a:cubicBezTo>
                <a:lnTo>
                  <a:pt x="2908" y="1473"/>
                </a:lnTo>
                <a:cubicBezTo>
                  <a:pt x="2908" y="660"/>
                  <a:pt x="2247" y="0"/>
                  <a:pt x="14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5" name="Google Shape;1365;p41"/>
          <p:cNvGrpSpPr/>
          <p:nvPr/>
        </p:nvGrpSpPr>
        <p:grpSpPr>
          <a:xfrm>
            <a:off x="5143110" y="1922524"/>
            <a:ext cx="364360" cy="268175"/>
            <a:chOff x="3992035" y="1504511"/>
            <a:chExt cx="364360" cy="268175"/>
          </a:xfrm>
        </p:grpSpPr>
        <p:sp>
          <p:nvSpPr>
            <p:cNvPr id="1366" name="Google Shape;1366;p41"/>
            <p:cNvSpPr/>
            <p:nvPr/>
          </p:nvSpPr>
          <p:spPr>
            <a:xfrm>
              <a:off x="3992035" y="1504511"/>
              <a:ext cx="171557" cy="268175"/>
            </a:xfrm>
            <a:custGeom>
              <a:avLst/>
              <a:gdLst/>
              <a:ahLst/>
              <a:cxnLst/>
              <a:rect l="l" t="t" r="r" b="b"/>
              <a:pathLst>
                <a:path w="4748" h="7422" extrusionOk="0">
                  <a:moveTo>
                    <a:pt x="3126" y="1"/>
                  </a:moveTo>
                  <a:cubicBezTo>
                    <a:pt x="2512" y="1"/>
                    <a:pt x="1908" y="258"/>
                    <a:pt x="1459" y="738"/>
                  </a:cubicBezTo>
                  <a:cubicBezTo>
                    <a:pt x="976" y="1255"/>
                    <a:pt x="710" y="1927"/>
                    <a:pt x="710" y="2631"/>
                  </a:cubicBezTo>
                  <a:lnTo>
                    <a:pt x="710" y="2778"/>
                  </a:lnTo>
                  <a:lnTo>
                    <a:pt x="48" y="4026"/>
                  </a:lnTo>
                  <a:cubicBezTo>
                    <a:pt x="0" y="4117"/>
                    <a:pt x="3" y="4227"/>
                    <a:pt x="56" y="4316"/>
                  </a:cubicBezTo>
                  <a:cubicBezTo>
                    <a:pt x="108" y="4405"/>
                    <a:pt x="204" y="4459"/>
                    <a:pt x="307" y="4459"/>
                  </a:cubicBezTo>
                  <a:lnTo>
                    <a:pt x="710" y="4459"/>
                  </a:lnTo>
                  <a:lnTo>
                    <a:pt x="710" y="4813"/>
                  </a:lnTo>
                  <a:lnTo>
                    <a:pt x="1388" y="4813"/>
                  </a:lnTo>
                  <a:cubicBezTo>
                    <a:pt x="1399" y="4813"/>
                    <a:pt x="1408" y="4803"/>
                    <a:pt x="1408" y="4793"/>
                  </a:cubicBezTo>
                  <a:cubicBezTo>
                    <a:pt x="1408" y="4630"/>
                    <a:pt x="1540" y="4498"/>
                    <a:pt x="1703" y="4498"/>
                  </a:cubicBezTo>
                  <a:cubicBezTo>
                    <a:pt x="1865" y="4498"/>
                    <a:pt x="1998" y="4630"/>
                    <a:pt x="1998" y="4793"/>
                  </a:cubicBezTo>
                  <a:cubicBezTo>
                    <a:pt x="1998" y="5129"/>
                    <a:pt x="1724" y="5401"/>
                    <a:pt x="1388" y="5401"/>
                  </a:cubicBezTo>
                  <a:lnTo>
                    <a:pt x="785" y="5401"/>
                  </a:lnTo>
                  <a:cubicBezTo>
                    <a:pt x="979" y="5985"/>
                    <a:pt x="1528" y="6407"/>
                    <a:pt x="2174" y="6407"/>
                  </a:cubicBezTo>
                  <a:lnTo>
                    <a:pt x="2932" y="6407"/>
                  </a:lnTo>
                  <a:lnTo>
                    <a:pt x="2932" y="7127"/>
                  </a:lnTo>
                  <a:cubicBezTo>
                    <a:pt x="2932" y="7205"/>
                    <a:pt x="2963" y="7280"/>
                    <a:pt x="3018" y="7335"/>
                  </a:cubicBezTo>
                  <a:cubicBezTo>
                    <a:pt x="3073" y="7391"/>
                    <a:pt x="3148" y="7422"/>
                    <a:pt x="3225" y="7422"/>
                  </a:cubicBezTo>
                  <a:lnTo>
                    <a:pt x="3226" y="7422"/>
                  </a:lnTo>
                  <a:cubicBezTo>
                    <a:pt x="3714" y="7422"/>
                    <a:pt x="4381" y="7421"/>
                    <a:pt x="4747" y="7421"/>
                  </a:cubicBezTo>
                  <a:lnTo>
                    <a:pt x="4747" y="718"/>
                  </a:lnTo>
                  <a:cubicBezTo>
                    <a:pt x="4526" y="472"/>
                    <a:pt x="4251" y="280"/>
                    <a:pt x="3939" y="156"/>
                  </a:cubicBezTo>
                  <a:cubicBezTo>
                    <a:pt x="3675" y="51"/>
                    <a:pt x="3399" y="1"/>
                    <a:pt x="3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1"/>
            <p:cNvSpPr/>
            <p:nvPr/>
          </p:nvSpPr>
          <p:spPr>
            <a:xfrm>
              <a:off x="4184838" y="1504511"/>
              <a:ext cx="171557" cy="268175"/>
            </a:xfrm>
            <a:custGeom>
              <a:avLst/>
              <a:gdLst/>
              <a:ahLst/>
              <a:cxnLst/>
              <a:rect l="l" t="t" r="r" b="b"/>
              <a:pathLst>
                <a:path w="4748" h="7422" extrusionOk="0">
                  <a:moveTo>
                    <a:pt x="1621" y="1"/>
                  </a:moveTo>
                  <a:cubicBezTo>
                    <a:pt x="1348" y="1"/>
                    <a:pt x="1073" y="51"/>
                    <a:pt x="808" y="156"/>
                  </a:cubicBezTo>
                  <a:cubicBezTo>
                    <a:pt x="496" y="280"/>
                    <a:pt x="221" y="472"/>
                    <a:pt x="1" y="718"/>
                  </a:cubicBezTo>
                  <a:lnTo>
                    <a:pt x="1" y="7422"/>
                  </a:lnTo>
                  <a:lnTo>
                    <a:pt x="1522" y="7422"/>
                  </a:lnTo>
                  <a:cubicBezTo>
                    <a:pt x="1684" y="7422"/>
                    <a:pt x="1815" y="7290"/>
                    <a:pt x="1815" y="7127"/>
                  </a:cubicBezTo>
                  <a:lnTo>
                    <a:pt x="1815" y="6407"/>
                  </a:lnTo>
                  <a:lnTo>
                    <a:pt x="2574" y="6407"/>
                  </a:lnTo>
                  <a:cubicBezTo>
                    <a:pt x="3344" y="6407"/>
                    <a:pt x="3976" y="5807"/>
                    <a:pt x="4033" y="5049"/>
                  </a:cubicBezTo>
                  <a:lnTo>
                    <a:pt x="3536" y="5049"/>
                  </a:lnTo>
                  <a:cubicBezTo>
                    <a:pt x="3525" y="5049"/>
                    <a:pt x="3516" y="5058"/>
                    <a:pt x="3516" y="5069"/>
                  </a:cubicBezTo>
                  <a:cubicBezTo>
                    <a:pt x="3516" y="5231"/>
                    <a:pt x="3384" y="5363"/>
                    <a:pt x="3222" y="5363"/>
                  </a:cubicBezTo>
                  <a:cubicBezTo>
                    <a:pt x="3058" y="5363"/>
                    <a:pt x="2926" y="5231"/>
                    <a:pt x="2926" y="5069"/>
                  </a:cubicBezTo>
                  <a:cubicBezTo>
                    <a:pt x="2926" y="4732"/>
                    <a:pt x="3200" y="4459"/>
                    <a:pt x="3536" y="4459"/>
                  </a:cubicBezTo>
                  <a:lnTo>
                    <a:pt x="4440" y="4459"/>
                  </a:lnTo>
                  <a:cubicBezTo>
                    <a:pt x="4544" y="4459"/>
                    <a:pt x="4639" y="4405"/>
                    <a:pt x="4692" y="4316"/>
                  </a:cubicBezTo>
                  <a:cubicBezTo>
                    <a:pt x="4745" y="4227"/>
                    <a:pt x="4748" y="4117"/>
                    <a:pt x="4699" y="4026"/>
                  </a:cubicBezTo>
                  <a:lnTo>
                    <a:pt x="4037" y="2778"/>
                  </a:lnTo>
                  <a:lnTo>
                    <a:pt x="4037" y="2631"/>
                  </a:lnTo>
                  <a:cubicBezTo>
                    <a:pt x="4037" y="1927"/>
                    <a:pt x="3772" y="1255"/>
                    <a:pt x="3289" y="738"/>
                  </a:cubicBezTo>
                  <a:cubicBezTo>
                    <a:pt x="2840" y="258"/>
                    <a:pt x="2236" y="1"/>
                    <a:pt x="16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8" name="Google Shape;1368;p41"/>
          <p:cNvGrpSpPr/>
          <p:nvPr/>
        </p:nvGrpSpPr>
        <p:grpSpPr>
          <a:xfrm>
            <a:off x="5157752" y="3637042"/>
            <a:ext cx="335021" cy="363421"/>
            <a:chOff x="3219414" y="3778329"/>
            <a:chExt cx="335021" cy="363421"/>
          </a:xfrm>
        </p:grpSpPr>
        <p:sp>
          <p:nvSpPr>
            <p:cNvPr id="1369" name="Google Shape;1369;p41"/>
            <p:cNvSpPr/>
            <p:nvPr/>
          </p:nvSpPr>
          <p:spPr>
            <a:xfrm>
              <a:off x="3219414" y="3778329"/>
              <a:ext cx="125741" cy="108108"/>
            </a:xfrm>
            <a:custGeom>
              <a:avLst/>
              <a:gdLst/>
              <a:ahLst/>
              <a:cxnLst/>
              <a:rect l="l" t="t" r="r" b="b"/>
              <a:pathLst>
                <a:path w="3480" h="2992" extrusionOk="0">
                  <a:moveTo>
                    <a:pt x="1740" y="0"/>
                  </a:moveTo>
                  <a:cubicBezTo>
                    <a:pt x="781" y="0"/>
                    <a:pt x="1" y="781"/>
                    <a:pt x="1" y="1740"/>
                  </a:cubicBezTo>
                  <a:lnTo>
                    <a:pt x="1" y="2992"/>
                  </a:lnTo>
                  <a:lnTo>
                    <a:pt x="3479" y="2992"/>
                  </a:lnTo>
                  <a:lnTo>
                    <a:pt x="3479" y="1740"/>
                  </a:lnTo>
                  <a:cubicBezTo>
                    <a:pt x="3479" y="781"/>
                    <a:pt x="2699" y="0"/>
                    <a:pt x="1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3219414" y="3907720"/>
              <a:ext cx="125741" cy="108072"/>
            </a:xfrm>
            <a:custGeom>
              <a:avLst/>
              <a:gdLst/>
              <a:ahLst/>
              <a:cxnLst/>
              <a:rect l="l" t="t" r="r" b="b"/>
              <a:pathLst>
                <a:path w="3480" h="2991" extrusionOk="0">
                  <a:moveTo>
                    <a:pt x="1" y="0"/>
                  </a:moveTo>
                  <a:lnTo>
                    <a:pt x="1" y="1251"/>
                  </a:lnTo>
                  <a:cubicBezTo>
                    <a:pt x="1" y="2210"/>
                    <a:pt x="781" y="2991"/>
                    <a:pt x="1740" y="2991"/>
                  </a:cubicBezTo>
                  <a:cubicBezTo>
                    <a:pt x="2699" y="2991"/>
                    <a:pt x="3479" y="2210"/>
                    <a:pt x="3479" y="1251"/>
                  </a:cubicBezTo>
                  <a:lnTo>
                    <a:pt x="34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1"/>
            <p:cNvSpPr/>
            <p:nvPr/>
          </p:nvSpPr>
          <p:spPr>
            <a:xfrm>
              <a:off x="3381974" y="3969254"/>
              <a:ext cx="172460" cy="172497"/>
            </a:xfrm>
            <a:custGeom>
              <a:avLst/>
              <a:gdLst/>
              <a:ahLst/>
              <a:cxnLst/>
              <a:rect l="l" t="t" r="r" b="b"/>
              <a:pathLst>
                <a:path w="4773" h="4774" extrusionOk="0">
                  <a:moveTo>
                    <a:pt x="1777" y="1513"/>
                  </a:moveTo>
                  <a:cubicBezTo>
                    <a:pt x="1939" y="1513"/>
                    <a:pt x="2072" y="1645"/>
                    <a:pt x="2072" y="1807"/>
                  </a:cubicBezTo>
                  <a:cubicBezTo>
                    <a:pt x="2072" y="1970"/>
                    <a:pt x="1939" y="2101"/>
                    <a:pt x="1777" y="2101"/>
                  </a:cubicBezTo>
                  <a:cubicBezTo>
                    <a:pt x="1615" y="2101"/>
                    <a:pt x="1483" y="1970"/>
                    <a:pt x="1483" y="1807"/>
                  </a:cubicBezTo>
                  <a:cubicBezTo>
                    <a:pt x="1483" y="1645"/>
                    <a:pt x="1615" y="1513"/>
                    <a:pt x="1777" y="1513"/>
                  </a:cubicBezTo>
                  <a:close/>
                  <a:moveTo>
                    <a:pt x="2995" y="1513"/>
                  </a:moveTo>
                  <a:cubicBezTo>
                    <a:pt x="3158" y="1513"/>
                    <a:pt x="3289" y="1645"/>
                    <a:pt x="3289" y="1807"/>
                  </a:cubicBezTo>
                  <a:cubicBezTo>
                    <a:pt x="3289" y="1970"/>
                    <a:pt x="3158" y="2101"/>
                    <a:pt x="2995" y="2101"/>
                  </a:cubicBezTo>
                  <a:cubicBezTo>
                    <a:pt x="2833" y="2101"/>
                    <a:pt x="2701" y="1970"/>
                    <a:pt x="2701" y="1807"/>
                  </a:cubicBezTo>
                  <a:cubicBezTo>
                    <a:pt x="2701" y="1645"/>
                    <a:pt x="2833" y="1513"/>
                    <a:pt x="2995" y="1513"/>
                  </a:cubicBezTo>
                  <a:close/>
                  <a:moveTo>
                    <a:pt x="1733" y="2628"/>
                  </a:moveTo>
                  <a:cubicBezTo>
                    <a:pt x="1828" y="2628"/>
                    <a:pt x="1921" y="2674"/>
                    <a:pt x="1978" y="2758"/>
                  </a:cubicBezTo>
                  <a:cubicBezTo>
                    <a:pt x="2070" y="2894"/>
                    <a:pt x="2222" y="2976"/>
                    <a:pt x="2386" y="2976"/>
                  </a:cubicBezTo>
                  <a:cubicBezTo>
                    <a:pt x="2548" y="2976"/>
                    <a:pt x="2700" y="2896"/>
                    <a:pt x="2791" y="2762"/>
                  </a:cubicBezTo>
                  <a:cubicBezTo>
                    <a:pt x="2848" y="2678"/>
                    <a:pt x="2941" y="2634"/>
                    <a:pt x="3035" y="2634"/>
                  </a:cubicBezTo>
                  <a:cubicBezTo>
                    <a:pt x="3092" y="2634"/>
                    <a:pt x="3150" y="2650"/>
                    <a:pt x="3200" y="2685"/>
                  </a:cubicBezTo>
                  <a:cubicBezTo>
                    <a:pt x="3335" y="2777"/>
                    <a:pt x="3370" y="2961"/>
                    <a:pt x="3278" y="3094"/>
                  </a:cubicBezTo>
                  <a:cubicBezTo>
                    <a:pt x="3076" y="3389"/>
                    <a:pt x="2743" y="3565"/>
                    <a:pt x="2386" y="3565"/>
                  </a:cubicBezTo>
                  <a:cubicBezTo>
                    <a:pt x="2025" y="3565"/>
                    <a:pt x="1690" y="3386"/>
                    <a:pt x="1489" y="3086"/>
                  </a:cubicBezTo>
                  <a:cubicBezTo>
                    <a:pt x="1398" y="2952"/>
                    <a:pt x="1434" y="2769"/>
                    <a:pt x="1569" y="2678"/>
                  </a:cubicBezTo>
                  <a:cubicBezTo>
                    <a:pt x="1620" y="2644"/>
                    <a:pt x="1677" y="2628"/>
                    <a:pt x="1733" y="2628"/>
                  </a:cubicBezTo>
                  <a:close/>
                  <a:moveTo>
                    <a:pt x="2387" y="1"/>
                  </a:moveTo>
                  <a:cubicBezTo>
                    <a:pt x="1071" y="1"/>
                    <a:pt x="0" y="1071"/>
                    <a:pt x="0" y="2387"/>
                  </a:cubicBezTo>
                  <a:cubicBezTo>
                    <a:pt x="0" y="3703"/>
                    <a:pt x="1071" y="4773"/>
                    <a:pt x="2387" y="4773"/>
                  </a:cubicBezTo>
                  <a:cubicBezTo>
                    <a:pt x="3702" y="4773"/>
                    <a:pt x="4773" y="3703"/>
                    <a:pt x="4773" y="2387"/>
                  </a:cubicBezTo>
                  <a:cubicBezTo>
                    <a:pt x="4773" y="1071"/>
                    <a:pt x="3702" y="1"/>
                    <a:pt x="23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1"/>
            <p:cNvSpPr/>
            <p:nvPr/>
          </p:nvSpPr>
          <p:spPr>
            <a:xfrm>
              <a:off x="3389923" y="3804273"/>
              <a:ext cx="141784" cy="124946"/>
            </a:xfrm>
            <a:custGeom>
              <a:avLst/>
              <a:gdLst/>
              <a:ahLst/>
              <a:cxnLst/>
              <a:rect l="l" t="t" r="r" b="b"/>
              <a:pathLst>
                <a:path w="3924" h="3458" extrusionOk="0">
                  <a:moveTo>
                    <a:pt x="1963" y="0"/>
                  </a:moveTo>
                  <a:cubicBezTo>
                    <a:pt x="1285" y="0"/>
                    <a:pt x="641" y="402"/>
                    <a:pt x="365" y="1067"/>
                  </a:cubicBezTo>
                  <a:cubicBezTo>
                    <a:pt x="0" y="1949"/>
                    <a:pt x="419" y="2960"/>
                    <a:pt x="1300" y="3325"/>
                  </a:cubicBezTo>
                  <a:cubicBezTo>
                    <a:pt x="1517" y="3415"/>
                    <a:pt x="1741" y="3457"/>
                    <a:pt x="1961" y="3457"/>
                  </a:cubicBezTo>
                  <a:cubicBezTo>
                    <a:pt x="2639" y="3457"/>
                    <a:pt x="3282" y="3056"/>
                    <a:pt x="3558" y="2391"/>
                  </a:cubicBezTo>
                  <a:cubicBezTo>
                    <a:pt x="3923" y="1509"/>
                    <a:pt x="3505" y="498"/>
                    <a:pt x="2623" y="132"/>
                  </a:cubicBezTo>
                  <a:cubicBezTo>
                    <a:pt x="2407" y="43"/>
                    <a:pt x="2183" y="0"/>
                    <a:pt x="19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" name="Google Shape;1373;p41"/>
          <p:cNvGrpSpPr/>
          <p:nvPr/>
        </p:nvGrpSpPr>
        <p:grpSpPr>
          <a:xfrm>
            <a:off x="1076869" y="3648568"/>
            <a:ext cx="363890" cy="340368"/>
            <a:chOff x="6343719" y="3789856"/>
            <a:chExt cx="363890" cy="340368"/>
          </a:xfrm>
        </p:grpSpPr>
        <p:sp>
          <p:nvSpPr>
            <p:cNvPr id="1374" name="Google Shape;1374;p41"/>
            <p:cNvSpPr/>
            <p:nvPr/>
          </p:nvSpPr>
          <p:spPr>
            <a:xfrm>
              <a:off x="6343719" y="3789856"/>
              <a:ext cx="273415" cy="340368"/>
            </a:xfrm>
            <a:custGeom>
              <a:avLst/>
              <a:gdLst/>
              <a:ahLst/>
              <a:cxnLst/>
              <a:rect l="l" t="t" r="r" b="b"/>
              <a:pathLst>
                <a:path w="7567" h="9420" extrusionOk="0">
                  <a:moveTo>
                    <a:pt x="4221" y="0"/>
                  </a:moveTo>
                  <a:cubicBezTo>
                    <a:pt x="3330" y="0"/>
                    <a:pt x="2491" y="349"/>
                    <a:pt x="1857" y="982"/>
                  </a:cubicBezTo>
                  <a:cubicBezTo>
                    <a:pt x="1223" y="1616"/>
                    <a:pt x="875" y="2455"/>
                    <a:pt x="875" y="3346"/>
                  </a:cubicBezTo>
                  <a:lnTo>
                    <a:pt x="875" y="4027"/>
                  </a:lnTo>
                  <a:lnTo>
                    <a:pt x="49" y="5577"/>
                  </a:lnTo>
                  <a:cubicBezTo>
                    <a:pt x="0" y="5669"/>
                    <a:pt x="3" y="5780"/>
                    <a:pt x="57" y="5870"/>
                  </a:cubicBezTo>
                  <a:cubicBezTo>
                    <a:pt x="111" y="5960"/>
                    <a:pt x="208" y="6015"/>
                    <a:pt x="313" y="6015"/>
                  </a:cubicBezTo>
                  <a:lnTo>
                    <a:pt x="875" y="6015"/>
                  </a:lnTo>
                  <a:lnTo>
                    <a:pt x="875" y="6669"/>
                  </a:lnTo>
                  <a:cubicBezTo>
                    <a:pt x="875" y="7631"/>
                    <a:pt x="1657" y="8413"/>
                    <a:pt x="2619" y="8413"/>
                  </a:cubicBezTo>
                  <a:lnTo>
                    <a:pt x="3621" y="8413"/>
                  </a:lnTo>
                  <a:lnTo>
                    <a:pt x="3621" y="9122"/>
                  </a:lnTo>
                  <a:cubicBezTo>
                    <a:pt x="3621" y="9287"/>
                    <a:pt x="3755" y="9420"/>
                    <a:pt x="3919" y="9420"/>
                  </a:cubicBezTo>
                  <a:lnTo>
                    <a:pt x="7269" y="9420"/>
                  </a:lnTo>
                  <a:cubicBezTo>
                    <a:pt x="7348" y="9420"/>
                    <a:pt x="7423" y="9388"/>
                    <a:pt x="7479" y="9332"/>
                  </a:cubicBezTo>
                  <a:cubicBezTo>
                    <a:pt x="7535" y="9276"/>
                    <a:pt x="7567" y="9201"/>
                    <a:pt x="7567" y="9122"/>
                  </a:cubicBezTo>
                  <a:lnTo>
                    <a:pt x="7567" y="3756"/>
                  </a:lnTo>
                  <a:lnTo>
                    <a:pt x="6159" y="3756"/>
                  </a:lnTo>
                  <a:cubicBezTo>
                    <a:pt x="6118" y="3921"/>
                    <a:pt x="6041" y="4075"/>
                    <a:pt x="5934" y="4210"/>
                  </a:cubicBezTo>
                  <a:lnTo>
                    <a:pt x="6075" y="5450"/>
                  </a:lnTo>
                  <a:cubicBezTo>
                    <a:pt x="6085" y="5534"/>
                    <a:pt x="6058" y="5619"/>
                    <a:pt x="6001" y="5683"/>
                  </a:cubicBezTo>
                  <a:cubicBezTo>
                    <a:pt x="5944" y="5745"/>
                    <a:pt x="5864" y="5782"/>
                    <a:pt x="5778" y="5782"/>
                  </a:cubicBezTo>
                  <a:lnTo>
                    <a:pt x="4189" y="5782"/>
                  </a:lnTo>
                  <a:cubicBezTo>
                    <a:pt x="4105" y="5782"/>
                    <a:pt x="4023" y="5745"/>
                    <a:pt x="3967" y="5683"/>
                  </a:cubicBezTo>
                  <a:cubicBezTo>
                    <a:pt x="3911" y="5619"/>
                    <a:pt x="3884" y="5534"/>
                    <a:pt x="3893" y="5450"/>
                  </a:cubicBezTo>
                  <a:lnTo>
                    <a:pt x="4034" y="4210"/>
                  </a:lnTo>
                  <a:cubicBezTo>
                    <a:pt x="3865" y="3997"/>
                    <a:pt x="3772" y="3735"/>
                    <a:pt x="3772" y="3457"/>
                  </a:cubicBezTo>
                  <a:cubicBezTo>
                    <a:pt x="3772" y="2789"/>
                    <a:pt x="4316" y="2245"/>
                    <a:pt x="4984" y="2245"/>
                  </a:cubicBezTo>
                  <a:cubicBezTo>
                    <a:pt x="5550" y="2245"/>
                    <a:pt x="6026" y="2634"/>
                    <a:pt x="6159" y="3159"/>
                  </a:cubicBezTo>
                  <a:lnTo>
                    <a:pt x="7561" y="3159"/>
                  </a:lnTo>
                  <a:cubicBezTo>
                    <a:pt x="7516" y="2338"/>
                    <a:pt x="7174" y="1572"/>
                    <a:pt x="6584" y="982"/>
                  </a:cubicBezTo>
                  <a:cubicBezTo>
                    <a:pt x="5950" y="349"/>
                    <a:pt x="5111" y="0"/>
                    <a:pt x="4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1"/>
            <p:cNvSpPr/>
            <p:nvPr/>
          </p:nvSpPr>
          <p:spPr>
            <a:xfrm>
              <a:off x="6504328" y="3892508"/>
              <a:ext cx="38951" cy="11526"/>
            </a:xfrm>
            <a:custGeom>
              <a:avLst/>
              <a:gdLst/>
              <a:ahLst/>
              <a:cxnLst/>
              <a:rect l="l" t="t" r="r" b="b"/>
              <a:pathLst>
                <a:path w="1078" h="319" extrusionOk="0">
                  <a:moveTo>
                    <a:pt x="539" y="0"/>
                  </a:moveTo>
                  <a:cubicBezTo>
                    <a:pt x="308" y="0"/>
                    <a:pt x="106" y="129"/>
                    <a:pt x="0" y="318"/>
                  </a:cubicBezTo>
                  <a:lnTo>
                    <a:pt x="1078" y="318"/>
                  </a:lnTo>
                  <a:cubicBezTo>
                    <a:pt x="973" y="129"/>
                    <a:pt x="770" y="0"/>
                    <a:pt x="5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1"/>
            <p:cNvSpPr/>
            <p:nvPr/>
          </p:nvSpPr>
          <p:spPr>
            <a:xfrm>
              <a:off x="6504328" y="3925533"/>
              <a:ext cx="38987" cy="51706"/>
            </a:xfrm>
            <a:custGeom>
              <a:avLst/>
              <a:gdLst/>
              <a:ahLst/>
              <a:cxnLst/>
              <a:rect l="l" t="t" r="r" b="b"/>
              <a:pathLst>
                <a:path w="1079" h="1431" extrusionOk="0">
                  <a:moveTo>
                    <a:pt x="0" y="1"/>
                  </a:moveTo>
                  <a:cubicBezTo>
                    <a:pt x="29" y="52"/>
                    <a:pt x="65" y="100"/>
                    <a:pt x="108" y="143"/>
                  </a:cubicBezTo>
                  <a:cubicBezTo>
                    <a:pt x="175" y="207"/>
                    <a:pt x="207" y="298"/>
                    <a:pt x="197" y="389"/>
                  </a:cubicBezTo>
                  <a:lnTo>
                    <a:pt x="78" y="1431"/>
                  </a:lnTo>
                  <a:lnTo>
                    <a:pt x="1000" y="1431"/>
                  </a:lnTo>
                  <a:lnTo>
                    <a:pt x="882" y="389"/>
                  </a:lnTo>
                  <a:cubicBezTo>
                    <a:pt x="872" y="298"/>
                    <a:pt x="904" y="207"/>
                    <a:pt x="969" y="143"/>
                  </a:cubicBezTo>
                  <a:cubicBezTo>
                    <a:pt x="1013" y="100"/>
                    <a:pt x="1050" y="52"/>
                    <a:pt x="1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1"/>
            <p:cNvSpPr/>
            <p:nvPr/>
          </p:nvSpPr>
          <p:spPr>
            <a:xfrm>
              <a:off x="6616917" y="3847270"/>
              <a:ext cx="90693" cy="134991"/>
            </a:xfrm>
            <a:custGeom>
              <a:avLst/>
              <a:gdLst/>
              <a:ahLst/>
              <a:cxnLst/>
              <a:rect l="l" t="t" r="r" b="b"/>
              <a:pathLst>
                <a:path w="2510" h="3736" extrusionOk="0">
                  <a:moveTo>
                    <a:pt x="1546" y="597"/>
                  </a:moveTo>
                  <a:cubicBezTo>
                    <a:pt x="1748" y="597"/>
                    <a:pt x="1913" y="762"/>
                    <a:pt x="1913" y="964"/>
                  </a:cubicBezTo>
                  <a:lnTo>
                    <a:pt x="1913" y="2772"/>
                  </a:lnTo>
                  <a:cubicBezTo>
                    <a:pt x="1913" y="2975"/>
                    <a:pt x="1748" y="3140"/>
                    <a:pt x="1546" y="3140"/>
                  </a:cubicBezTo>
                  <a:cubicBezTo>
                    <a:pt x="1343" y="3140"/>
                    <a:pt x="1178" y="2975"/>
                    <a:pt x="1178" y="2772"/>
                  </a:cubicBezTo>
                  <a:lnTo>
                    <a:pt x="1178" y="964"/>
                  </a:lnTo>
                  <a:cubicBezTo>
                    <a:pt x="1178" y="762"/>
                    <a:pt x="1343" y="597"/>
                    <a:pt x="1546" y="597"/>
                  </a:cubicBezTo>
                  <a:close/>
                  <a:moveTo>
                    <a:pt x="1546" y="0"/>
                  </a:moveTo>
                  <a:cubicBezTo>
                    <a:pt x="1014" y="0"/>
                    <a:pt x="582" y="432"/>
                    <a:pt x="582" y="964"/>
                  </a:cubicBezTo>
                  <a:lnTo>
                    <a:pt x="582" y="1570"/>
                  </a:lnTo>
                  <a:lnTo>
                    <a:pt x="0" y="1570"/>
                  </a:lnTo>
                  <a:cubicBezTo>
                    <a:pt x="4" y="1632"/>
                    <a:pt x="6" y="1694"/>
                    <a:pt x="6" y="1757"/>
                  </a:cubicBezTo>
                  <a:lnTo>
                    <a:pt x="6" y="2167"/>
                  </a:lnTo>
                  <a:lnTo>
                    <a:pt x="582" y="2167"/>
                  </a:lnTo>
                  <a:lnTo>
                    <a:pt x="582" y="2772"/>
                  </a:lnTo>
                  <a:cubicBezTo>
                    <a:pt x="582" y="3303"/>
                    <a:pt x="1014" y="3736"/>
                    <a:pt x="1546" y="3736"/>
                  </a:cubicBezTo>
                  <a:cubicBezTo>
                    <a:pt x="2077" y="3736"/>
                    <a:pt x="2510" y="3303"/>
                    <a:pt x="2510" y="2772"/>
                  </a:cubicBezTo>
                  <a:lnTo>
                    <a:pt x="2510" y="964"/>
                  </a:lnTo>
                  <a:cubicBezTo>
                    <a:pt x="2510" y="432"/>
                    <a:pt x="2077" y="0"/>
                    <a:pt x="1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EXAMINATION</a:t>
            </a:r>
            <a:endParaRPr/>
          </a:p>
        </p:txBody>
      </p:sp>
      <p:sp>
        <p:nvSpPr>
          <p:cNvPr id="1388" name="Google Shape;1388;p43"/>
          <p:cNvSpPr txBox="1"/>
          <p:nvPr/>
        </p:nvSpPr>
        <p:spPr>
          <a:xfrm>
            <a:off x="2827800" y="1584338"/>
            <a:ext cx="154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Mercury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9" name="Google Shape;1389;p43"/>
          <p:cNvSpPr txBox="1"/>
          <p:nvPr/>
        </p:nvSpPr>
        <p:spPr>
          <a:xfrm>
            <a:off x="719988" y="1584338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Mercury is the smallest planet of them all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390" name="Google Shape;1390;p43"/>
          <p:cNvCxnSpPr>
            <a:stCxn id="1388" idx="3"/>
            <a:endCxn id="1391" idx="1"/>
          </p:cNvCxnSpPr>
          <p:nvPr/>
        </p:nvCxnSpPr>
        <p:spPr>
          <a:xfrm>
            <a:off x="4375500" y="1826738"/>
            <a:ext cx="69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oval" w="sm" len="sm"/>
          </a:ln>
        </p:spPr>
      </p:cxnSp>
      <p:sp>
        <p:nvSpPr>
          <p:cNvPr id="1392" name="Google Shape;1392;p43"/>
          <p:cNvSpPr txBox="1"/>
          <p:nvPr/>
        </p:nvSpPr>
        <p:spPr>
          <a:xfrm>
            <a:off x="2827800" y="2587113"/>
            <a:ext cx="154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Venus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3" name="Google Shape;1393;p43"/>
          <p:cNvSpPr txBox="1"/>
          <p:nvPr/>
        </p:nvSpPr>
        <p:spPr>
          <a:xfrm>
            <a:off x="719988" y="2587113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Venus is the second planet from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394" name="Google Shape;1394;p43"/>
          <p:cNvCxnSpPr>
            <a:stCxn id="1392" idx="3"/>
            <a:endCxn id="1395" idx="1"/>
          </p:cNvCxnSpPr>
          <p:nvPr/>
        </p:nvCxnSpPr>
        <p:spPr>
          <a:xfrm>
            <a:off x="4375500" y="2829513"/>
            <a:ext cx="69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oval" w="sm" len="sm"/>
          </a:ln>
        </p:spPr>
      </p:cxnSp>
      <p:sp>
        <p:nvSpPr>
          <p:cNvPr id="1396" name="Google Shape;1396;p43"/>
          <p:cNvSpPr txBox="1"/>
          <p:nvPr/>
        </p:nvSpPr>
        <p:spPr>
          <a:xfrm>
            <a:off x="2827800" y="3589888"/>
            <a:ext cx="154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Mars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43"/>
          <p:cNvSpPr txBox="1"/>
          <p:nvPr/>
        </p:nvSpPr>
        <p:spPr>
          <a:xfrm>
            <a:off x="719988" y="3589888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Despite being red, Mars is actually a cold place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398" name="Google Shape;1398;p43"/>
          <p:cNvCxnSpPr>
            <a:stCxn id="1396" idx="3"/>
            <a:endCxn id="1399" idx="1"/>
          </p:cNvCxnSpPr>
          <p:nvPr/>
        </p:nvCxnSpPr>
        <p:spPr>
          <a:xfrm>
            <a:off x="4375500" y="3832288"/>
            <a:ext cx="69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oval" w="sm" len="sm"/>
          </a:ln>
        </p:spPr>
      </p:cxnSp>
      <p:sp>
        <p:nvSpPr>
          <p:cNvPr id="1391" name="Google Shape;1391;p43"/>
          <p:cNvSpPr/>
          <p:nvPr/>
        </p:nvSpPr>
        <p:spPr>
          <a:xfrm>
            <a:off x="5075238" y="1446638"/>
            <a:ext cx="76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43"/>
          <p:cNvSpPr/>
          <p:nvPr/>
        </p:nvSpPr>
        <p:spPr>
          <a:xfrm>
            <a:off x="5075238" y="2449413"/>
            <a:ext cx="76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43"/>
          <p:cNvSpPr/>
          <p:nvPr/>
        </p:nvSpPr>
        <p:spPr>
          <a:xfrm>
            <a:off x="5075238" y="3452188"/>
            <a:ext cx="76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0" name="Google Shape;1400;p43"/>
          <p:cNvGrpSpPr/>
          <p:nvPr/>
        </p:nvGrpSpPr>
        <p:grpSpPr>
          <a:xfrm>
            <a:off x="6445525" y="1638235"/>
            <a:ext cx="1827785" cy="2382574"/>
            <a:chOff x="5215175" y="2677450"/>
            <a:chExt cx="1385525" cy="1806075"/>
          </a:xfrm>
        </p:grpSpPr>
        <p:sp>
          <p:nvSpPr>
            <p:cNvPr id="1401" name="Google Shape;1401;p43"/>
            <p:cNvSpPr/>
            <p:nvPr/>
          </p:nvSpPr>
          <p:spPr>
            <a:xfrm>
              <a:off x="5215175" y="2677450"/>
              <a:ext cx="1385525" cy="1806075"/>
            </a:xfrm>
            <a:custGeom>
              <a:avLst/>
              <a:gdLst/>
              <a:ahLst/>
              <a:cxnLst/>
              <a:rect l="l" t="t" r="r" b="b"/>
              <a:pathLst>
                <a:path w="55421" h="72243" extrusionOk="0">
                  <a:moveTo>
                    <a:pt x="25086" y="0"/>
                  </a:moveTo>
                  <a:cubicBezTo>
                    <a:pt x="11838" y="0"/>
                    <a:pt x="1" y="9940"/>
                    <a:pt x="92" y="24241"/>
                  </a:cubicBezTo>
                  <a:cubicBezTo>
                    <a:pt x="183" y="38575"/>
                    <a:pt x="9016" y="44875"/>
                    <a:pt x="9016" y="44875"/>
                  </a:cubicBezTo>
                  <a:lnTo>
                    <a:pt x="3424" y="72243"/>
                  </a:lnTo>
                  <a:lnTo>
                    <a:pt x="33576" y="72243"/>
                  </a:lnTo>
                  <a:lnTo>
                    <a:pt x="34010" y="60168"/>
                  </a:lnTo>
                  <a:cubicBezTo>
                    <a:pt x="34010" y="60168"/>
                    <a:pt x="46427" y="58867"/>
                    <a:pt x="47728" y="56402"/>
                  </a:cubicBezTo>
                  <a:cubicBezTo>
                    <a:pt x="49052" y="53960"/>
                    <a:pt x="49645" y="44259"/>
                    <a:pt x="49645" y="44259"/>
                  </a:cubicBezTo>
                  <a:cubicBezTo>
                    <a:pt x="52179" y="43734"/>
                    <a:pt x="55420" y="40949"/>
                    <a:pt x="55420" y="40949"/>
                  </a:cubicBezTo>
                  <a:lnTo>
                    <a:pt x="49486" y="28350"/>
                  </a:lnTo>
                  <a:cubicBezTo>
                    <a:pt x="50627" y="7191"/>
                    <a:pt x="35973" y="46"/>
                    <a:pt x="25177" y="1"/>
                  </a:cubicBezTo>
                  <a:cubicBezTo>
                    <a:pt x="25146" y="1"/>
                    <a:pt x="25116" y="0"/>
                    <a:pt x="25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3"/>
            <p:cNvSpPr/>
            <p:nvPr/>
          </p:nvSpPr>
          <p:spPr>
            <a:xfrm>
              <a:off x="5314450" y="2780175"/>
              <a:ext cx="975250" cy="680200"/>
            </a:xfrm>
            <a:custGeom>
              <a:avLst/>
              <a:gdLst/>
              <a:ahLst/>
              <a:cxnLst/>
              <a:rect l="l" t="t" r="r" b="b"/>
              <a:pathLst>
                <a:path w="39010" h="27208" extrusionOk="0">
                  <a:moveTo>
                    <a:pt x="9907" y="4040"/>
                  </a:moveTo>
                  <a:cubicBezTo>
                    <a:pt x="9907" y="4086"/>
                    <a:pt x="9907" y="4132"/>
                    <a:pt x="9907" y="4154"/>
                  </a:cubicBezTo>
                  <a:lnTo>
                    <a:pt x="9907" y="4154"/>
                  </a:lnTo>
                  <a:cubicBezTo>
                    <a:pt x="9405" y="3721"/>
                    <a:pt x="8766" y="3470"/>
                    <a:pt x="8104" y="3470"/>
                  </a:cubicBezTo>
                  <a:lnTo>
                    <a:pt x="8104" y="3470"/>
                  </a:lnTo>
                  <a:cubicBezTo>
                    <a:pt x="6438" y="3470"/>
                    <a:pt x="5091" y="4976"/>
                    <a:pt x="5091" y="6802"/>
                  </a:cubicBezTo>
                  <a:lnTo>
                    <a:pt x="5091" y="6802"/>
                  </a:lnTo>
                  <a:cubicBezTo>
                    <a:pt x="5091" y="7578"/>
                    <a:pt x="5342" y="8286"/>
                    <a:pt x="5730" y="8856"/>
                  </a:cubicBezTo>
                  <a:lnTo>
                    <a:pt x="5730" y="8856"/>
                  </a:lnTo>
                  <a:cubicBezTo>
                    <a:pt x="5525" y="8811"/>
                    <a:pt x="5319" y="8788"/>
                    <a:pt x="5091" y="8788"/>
                  </a:cubicBezTo>
                  <a:lnTo>
                    <a:pt x="5091" y="8788"/>
                  </a:lnTo>
                  <a:cubicBezTo>
                    <a:pt x="2991" y="8788"/>
                    <a:pt x="1279" y="10454"/>
                    <a:pt x="1279" y="12508"/>
                  </a:cubicBezTo>
                  <a:lnTo>
                    <a:pt x="1279" y="12508"/>
                  </a:lnTo>
                  <a:cubicBezTo>
                    <a:pt x="1279" y="14015"/>
                    <a:pt x="2169" y="15293"/>
                    <a:pt x="3470" y="15887"/>
                  </a:cubicBezTo>
                  <a:lnTo>
                    <a:pt x="3470" y="15887"/>
                  </a:lnTo>
                  <a:cubicBezTo>
                    <a:pt x="1485" y="16252"/>
                    <a:pt x="1" y="17598"/>
                    <a:pt x="1" y="19219"/>
                  </a:cubicBezTo>
                  <a:lnTo>
                    <a:pt x="1" y="19219"/>
                  </a:lnTo>
                  <a:cubicBezTo>
                    <a:pt x="1" y="21114"/>
                    <a:pt x="2032" y="22666"/>
                    <a:pt x="4543" y="22666"/>
                  </a:cubicBezTo>
                  <a:lnTo>
                    <a:pt x="4543" y="22666"/>
                  </a:lnTo>
                  <a:cubicBezTo>
                    <a:pt x="4908" y="22666"/>
                    <a:pt x="5251" y="22643"/>
                    <a:pt x="5570" y="22574"/>
                  </a:cubicBezTo>
                  <a:lnTo>
                    <a:pt x="5570" y="22574"/>
                  </a:lnTo>
                  <a:cubicBezTo>
                    <a:pt x="6118" y="24537"/>
                    <a:pt x="7967" y="25998"/>
                    <a:pt x="10181" y="25998"/>
                  </a:cubicBezTo>
                  <a:lnTo>
                    <a:pt x="10181" y="25998"/>
                  </a:lnTo>
                  <a:cubicBezTo>
                    <a:pt x="11436" y="25998"/>
                    <a:pt x="12578" y="25519"/>
                    <a:pt x="13445" y="24720"/>
                  </a:cubicBezTo>
                  <a:lnTo>
                    <a:pt x="13445" y="24720"/>
                  </a:lnTo>
                  <a:cubicBezTo>
                    <a:pt x="14016" y="26158"/>
                    <a:pt x="16549" y="27208"/>
                    <a:pt x="19608" y="27208"/>
                  </a:cubicBezTo>
                  <a:lnTo>
                    <a:pt x="19608" y="27208"/>
                  </a:lnTo>
                  <a:cubicBezTo>
                    <a:pt x="22575" y="27208"/>
                    <a:pt x="25063" y="26226"/>
                    <a:pt x="25725" y="24880"/>
                  </a:cubicBezTo>
                  <a:lnTo>
                    <a:pt x="25725" y="24880"/>
                  </a:lnTo>
                  <a:cubicBezTo>
                    <a:pt x="26547" y="25656"/>
                    <a:pt x="27665" y="26135"/>
                    <a:pt x="28921" y="26135"/>
                  </a:cubicBezTo>
                  <a:lnTo>
                    <a:pt x="28921" y="26135"/>
                  </a:lnTo>
                  <a:cubicBezTo>
                    <a:pt x="31157" y="26135"/>
                    <a:pt x="33006" y="24560"/>
                    <a:pt x="33417" y="22483"/>
                  </a:cubicBezTo>
                  <a:lnTo>
                    <a:pt x="33417" y="22483"/>
                  </a:lnTo>
                  <a:cubicBezTo>
                    <a:pt x="33851" y="22620"/>
                    <a:pt x="34285" y="22688"/>
                    <a:pt x="34764" y="22688"/>
                  </a:cubicBezTo>
                  <a:lnTo>
                    <a:pt x="34764" y="22688"/>
                  </a:lnTo>
                  <a:cubicBezTo>
                    <a:pt x="37092" y="22688"/>
                    <a:pt x="39009" y="20954"/>
                    <a:pt x="39009" y="18831"/>
                  </a:cubicBezTo>
                  <a:lnTo>
                    <a:pt x="39009" y="18831"/>
                  </a:lnTo>
                  <a:cubicBezTo>
                    <a:pt x="39009" y="17005"/>
                    <a:pt x="37571" y="15476"/>
                    <a:pt x="35677" y="15088"/>
                  </a:cubicBezTo>
                  <a:lnTo>
                    <a:pt x="35677" y="15088"/>
                  </a:lnTo>
                  <a:cubicBezTo>
                    <a:pt x="36704" y="14289"/>
                    <a:pt x="37343" y="13170"/>
                    <a:pt x="37343" y="11915"/>
                  </a:cubicBezTo>
                  <a:lnTo>
                    <a:pt x="37343" y="11915"/>
                  </a:lnTo>
                  <a:cubicBezTo>
                    <a:pt x="37343" y="9747"/>
                    <a:pt x="35449" y="7943"/>
                    <a:pt x="32983" y="7647"/>
                  </a:cubicBezTo>
                  <a:lnTo>
                    <a:pt x="32983" y="7647"/>
                  </a:lnTo>
                  <a:cubicBezTo>
                    <a:pt x="33166" y="7236"/>
                    <a:pt x="33280" y="6802"/>
                    <a:pt x="33280" y="6323"/>
                  </a:cubicBezTo>
                  <a:lnTo>
                    <a:pt x="33280" y="6323"/>
                  </a:lnTo>
                  <a:cubicBezTo>
                    <a:pt x="33280" y="4383"/>
                    <a:pt x="31477" y="2808"/>
                    <a:pt x="29263" y="2808"/>
                  </a:cubicBezTo>
                  <a:lnTo>
                    <a:pt x="29263" y="2808"/>
                  </a:lnTo>
                  <a:cubicBezTo>
                    <a:pt x="28784" y="2808"/>
                    <a:pt x="28350" y="2876"/>
                    <a:pt x="27916" y="3013"/>
                  </a:cubicBezTo>
                  <a:lnTo>
                    <a:pt x="27916" y="3013"/>
                  </a:lnTo>
                  <a:cubicBezTo>
                    <a:pt x="27414" y="1507"/>
                    <a:pt x="25588" y="388"/>
                    <a:pt x="23420" y="388"/>
                  </a:cubicBezTo>
                  <a:lnTo>
                    <a:pt x="23420" y="388"/>
                  </a:lnTo>
                  <a:cubicBezTo>
                    <a:pt x="21753" y="388"/>
                    <a:pt x="20315" y="1027"/>
                    <a:pt x="19494" y="2009"/>
                  </a:cubicBezTo>
                  <a:lnTo>
                    <a:pt x="19494" y="2009"/>
                  </a:lnTo>
                  <a:cubicBezTo>
                    <a:pt x="18581" y="799"/>
                    <a:pt x="16937" y="0"/>
                    <a:pt x="15043" y="0"/>
                  </a:cubicBezTo>
                  <a:lnTo>
                    <a:pt x="15043" y="0"/>
                  </a:lnTo>
                  <a:cubicBezTo>
                    <a:pt x="12212" y="0"/>
                    <a:pt x="9907" y="1803"/>
                    <a:pt x="9907" y="40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3"/>
            <p:cNvSpPr/>
            <p:nvPr/>
          </p:nvSpPr>
          <p:spPr>
            <a:xfrm>
              <a:off x="5931325" y="3318575"/>
              <a:ext cx="40550" cy="94400"/>
            </a:xfrm>
            <a:custGeom>
              <a:avLst/>
              <a:gdLst/>
              <a:ahLst/>
              <a:cxnLst/>
              <a:rect l="l" t="t" r="r" b="b"/>
              <a:pathLst>
                <a:path w="1622" h="3776" extrusionOk="0">
                  <a:moveTo>
                    <a:pt x="820" y="0"/>
                  </a:moveTo>
                  <a:cubicBezTo>
                    <a:pt x="784" y="0"/>
                    <a:pt x="751" y="17"/>
                    <a:pt x="730" y="57"/>
                  </a:cubicBezTo>
                  <a:cubicBezTo>
                    <a:pt x="0" y="1221"/>
                    <a:pt x="228" y="2979"/>
                    <a:pt x="1392" y="3755"/>
                  </a:cubicBezTo>
                  <a:cubicBezTo>
                    <a:pt x="1415" y="3769"/>
                    <a:pt x="1436" y="3776"/>
                    <a:pt x="1456" y="3776"/>
                  </a:cubicBezTo>
                  <a:cubicBezTo>
                    <a:pt x="1560" y="3776"/>
                    <a:pt x="1621" y="3603"/>
                    <a:pt x="1507" y="3526"/>
                  </a:cubicBezTo>
                  <a:cubicBezTo>
                    <a:pt x="457" y="2842"/>
                    <a:pt x="297" y="1221"/>
                    <a:pt x="936" y="194"/>
                  </a:cubicBezTo>
                  <a:cubicBezTo>
                    <a:pt x="1000" y="97"/>
                    <a:pt x="905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3"/>
            <p:cNvSpPr/>
            <p:nvPr/>
          </p:nvSpPr>
          <p:spPr>
            <a:xfrm>
              <a:off x="5904500" y="3342200"/>
              <a:ext cx="42175" cy="21500"/>
            </a:xfrm>
            <a:custGeom>
              <a:avLst/>
              <a:gdLst/>
              <a:ahLst/>
              <a:cxnLst/>
              <a:rect l="l" t="t" r="r" b="b"/>
              <a:pathLst>
                <a:path w="1687" h="860" extrusionOk="0">
                  <a:moveTo>
                    <a:pt x="140" y="1"/>
                  </a:moveTo>
                  <a:cubicBezTo>
                    <a:pt x="1" y="1"/>
                    <a:pt x="7" y="230"/>
                    <a:pt x="160" y="230"/>
                  </a:cubicBezTo>
                  <a:cubicBezTo>
                    <a:pt x="662" y="253"/>
                    <a:pt x="1073" y="481"/>
                    <a:pt x="1415" y="824"/>
                  </a:cubicBezTo>
                  <a:cubicBezTo>
                    <a:pt x="1441" y="849"/>
                    <a:pt x="1470" y="860"/>
                    <a:pt x="1498" y="860"/>
                  </a:cubicBezTo>
                  <a:cubicBezTo>
                    <a:pt x="1596" y="860"/>
                    <a:pt x="1687" y="730"/>
                    <a:pt x="1598" y="641"/>
                  </a:cubicBezTo>
                  <a:cubicBezTo>
                    <a:pt x="1187" y="276"/>
                    <a:pt x="731" y="2"/>
                    <a:pt x="160" y="2"/>
                  </a:cubicBezTo>
                  <a:cubicBezTo>
                    <a:pt x="153" y="1"/>
                    <a:pt x="14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3"/>
            <p:cNvSpPr/>
            <p:nvPr/>
          </p:nvSpPr>
          <p:spPr>
            <a:xfrm>
              <a:off x="6122950" y="3283700"/>
              <a:ext cx="33225" cy="69975"/>
            </a:xfrm>
            <a:custGeom>
              <a:avLst/>
              <a:gdLst/>
              <a:ahLst/>
              <a:cxnLst/>
              <a:rect l="l" t="t" r="r" b="b"/>
              <a:pathLst>
                <a:path w="1329" h="2799" extrusionOk="0">
                  <a:moveTo>
                    <a:pt x="178" y="0"/>
                  </a:moveTo>
                  <a:cubicBezTo>
                    <a:pt x="69" y="0"/>
                    <a:pt x="1" y="163"/>
                    <a:pt x="119" y="242"/>
                  </a:cubicBezTo>
                  <a:cubicBezTo>
                    <a:pt x="917" y="744"/>
                    <a:pt x="1077" y="1794"/>
                    <a:pt x="872" y="2639"/>
                  </a:cubicBezTo>
                  <a:cubicBezTo>
                    <a:pt x="858" y="2735"/>
                    <a:pt x="935" y="2798"/>
                    <a:pt x="1009" y="2798"/>
                  </a:cubicBezTo>
                  <a:cubicBezTo>
                    <a:pt x="1058" y="2798"/>
                    <a:pt x="1105" y="2771"/>
                    <a:pt x="1123" y="2707"/>
                  </a:cubicBezTo>
                  <a:cubicBezTo>
                    <a:pt x="1328" y="1726"/>
                    <a:pt x="1123" y="585"/>
                    <a:pt x="233" y="14"/>
                  </a:cubicBezTo>
                  <a:cubicBezTo>
                    <a:pt x="214" y="4"/>
                    <a:pt x="195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3"/>
            <p:cNvSpPr/>
            <p:nvPr/>
          </p:nvSpPr>
          <p:spPr>
            <a:xfrm>
              <a:off x="5641425" y="3341650"/>
              <a:ext cx="14900" cy="64350"/>
            </a:xfrm>
            <a:custGeom>
              <a:avLst/>
              <a:gdLst/>
              <a:ahLst/>
              <a:cxnLst/>
              <a:rect l="l" t="t" r="r" b="b"/>
              <a:pathLst>
                <a:path w="596" h="2574" extrusionOk="0">
                  <a:moveTo>
                    <a:pt x="391" y="0"/>
                  </a:moveTo>
                  <a:cubicBezTo>
                    <a:pt x="342" y="0"/>
                    <a:pt x="293" y="27"/>
                    <a:pt x="275" y="93"/>
                  </a:cubicBezTo>
                  <a:cubicBezTo>
                    <a:pt x="1" y="891"/>
                    <a:pt x="1" y="1713"/>
                    <a:pt x="343" y="2512"/>
                  </a:cubicBezTo>
                  <a:cubicBezTo>
                    <a:pt x="365" y="2555"/>
                    <a:pt x="399" y="2573"/>
                    <a:pt x="435" y="2573"/>
                  </a:cubicBezTo>
                  <a:cubicBezTo>
                    <a:pt x="513" y="2573"/>
                    <a:pt x="596" y="2485"/>
                    <a:pt x="549" y="2375"/>
                  </a:cubicBezTo>
                  <a:cubicBezTo>
                    <a:pt x="229" y="1645"/>
                    <a:pt x="252" y="891"/>
                    <a:pt x="503" y="138"/>
                  </a:cubicBezTo>
                  <a:cubicBezTo>
                    <a:pt x="530" y="57"/>
                    <a:pt x="461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3"/>
            <p:cNvSpPr/>
            <p:nvPr/>
          </p:nvSpPr>
          <p:spPr>
            <a:xfrm>
              <a:off x="5445725" y="3312150"/>
              <a:ext cx="44550" cy="35875"/>
            </a:xfrm>
            <a:custGeom>
              <a:avLst/>
              <a:gdLst/>
              <a:ahLst/>
              <a:cxnLst/>
              <a:rect l="l" t="t" r="r" b="b"/>
              <a:pathLst>
                <a:path w="1782" h="1435" extrusionOk="0">
                  <a:moveTo>
                    <a:pt x="1623" y="1"/>
                  </a:moveTo>
                  <a:cubicBezTo>
                    <a:pt x="1587" y="1"/>
                    <a:pt x="1551" y="19"/>
                    <a:pt x="1529" y="63"/>
                  </a:cubicBezTo>
                  <a:cubicBezTo>
                    <a:pt x="1260" y="623"/>
                    <a:pt x="882" y="1205"/>
                    <a:pt x="199" y="1205"/>
                  </a:cubicBezTo>
                  <a:cubicBezTo>
                    <a:pt x="186" y="1205"/>
                    <a:pt x="173" y="1204"/>
                    <a:pt x="160" y="1204"/>
                  </a:cubicBezTo>
                  <a:cubicBezTo>
                    <a:pt x="153" y="1203"/>
                    <a:pt x="146" y="1203"/>
                    <a:pt x="140" y="1203"/>
                  </a:cubicBezTo>
                  <a:cubicBezTo>
                    <a:pt x="0" y="1203"/>
                    <a:pt x="7" y="1432"/>
                    <a:pt x="160" y="1432"/>
                  </a:cubicBezTo>
                  <a:cubicBezTo>
                    <a:pt x="187" y="1434"/>
                    <a:pt x="213" y="1435"/>
                    <a:pt x="240" y="1435"/>
                  </a:cubicBezTo>
                  <a:cubicBezTo>
                    <a:pt x="989" y="1435"/>
                    <a:pt x="1426" y="816"/>
                    <a:pt x="1734" y="177"/>
                  </a:cubicBezTo>
                  <a:cubicBezTo>
                    <a:pt x="1781" y="84"/>
                    <a:pt x="1701" y="1"/>
                    <a:pt x="1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5382675" y="3172875"/>
              <a:ext cx="56050" cy="11475"/>
            </a:xfrm>
            <a:custGeom>
              <a:avLst/>
              <a:gdLst/>
              <a:ahLst/>
              <a:cxnLst/>
              <a:rect l="l" t="t" r="r" b="b"/>
              <a:pathLst>
                <a:path w="2242" h="459" extrusionOk="0">
                  <a:moveTo>
                    <a:pt x="1276" y="1"/>
                  </a:moveTo>
                  <a:cubicBezTo>
                    <a:pt x="885" y="1"/>
                    <a:pt x="501" y="54"/>
                    <a:pt x="125" y="201"/>
                  </a:cubicBezTo>
                  <a:cubicBezTo>
                    <a:pt x="0" y="264"/>
                    <a:pt x="46" y="458"/>
                    <a:pt x="158" y="458"/>
                  </a:cubicBezTo>
                  <a:cubicBezTo>
                    <a:pt x="170" y="458"/>
                    <a:pt x="181" y="457"/>
                    <a:pt x="194" y="452"/>
                  </a:cubicBezTo>
                  <a:cubicBezTo>
                    <a:pt x="564" y="296"/>
                    <a:pt x="943" y="237"/>
                    <a:pt x="1331" y="237"/>
                  </a:cubicBezTo>
                  <a:cubicBezTo>
                    <a:pt x="1565" y="237"/>
                    <a:pt x="1802" y="258"/>
                    <a:pt x="2042" y="293"/>
                  </a:cubicBezTo>
                  <a:cubicBezTo>
                    <a:pt x="2050" y="294"/>
                    <a:pt x="2057" y="294"/>
                    <a:pt x="2064" y="294"/>
                  </a:cubicBezTo>
                  <a:cubicBezTo>
                    <a:pt x="2206" y="294"/>
                    <a:pt x="2241" y="86"/>
                    <a:pt x="2111" y="64"/>
                  </a:cubicBezTo>
                  <a:cubicBezTo>
                    <a:pt x="1829" y="27"/>
                    <a:pt x="155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3"/>
            <p:cNvSpPr/>
            <p:nvPr/>
          </p:nvSpPr>
          <p:spPr>
            <a:xfrm>
              <a:off x="5451600" y="2998100"/>
              <a:ext cx="63525" cy="67400"/>
            </a:xfrm>
            <a:custGeom>
              <a:avLst/>
              <a:gdLst/>
              <a:ahLst/>
              <a:cxnLst/>
              <a:rect l="l" t="t" r="r" b="b"/>
              <a:pathLst>
                <a:path w="2541" h="2696" extrusionOk="0">
                  <a:moveTo>
                    <a:pt x="199" y="1"/>
                  </a:moveTo>
                  <a:cubicBezTo>
                    <a:pt x="55" y="1"/>
                    <a:pt x="1" y="210"/>
                    <a:pt x="153" y="254"/>
                  </a:cubicBezTo>
                  <a:cubicBezTo>
                    <a:pt x="1340" y="550"/>
                    <a:pt x="2024" y="1440"/>
                    <a:pt x="2276" y="2605"/>
                  </a:cubicBezTo>
                  <a:cubicBezTo>
                    <a:pt x="2294" y="2668"/>
                    <a:pt x="2341" y="2695"/>
                    <a:pt x="2389" y="2695"/>
                  </a:cubicBezTo>
                  <a:cubicBezTo>
                    <a:pt x="2463" y="2695"/>
                    <a:pt x="2540" y="2632"/>
                    <a:pt x="2527" y="2536"/>
                  </a:cubicBezTo>
                  <a:cubicBezTo>
                    <a:pt x="2230" y="1281"/>
                    <a:pt x="1499" y="322"/>
                    <a:pt x="221" y="2"/>
                  </a:cubicBezTo>
                  <a:cubicBezTo>
                    <a:pt x="214" y="1"/>
                    <a:pt x="206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3"/>
            <p:cNvSpPr/>
            <p:nvPr/>
          </p:nvSpPr>
          <p:spPr>
            <a:xfrm>
              <a:off x="5492500" y="2990900"/>
              <a:ext cx="53500" cy="37550"/>
            </a:xfrm>
            <a:custGeom>
              <a:avLst/>
              <a:gdLst/>
              <a:ahLst/>
              <a:cxnLst/>
              <a:rect l="l" t="t" r="r" b="b"/>
              <a:pathLst>
                <a:path w="2140" h="1502" extrusionOk="0">
                  <a:moveTo>
                    <a:pt x="1971" y="0"/>
                  </a:moveTo>
                  <a:cubicBezTo>
                    <a:pt x="1932" y="0"/>
                    <a:pt x="1894" y="18"/>
                    <a:pt x="1872" y="62"/>
                  </a:cubicBezTo>
                  <a:cubicBezTo>
                    <a:pt x="1484" y="678"/>
                    <a:pt x="913" y="1181"/>
                    <a:pt x="160" y="1272"/>
                  </a:cubicBezTo>
                  <a:cubicBezTo>
                    <a:pt x="7" y="1272"/>
                    <a:pt x="1" y="1502"/>
                    <a:pt x="140" y="1502"/>
                  </a:cubicBezTo>
                  <a:cubicBezTo>
                    <a:pt x="147" y="1502"/>
                    <a:pt x="153" y="1501"/>
                    <a:pt x="160" y="1500"/>
                  </a:cubicBezTo>
                  <a:cubicBezTo>
                    <a:pt x="1005" y="1432"/>
                    <a:pt x="1644" y="884"/>
                    <a:pt x="2078" y="176"/>
                  </a:cubicBezTo>
                  <a:cubicBezTo>
                    <a:pt x="2140" y="83"/>
                    <a:pt x="2054" y="0"/>
                    <a:pt x="19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3"/>
            <p:cNvSpPr/>
            <p:nvPr/>
          </p:nvSpPr>
          <p:spPr>
            <a:xfrm>
              <a:off x="5558700" y="2875900"/>
              <a:ext cx="36975" cy="62200"/>
            </a:xfrm>
            <a:custGeom>
              <a:avLst/>
              <a:gdLst/>
              <a:ahLst/>
              <a:cxnLst/>
              <a:rect l="l" t="t" r="r" b="b"/>
              <a:pathLst>
                <a:path w="1479" h="2488" extrusionOk="0">
                  <a:moveTo>
                    <a:pt x="126" y="0"/>
                  </a:moveTo>
                  <a:cubicBezTo>
                    <a:pt x="63" y="0"/>
                    <a:pt x="0" y="40"/>
                    <a:pt x="0" y="120"/>
                  </a:cubicBezTo>
                  <a:cubicBezTo>
                    <a:pt x="91" y="1079"/>
                    <a:pt x="571" y="1786"/>
                    <a:pt x="1233" y="2448"/>
                  </a:cubicBezTo>
                  <a:cubicBezTo>
                    <a:pt x="1260" y="2476"/>
                    <a:pt x="1291" y="2487"/>
                    <a:pt x="1319" y="2487"/>
                  </a:cubicBezTo>
                  <a:cubicBezTo>
                    <a:pt x="1408" y="2487"/>
                    <a:pt x="1479" y="2375"/>
                    <a:pt x="1393" y="2288"/>
                  </a:cubicBezTo>
                  <a:cubicBezTo>
                    <a:pt x="799" y="1672"/>
                    <a:pt x="343" y="1010"/>
                    <a:pt x="251" y="120"/>
                  </a:cubicBezTo>
                  <a:cubicBezTo>
                    <a:pt x="251" y="40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3"/>
            <p:cNvSpPr/>
            <p:nvPr/>
          </p:nvSpPr>
          <p:spPr>
            <a:xfrm>
              <a:off x="5793375" y="2823125"/>
              <a:ext cx="19850" cy="61900"/>
            </a:xfrm>
            <a:custGeom>
              <a:avLst/>
              <a:gdLst/>
              <a:ahLst/>
              <a:cxnLst/>
              <a:rect l="l" t="t" r="r" b="b"/>
              <a:pathLst>
                <a:path w="794" h="2476" extrusionOk="0">
                  <a:moveTo>
                    <a:pt x="159" y="1"/>
                  </a:moveTo>
                  <a:cubicBezTo>
                    <a:pt x="76" y="1"/>
                    <a:pt x="1" y="83"/>
                    <a:pt x="63" y="177"/>
                  </a:cubicBezTo>
                  <a:cubicBezTo>
                    <a:pt x="497" y="793"/>
                    <a:pt x="542" y="1615"/>
                    <a:pt x="223" y="2299"/>
                  </a:cubicBezTo>
                  <a:cubicBezTo>
                    <a:pt x="176" y="2393"/>
                    <a:pt x="267" y="2475"/>
                    <a:pt x="344" y="2475"/>
                  </a:cubicBezTo>
                  <a:cubicBezTo>
                    <a:pt x="380" y="2475"/>
                    <a:pt x="413" y="2457"/>
                    <a:pt x="428" y="2414"/>
                  </a:cubicBezTo>
                  <a:cubicBezTo>
                    <a:pt x="793" y="1660"/>
                    <a:pt x="770" y="747"/>
                    <a:pt x="268" y="63"/>
                  </a:cubicBezTo>
                  <a:cubicBezTo>
                    <a:pt x="239" y="19"/>
                    <a:pt x="19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3"/>
            <p:cNvSpPr/>
            <p:nvPr/>
          </p:nvSpPr>
          <p:spPr>
            <a:xfrm>
              <a:off x="5978325" y="2849750"/>
              <a:ext cx="46975" cy="51975"/>
            </a:xfrm>
            <a:custGeom>
              <a:avLst/>
              <a:gdLst/>
              <a:ahLst/>
              <a:cxnLst/>
              <a:rect l="l" t="t" r="r" b="b"/>
              <a:pathLst>
                <a:path w="1879" h="2079" extrusionOk="0">
                  <a:moveTo>
                    <a:pt x="1680" y="0"/>
                  </a:moveTo>
                  <a:cubicBezTo>
                    <a:pt x="1673" y="0"/>
                    <a:pt x="1666" y="1"/>
                    <a:pt x="1658" y="2"/>
                  </a:cubicBezTo>
                  <a:cubicBezTo>
                    <a:pt x="1224" y="70"/>
                    <a:pt x="813" y="390"/>
                    <a:pt x="540" y="732"/>
                  </a:cubicBezTo>
                  <a:cubicBezTo>
                    <a:pt x="243" y="1120"/>
                    <a:pt x="106" y="1440"/>
                    <a:pt x="15" y="1919"/>
                  </a:cubicBezTo>
                  <a:cubicBezTo>
                    <a:pt x="1" y="2015"/>
                    <a:pt x="78" y="2079"/>
                    <a:pt x="147" y="2079"/>
                  </a:cubicBezTo>
                  <a:cubicBezTo>
                    <a:pt x="192" y="2079"/>
                    <a:pt x="234" y="2051"/>
                    <a:pt x="243" y="1988"/>
                  </a:cubicBezTo>
                  <a:cubicBezTo>
                    <a:pt x="334" y="1600"/>
                    <a:pt x="403" y="1303"/>
                    <a:pt x="654" y="983"/>
                  </a:cubicBezTo>
                  <a:cubicBezTo>
                    <a:pt x="928" y="618"/>
                    <a:pt x="1293" y="299"/>
                    <a:pt x="1726" y="230"/>
                  </a:cubicBezTo>
                  <a:cubicBezTo>
                    <a:pt x="1879" y="208"/>
                    <a:pt x="1824" y="0"/>
                    <a:pt x="1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3"/>
            <p:cNvSpPr/>
            <p:nvPr/>
          </p:nvSpPr>
          <p:spPr>
            <a:xfrm>
              <a:off x="6106850" y="2959025"/>
              <a:ext cx="39150" cy="37025"/>
            </a:xfrm>
            <a:custGeom>
              <a:avLst/>
              <a:gdLst/>
              <a:ahLst/>
              <a:cxnLst/>
              <a:rect l="l" t="t" r="r" b="b"/>
              <a:pathLst>
                <a:path w="1566" h="1481" extrusionOk="0">
                  <a:moveTo>
                    <a:pt x="1426" y="1"/>
                  </a:moveTo>
                  <a:cubicBezTo>
                    <a:pt x="1377" y="1"/>
                    <a:pt x="1329" y="26"/>
                    <a:pt x="1310" y="82"/>
                  </a:cubicBezTo>
                  <a:cubicBezTo>
                    <a:pt x="1105" y="675"/>
                    <a:pt x="740" y="1063"/>
                    <a:pt x="146" y="1246"/>
                  </a:cubicBezTo>
                  <a:cubicBezTo>
                    <a:pt x="1" y="1287"/>
                    <a:pt x="44" y="1480"/>
                    <a:pt x="157" y="1480"/>
                  </a:cubicBezTo>
                  <a:cubicBezTo>
                    <a:pt x="168" y="1480"/>
                    <a:pt x="180" y="1478"/>
                    <a:pt x="192" y="1474"/>
                  </a:cubicBezTo>
                  <a:cubicBezTo>
                    <a:pt x="899" y="1292"/>
                    <a:pt x="1333" y="835"/>
                    <a:pt x="1539" y="150"/>
                  </a:cubicBezTo>
                  <a:cubicBezTo>
                    <a:pt x="1566" y="55"/>
                    <a:pt x="1496" y="1"/>
                    <a:pt x="1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3"/>
            <p:cNvSpPr/>
            <p:nvPr/>
          </p:nvSpPr>
          <p:spPr>
            <a:xfrm>
              <a:off x="6157025" y="3149825"/>
              <a:ext cx="60050" cy="17750"/>
            </a:xfrm>
            <a:custGeom>
              <a:avLst/>
              <a:gdLst/>
              <a:ahLst/>
              <a:cxnLst/>
              <a:rect l="l" t="t" r="r" b="b"/>
              <a:pathLst>
                <a:path w="2402" h="710" extrusionOk="0">
                  <a:moveTo>
                    <a:pt x="2210" y="1"/>
                  </a:moveTo>
                  <a:cubicBezTo>
                    <a:pt x="2184" y="1"/>
                    <a:pt x="2157" y="9"/>
                    <a:pt x="2134" y="28"/>
                  </a:cubicBezTo>
                  <a:cubicBezTo>
                    <a:pt x="1755" y="315"/>
                    <a:pt x="1317" y="472"/>
                    <a:pt x="871" y="472"/>
                  </a:cubicBezTo>
                  <a:cubicBezTo>
                    <a:pt x="645" y="472"/>
                    <a:pt x="416" y="432"/>
                    <a:pt x="194" y="347"/>
                  </a:cubicBezTo>
                  <a:cubicBezTo>
                    <a:pt x="181" y="343"/>
                    <a:pt x="169" y="341"/>
                    <a:pt x="158" y="341"/>
                  </a:cubicBezTo>
                  <a:cubicBezTo>
                    <a:pt x="46" y="341"/>
                    <a:pt x="0" y="534"/>
                    <a:pt x="125" y="576"/>
                  </a:cubicBezTo>
                  <a:cubicBezTo>
                    <a:pt x="374" y="666"/>
                    <a:pt x="627" y="709"/>
                    <a:pt x="878" y="709"/>
                  </a:cubicBezTo>
                  <a:cubicBezTo>
                    <a:pt x="1386" y="709"/>
                    <a:pt x="1881" y="531"/>
                    <a:pt x="2293" y="210"/>
                  </a:cubicBezTo>
                  <a:cubicBezTo>
                    <a:pt x="2402" y="120"/>
                    <a:pt x="2310" y="1"/>
                    <a:pt x="2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3"/>
            <p:cNvSpPr/>
            <p:nvPr/>
          </p:nvSpPr>
          <p:spPr>
            <a:xfrm>
              <a:off x="6068275" y="3161575"/>
              <a:ext cx="67450" cy="98100"/>
            </a:xfrm>
            <a:custGeom>
              <a:avLst/>
              <a:gdLst/>
              <a:ahLst/>
              <a:cxnLst/>
              <a:rect l="l" t="t" r="r" b="b"/>
              <a:pathLst>
                <a:path w="2698" h="3924" extrusionOk="0">
                  <a:moveTo>
                    <a:pt x="2521" y="0"/>
                  </a:moveTo>
                  <a:cubicBezTo>
                    <a:pt x="2503" y="0"/>
                    <a:pt x="2484" y="5"/>
                    <a:pt x="2465" y="14"/>
                  </a:cubicBezTo>
                  <a:cubicBezTo>
                    <a:pt x="959" y="745"/>
                    <a:pt x="23" y="2114"/>
                    <a:pt x="0" y="3803"/>
                  </a:cubicBezTo>
                  <a:cubicBezTo>
                    <a:pt x="0" y="3883"/>
                    <a:pt x="57" y="3923"/>
                    <a:pt x="114" y="3923"/>
                  </a:cubicBezTo>
                  <a:cubicBezTo>
                    <a:pt x="171" y="3923"/>
                    <a:pt x="228" y="3883"/>
                    <a:pt x="228" y="3803"/>
                  </a:cubicBezTo>
                  <a:cubicBezTo>
                    <a:pt x="251" y="2206"/>
                    <a:pt x="1141" y="904"/>
                    <a:pt x="2579" y="220"/>
                  </a:cubicBezTo>
                  <a:cubicBezTo>
                    <a:pt x="2697" y="161"/>
                    <a:pt x="2629" y="0"/>
                    <a:pt x="2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3"/>
            <p:cNvSpPr/>
            <p:nvPr/>
          </p:nvSpPr>
          <p:spPr>
            <a:xfrm>
              <a:off x="6031375" y="3169300"/>
              <a:ext cx="59850" cy="34850"/>
            </a:xfrm>
            <a:custGeom>
              <a:avLst/>
              <a:gdLst/>
              <a:ahLst/>
              <a:cxnLst/>
              <a:rect l="l" t="t" r="r" b="b"/>
              <a:pathLst>
                <a:path w="2394" h="1394" extrusionOk="0">
                  <a:moveTo>
                    <a:pt x="199" y="0"/>
                  </a:moveTo>
                  <a:cubicBezTo>
                    <a:pt x="55" y="0"/>
                    <a:pt x="0" y="209"/>
                    <a:pt x="152" y="230"/>
                  </a:cubicBezTo>
                  <a:cubicBezTo>
                    <a:pt x="791" y="322"/>
                    <a:pt x="1910" y="573"/>
                    <a:pt x="2115" y="1303"/>
                  </a:cubicBezTo>
                  <a:cubicBezTo>
                    <a:pt x="2133" y="1367"/>
                    <a:pt x="2184" y="1394"/>
                    <a:pt x="2235" y="1394"/>
                  </a:cubicBezTo>
                  <a:cubicBezTo>
                    <a:pt x="2314" y="1394"/>
                    <a:pt x="2394" y="1331"/>
                    <a:pt x="2366" y="1235"/>
                  </a:cubicBezTo>
                  <a:cubicBezTo>
                    <a:pt x="2115" y="413"/>
                    <a:pt x="974" y="116"/>
                    <a:pt x="221" y="2"/>
                  </a:cubicBezTo>
                  <a:cubicBezTo>
                    <a:pt x="213" y="1"/>
                    <a:pt x="206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3"/>
            <p:cNvSpPr/>
            <p:nvPr/>
          </p:nvSpPr>
          <p:spPr>
            <a:xfrm>
              <a:off x="5986100" y="2976900"/>
              <a:ext cx="88875" cy="66000"/>
            </a:xfrm>
            <a:custGeom>
              <a:avLst/>
              <a:gdLst/>
              <a:ahLst/>
              <a:cxnLst/>
              <a:rect l="l" t="t" r="r" b="b"/>
              <a:pathLst>
                <a:path w="3555" h="2640" extrusionOk="0">
                  <a:moveTo>
                    <a:pt x="114" y="0"/>
                  </a:moveTo>
                  <a:cubicBezTo>
                    <a:pt x="57" y="0"/>
                    <a:pt x="0" y="40"/>
                    <a:pt x="0" y="120"/>
                  </a:cubicBezTo>
                  <a:cubicBezTo>
                    <a:pt x="0" y="1652"/>
                    <a:pt x="1521" y="2640"/>
                    <a:pt x="2962" y="2640"/>
                  </a:cubicBezTo>
                  <a:cubicBezTo>
                    <a:pt x="3110" y="2640"/>
                    <a:pt x="3257" y="2629"/>
                    <a:pt x="3401" y="2608"/>
                  </a:cubicBezTo>
                  <a:cubicBezTo>
                    <a:pt x="3554" y="2586"/>
                    <a:pt x="3498" y="2355"/>
                    <a:pt x="3353" y="2355"/>
                  </a:cubicBezTo>
                  <a:cubicBezTo>
                    <a:pt x="3346" y="2355"/>
                    <a:pt x="3340" y="2356"/>
                    <a:pt x="3333" y="2357"/>
                  </a:cubicBezTo>
                  <a:cubicBezTo>
                    <a:pt x="3195" y="2379"/>
                    <a:pt x="3055" y="2390"/>
                    <a:pt x="2913" y="2390"/>
                  </a:cubicBezTo>
                  <a:cubicBezTo>
                    <a:pt x="1623" y="2390"/>
                    <a:pt x="249" y="1478"/>
                    <a:pt x="229" y="120"/>
                  </a:cubicBezTo>
                  <a:cubicBezTo>
                    <a:pt x="229" y="40"/>
                    <a:pt x="172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3"/>
            <p:cNvSpPr/>
            <p:nvPr/>
          </p:nvSpPr>
          <p:spPr>
            <a:xfrm>
              <a:off x="5964400" y="3016250"/>
              <a:ext cx="43625" cy="67100"/>
            </a:xfrm>
            <a:custGeom>
              <a:avLst/>
              <a:gdLst/>
              <a:ahLst/>
              <a:cxnLst/>
              <a:rect l="l" t="t" r="r" b="b"/>
              <a:pathLst>
                <a:path w="1745" h="2684" extrusionOk="0">
                  <a:moveTo>
                    <a:pt x="1571" y="1"/>
                  </a:moveTo>
                  <a:cubicBezTo>
                    <a:pt x="1558" y="1"/>
                    <a:pt x="1545" y="3"/>
                    <a:pt x="1530" y="7"/>
                  </a:cubicBezTo>
                  <a:cubicBezTo>
                    <a:pt x="503" y="395"/>
                    <a:pt x="24" y="1513"/>
                    <a:pt x="1" y="2563"/>
                  </a:cubicBezTo>
                  <a:cubicBezTo>
                    <a:pt x="1" y="2643"/>
                    <a:pt x="64" y="2683"/>
                    <a:pt x="126" y="2683"/>
                  </a:cubicBezTo>
                  <a:cubicBezTo>
                    <a:pt x="189" y="2683"/>
                    <a:pt x="252" y="2643"/>
                    <a:pt x="252" y="2563"/>
                  </a:cubicBezTo>
                  <a:cubicBezTo>
                    <a:pt x="275" y="1627"/>
                    <a:pt x="686" y="577"/>
                    <a:pt x="1599" y="235"/>
                  </a:cubicBezTo>
                  <a:cubicBezTo>
                    <a:pt x="1744" y="194"/>
                    <a:pt x="1701" y="1"/>
                    <a:pt x="1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3"/>
            <p:cNvSpPr/>
            <p:nvPr/>
          </p:nvSpPr>
          <p:spPr>
            <a:xfrm>
              <a:off x="5836725" y="2948050"/>
              <a:ext cx="92400" cy="33850"/>
            </a:xfrm>
            <a:custGeom>
              <a:avLst/>
              <a:gdLst/>
              <a:ahLst/>
              <a:cxnLst/>
              <a:rect l="l" t="t" r="r" b="b"/>
              <a:pathLst>
                <a:path w="3696" h="1354" extrusionOk="0">
                  <a:moveTo>
                    <a:pt x="1575" y="1"/>
                  </a:moveTo>
                  <a:cubicBezTo>
                    <a:pt x="1050" y="1"/>
                    <a:pt x="525" y="162"/>
                    <a:pt x="109" y="498"/>
                  </a:cubicBezTo>
                  <a:cubicBezTo>
                    <a:pt x="1" y="570"/>
                    <a:pt x="92" y="685"/>
                    <a:pt x="192" y="685"/>
                  </a:cubicBezTo>
                  <a:cubicBezTo>
                    <a:pt x="218" y="685"/>
                    <a:pt x="245" y="677"/>
                    <a:pt x="269" y="658"/>
                  </a:cubicBezTo>
                  <a:cubicBezTo>
                    <a:pt x="629" y="375"/>
                    <a:pt x="1082" y="240"/>
                    <a:pt x="1540" y="240"/>
                  </a:cubicBezTo>
                  <a:cubicBezTo>
                    <a:pt x="2300" y="240"/>
                    <a:pt x="3071" y="613"/>
                    <a:pt x="3442" y="1297"/>
                  </a:cubicBezTo>
                  <a:cubicBezTo>
                    <a:pt x="3462" y="1337"/>
                    <a:pt x="3494" y="1354"/>
                    <a:pt x="3527" y="1354"/>
                  </a:cubicBezTo>
                  <a:cubicBezTo>
                    <a:pt x="3607" y="1354"/>
                    <a:pt x="3696" y="1257"/>
                    <a:pt x="3647" y="1160"/>
                  </a:cubicBezTo>
                  <a:cubicBezTo>
                    <a:pt x="3242" y="405"/>
                    <a:pt x="2407" y="1"/>
                    <a:pt x="1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3"/>
            <p:cNvSpPr/>
            <p:nvPr/>
          </p:nvSpPr>
          <p:spPr>
            <a:xfrm>
              <a:off x="5636450" y="2990300"/>
              <a:ext cx="113850" cy="35675"/>
            </a:xfrm>
            <a:custGeom>
              <a:avLst/>
              <a:gdLst/>
              <a:ahLst/>
              <a:cxnLst/>
              <a:rect l="l" t="t" r="r" b="b"/>
              <a:pathLst>
                <a:path w="4554" h="1427" extrusionOk="0">
                  <a:moveTo>
                    <a:pt x="2301" y="0"/>
                  </a:moveTo>
                  <a:cubicBezTo>
                    <a:pt x="1424" y="0"/>
                    <a:pt x="578" y="391"/>
                    <a:pt x="63" y="1250"/>
                  </a:cubicBezTo>
                  <a:cubicBezTo>
                    <a:pt x="1" y="1344"/>
                    <a:pt x="76" y="1426"/>
                    <a:pt x="159" y="1426"/>
                  </a:cubicBezTo>
                  <a:cubicBezTo>
                    <a:pt x="198" y="1426"/>
                    <a:pt x="239" y="1408"/>
                    <a:pt x="268" y="1364"/>
                  </a:cubicBezTo>
                  <a:cubicBezTo>
                    <a:pt x="740" y="590"/>
                    <a:pt x="1500" y="245"/>
                    <a:pt x="2291" y="245"/>
                  </a:cubicBezTo>
                  <a:cubicBezTo>
                    <a:pt x="2992" y="245"/>
                    <a:pt x="3717" y="516"/>
                    <a:pt x="4286" y="999"/>
                  </a:cubicBezTo>
                  <a:cubicBezTo>
                    <a:pt x="4309" y="1018"/>
                    <a:pt x="4336" y="1026"/>
                    <a:pt x="4362" y="1026"/>
                  </a:cubicBezTo>
                  <a:cubicBezTo>
                    <a:pt x="4462" y="1026"/>
                    <a:pt x="4554" y="907"/>
                    <a:pt x="4445" y="817"/>
                  </a:cubicBezTo>
                  <a:cubicBezTo>
                    <a:pt x="3833" y="289"/>
                    <a:pt x="3056" y="0"/>
                    <a:pt x="2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3"/>
            <p:cNvSpPr/>
            <p:nvPr/>
          </p:nvSpPr>
          <p:spPr>
            <a:xfrm>
              <a:off x="5628875" y="2949650"/>
              <a:ext cx="47675" cy="48675"/>
            </a:xfrm>
            <a:custGeom>
              <a:avLst/>
              <a:gdLst/>
              <a:ahLst/>
              <a:cxnLst/>
              <a:rect l="l" t="t" r="r" b="b"/>
              <a:pathLst>
                <a:path w="1907" h="1947" extrusionOk="0">
                  <a:moveTo>
                    <a:pt x="160" y="0"/>
                  </a:moveTo>
                  <a:cubicBezTo>
                    <a:pt x="1" y="0"/>
                    <a:pt x="1" y="251"/>
                    <a:pt x="160" y="251"/>
                  </a:cubicBezTo>
                  <a:cubicBezTo>
                    <a:pt x="914" y="251"/>
                    <a:pt x="1576" y="1142"/>
                    <a:pt x="1644" y="1826"/>
                  </a:cubicBezTo>
                  <a:cubicBezTo>
                    <a:pt x="1656" y="1906"/>
                    <a:pt x="1724" y="1946"/>
                    <a:pt x="1787" y="1946"/>
                  </a:cubicBezTo>
                  <a:cubicBezTo>
                    <a:pt x="1850" y="1946"/>
                    <a:pt x="1907" y="1906"/>
                    <a:pt x="1895" y="1826"/>
                  </a:cubicBezTo>
                  <a:cubicBezTo>
                    <a:pt x="1827" y="1005"/>
                    <a:pt x="1051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3"/>
            <p:cNvSpPr/>
            <p:nvPr/>
          </p:nvSpPr>
          <p:spPr>
            <a:xfrm>
              <a:off x="5808175" y="3147325"/>
              <a:ext cx="92175" cy="71825"/>
            </a:xfrm>
            <a:custGeom>
              <a:avLst/>
              <a:gdLst/>
              <a:ahLst/>
              <a:cxnLst/>
              <a:rect l="l" t="t" r="r" b="b"/>
              <a:pathLst>
                <a:path w="3687" h="2873" extrusionOk="0">
                  <a:moveTo>
                    <a:pt x="3044" y="1"/>
                  </a:moveTo>
                  <a:cubicBezTo>
                    <a:pt x="1491" y="1"/>
                    <a:pt x="0" y="1059"/>
                    <a:pt x="41" y="2753"/>
                  </a:cubicBezTo>
                  <a:cubicBezTo>
                    <a:pt x="41" y="2833"/>
                    <a:pt x="104" y="2873"/>
                    <a:pt x="164" y="2873"/>
                  </a:cubicBezTo>
                  <a:cubicBezTo>
                    <a:pt x="224" y="2873"/>
                    <a:pt x="281" y="2833"/>
                    <a:pt x="270" y="2753"/>
                  </a:cubicBezTo>
                  <a:cubicBezTo>
                    <a:pt x="249" y="1216"/>
                    <a:pt x="1590" y="249"/>
                    <a:pt x="2987" y="249"/>
                  </a:cubicBezTo>
                  <a:cubicBezTo>
                    <a:pt x="3147" y="249"/>
                    <a:pt x="3307" y="262"/>
                    <a:pt x="3465" y="288"/>
                  </a:cubicBezTo>
                  <a:cubicBezTo>
                    <a:pt x="3472" y="289"/>
                    <a:pt x="3479" y="289"/>
                    <a:pt x="3486" y="289"/>
                  </a:cubicBezTo>
                  <a:cubicBezTo>
                    <a:pt x="3631" y="289"/>
                    <a:pt x="3687" y="58"/>
                    <a:pt x="3534" y="36"/>
                  </a:cubicBezTo>
                  <a:cubicBezTo>
                    <a:pt x="3371" y="13"/>
                    <a:pt x="3207" y="1"/>
                    <a:pt x="3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3"/>
            <p:cNvSpPr/>
            <p:nvPr/>
          </p:nvSpPr>
          <p:spPr>
            <a:xfrm>
              <a:off x="5763450" y="3152825"/>
              <a:ext cx="65775" cy="25500"/>
            </a:xfrm>
            <a:custGeom>
              <a:avLst/>
              <a:gdLst/>
              <a:ahLst/>
              <a:cxnLst/>
              <a:rect l="l" t="t" r="r" b="b"/>
              <a:pathLst>
                <a:path w="2631" h="1020" extrusionOk="0">
                  <a:moveTo>
                    <a:pt x="870" y="0"/>
                  </a:moveTo>
                  <a:cubicBezTo>
                    <a:pt x="602" y="0"/>
                    <a:pt x="342" y="62"/>
                    <a:pt x="119" y="205"/>
                  </a:cubicBezTo>
                  <a:cubicBezTo>
                    <a:pt x="1" y="263"/>
                    <a:pt x="86" y="424"/>
                    <a:pt x="199" y="424"/>
                  </a:cubicBezTo>
                  <a:cubicBezTo>
                    <a:pt x="217" y="424"/>
                    <a:pt x="236" y="419"/>
                    <a:pt x="256" y="410"/>
                  </a:cubicBezTo>
                  <a:cubicBezTo>
                    <a:pt x="442" y="294"/>
                    <a:pt x="656" y="244"/>
                    <a:pt x="877" y="244"/>
                  </a:cubicBezTo>
                  <a:cubicBezTo>
                    <a:pt x="1440" y="244"/>
                    <a:pt x="2051" y="571"/>
                    <a:pt x="2378" y="981"/>
                  </a:cubicBezTo>
                  <a:cubicBezTo>
                    <a:pt x="2400" y="1008"/>
                    <a:pt x="2427" y="1020"/>
                    <a:pt x="2455" y="1020"/>
                  </a:cubicBezTo>
                  <a:cubicBezTo>
                    <a:pt x="2541" y="1020"/>
                    <a:pt x="2630" y="902"/>
                    <a:pt x="2561" y="798"/>
                  </a:cubicBezTo>
                  <a:cubicBezTo>
                    <a:pt x="2192" y="348"/>
                    <a:pt x="1506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3"/>
            <p:cNvSpPr/>
            <p:nvPr/>
          </p:nvSpPr>
          <p:spPr>
            <a:xfrm>
              <a:off x="5535350" y="3100025"/>
              <a:ext cx="100325" cy="28025"/>
            </a:xfrm>
            <a:custGeom>
              <a:avLst/>
              <a:gdLst/>
              <a:ahLst/>
              <a:cxnLst/>
              <a:rect l="l" t="t" r="r" b="b"/>
              <a:pathLst>
                <a:path w="4013" h="1121" extrusionOk="0">
                  <a:moveTo>
                    <a:pt x="2346" y="1"/>
                  </a:moveTo>
                  <a:cubicBezTo>
                    <a:pt x="1497" y="1"/>
                    <a:pt x="617" y="347"/>
                    <a:pt x="90" y="901"/>
                  </a:cubicBezTo>
                  <a:cubicBezTo>
                    <a:pt x="1" y="990"/>
                    <a:pt x="78" y="1120"/>
                    <a:pt x="170" y="1120"/>
                  </a:cubicBezTo>
                  <a:cubicBezTo>
                    <a:pt x="196" y="1120"/>
                    <a:pt x="224" y="1109"/>
                    <a:pt x="249" y="1084"/>
                  </a:cubicBezTo>
                  <a:cubicBezTo>
                    <a:pt x="723" y="582"/>
                    <a:pt x="1572" y="250"/>
                    <a:pt x="2374" y="250"/>
                  </a:cubicBezTo>
                  <a:cubicBezTo>
                    <a:pt x="2885" y="250"/>
                    <a:pt x="3377" y="385"/>
                    <a:pt x="3742" y="696"/>
                  </a:cubicBezTo>
                  <a:cubicBezTo>
                    <a:pt x="3773" y="722"/>
                    <a:pt x="3805" y="732"/>
                    <a:pt x="3834" y="732"/>
                  </a:cubicBezTo>
                  <a:cubicBezTo>
                    <a:pt x="3937" y="732"/>
                    <a:pt x="4013" y="607"/>
                    <a:pt x="3924" y="536"/>
                  </a:cubicBezTo>
                  <a:cubicBezTo>
                    <a:pt x="3497" y="164"/>
                    <a:pt x="2929" y="1"/>
                    <a:pt x="2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3"/>
            <p:cNvSpPr/>
            <p:nvPr/>
          </p:nvSpPr>
          <p:spPr>
            <a:xfrm>
              <a:off x="5598150" y="3180425"/>
              <a:ext cx="25050" cy="73725"/>
            </a:xfrm>
            <a:custGeom>
              <a:avLst/>
              <a:gdLst/>
              <a:ahLst/>
              <a:cxnLst/>
              <a:rect l="l" t="t" r="r" b="b"/>
              <a:pathLst>
                <a:path w="1002" h="2949" extrusionOk="0">
                  <a:moveTo>
                    <a:pt x="503" y="1"/>
                  </a:moveTo>
                  <a:cubicBezTo>
                    <a:pt x="428" y="1"/>
                    <a:pt x="358" y="56"/>
                    <a:pt x="385" y="150"/>
                  </a:cubicBezTo>
                  <a:cubicBezTo>
                    <a:pt x="659" y="858"/>
                    <a:pt x="773" y="2182"/>
                    <a:pt x="88" y="2753"/>
                  </a:cubicBezTo>
                  <a:cubicBezTo>
                    <a:pt x="0" y="2823"/>
                    <a:pt x="90" y="2949"/>
                    <a:pt x="188" y="2949"/>
                  </a:cubicBezTo>
                  <a:cubicBezTo>
                    <a:pt x="216" y="2949"/>
                    <a:pt x="245" y="2938"/>
                    <a:pt x="271" y="2912"/>
                  </a:cubicBezTo>
                  <a:cubicBezTo>
                    <a:pt x="1001" y="2296"/>
                    <a:pt x="933" y="881"/>
                    <a:pt x="636" y="82"/>
                  </a:cubicBezTo>
                  <a:cubicBezTo>
                    <a:pt x="608" y="26"/>
                    <a:pt x="554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3"/>
            <p:cNvSpPr/>
            <p:nvPr/>
          </p:nvSpPr>
          <p:spPr>
            <a:xfrm>
              <a:off x="5736075" y="3123675"/>
              <a:ext cx="43475" cy="67925"/>
            </a:xfrm>
            <a:custGeom>
              <a:avLst/>
              <a:gdLst/>
              <a:ahLst/>
              <a:cxnLst/>
              <a:rect l="l" t="t" r="r" b="b"/>
              <a:pathLst>
                <a:path w="1739" h="2717" extrusionOk="0">
                  <a:moveTo>
                    <a:pt x="163" y="1"/>
                  </a:moveTo>
                  <a:cubicBezTo>
                    <a:pt x="62" y="1"/>
                    <a:pt x="1" y="154"/>
                    <a:pt x="95" y="229"/>
                  </a:cubicBezTo>
                  <a:cubicBezTo>
                    <a:pt x="711" y="686"/>
                    <a:pt x="1465" y="1736"/>
                    <a:pt x="1214" y="2557"/>
                  </a:cubicBezTo>
                  <a:cubicBezTo>
                    <a:pt x="1186" y="2654"/>
                    <a:pt x="1258" y="2717"/>
                    <a:pt x="1330" y="2717"/>
                  </a:cubicBezTo>
                  <a:cubicBezTo>
                    <a:pt x="1377" y="2717"/>
                    <a:pt x="1424" y="2689"/>
                    <a:pt x="1442" y="2626"/>
                  </a:cubicBezTo>
                  <a:cubicBezTo>
                    <a:pt x="1739" y="1690"/>
                    <a:pt x="940" y="549"/>
                    <a:pt x="232" y="24"/>
                  </a:cubicBezTo>
                  <a:cubicBezTo>
                    <a:pt x="208" y="8"/>
                    <a:pt x="185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3"/>
            <p:cNvSpPr/>
            <p:nvPr/>
          </p:nvSpPr>
          <p:spPr>
            <a:xfrm>
              <a:off x="5551425" y="3239950"/>
              <a:ext cx="92100" cy="68625"/>
            </a:xfrm>
            <a:custGeom>
              <a:avLst/>
              <a:gdLst/>
              <a:ahLst/>
              <a:cxnLst/>
              <a:rect l="l" t="t" r="r" b="b"/>
              <a:pathLst>
                <a:path w="3684" h="2745" extrusionOk="0">
                  <a:moveTo>
                    <a:pt x="532" y="1"/>
                  </a:moveTo>
                  <a:cubicBezTo>
                    <a:pt x="398" y="1"/>
                    <a:pt x="264" y="10"/>
                    <a:pt x="131" y="29"/>
                  </a:cubicBezTo>
                  <a:cubicBezTo>
                    <a:pt x="1" y="51"/>
                    <a:pt x="57" y="259"/>
                    <a:pt x="181" y="259"/>
                  </a:cubicBezTo>
                  <a:cubicBezTo>
                    <a:pt x="187" y="259"/>
                    <a:pt x="193" y="259"/>
                    <a:pt x="200" y="257"/>
                  </a:cubicBezTo>
                  <a:cubicBezTo>
                    <a:pt x="315" y="241"/>
                    <a:pt x="430" y="233"/>
                    <a:pt x="545" y="233"/>
                  </a:cubicBezTo>
                  <a:cubicBezTo>
                    <a:pt x="1896" y="233"/>
                    <a:pt x="3229" y="1308"/>
                    <a:pt x="3418" y="2654"/>
                  </a:cubicBezTo>
                  <a:cubicBezTo>
                    <a:pt x="3427" y="2718"/>
                    <a:pt x="3472" y="2745"/>
                    <a:pt x="3522" y="2745"/>
                  </a:cubicBezTo>
                  <a:cubicBezTo>
                    <a:pt x="3597" y="2745"/>
                    <a:pt x="3683" y="2682"/>
                    <a:pt x="3669" y="2586"/>
                  </a:cubicBezTo>
                  <a:cubicBezTo>
                    <a:pt x="3439" y="1102"/>
                    <a:pt x="1985" y="1"/>
                    <a:pt x="5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3"/>
            <p:cNvSpPr/>
            <p:nvPr/>
          </p:nvSpPr>
          <p:spPr>
            <a:xfrm>
              <a:off x="5466600" y="3166900"/>
              <a:ext cx="53875" cy="77200"/>
            </a:xfrm>
            <a:custGeom>
              <a:avLst/>
              <a:gdLst/>
              <a:ahLst/>
              <a:cxnLst/>
              <a:rect l="l" t="t" r="r" b="b"/>
              <a:pathLst>
                <a:path w="2155" h="3088" extrusionOk="0">
                  <a:moveTo>
                    <a:pt x="174" y="1"/>
                  </a:moveTo>
                  <a:cubicBezTo>
                    <a:pt x="44" y="1"/>
                    <a:pt x="1" y="193"/>
                    <a:pt x="146" y="235"/>
                  </a:cubicBezTo>
                  <a:cubicBezTo>
                    <a:pt x="1265" y="600"/>
                    <a:pt x="1904" y="1810"/>
                    <a:pt x="1698" y="2928"/>
                  </a:cubicBezTo>
                  <a:cubicBezTo>
                    <a:pt x="1685" y="3025"/>
                    <a:pt x="1762" y="3088"/>
                    <a:pt x="1831" y="3088"/>
                  </a:cubicBezTo>
                  <a:cubicBezTo>
                    <a:pt x="1876" y="3088"/>
                    <a:pt x="1918" y="3060"/>
                    <a:pt x="1927" y="2997"/>
                  </a:cubicBezTo>
                  <a:cubicBezTo>
                    <a:pt x="2155" y="1741"/>
                    <a:pt x="1470" y="395"/>
                    <a:pt x="215" y="7"/>
                  </a:cubicBezTo>
                  <a:cubicBezTo>
                    <a:pt x="200" y="3"/>
                    <a:pt x="187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3"/>
            <p:cNvSpPr/>
            <p:nvPr/>
          </p:nvSpPr>
          <p:spPr>
            <a:xfrm>
              <a:off x="5734900" y="3333350"/>
              <a:ext cx="86225" cy="34625"/>
            </a:xfrm>
            <a:custGeom>
              <a:avLst/>
              <a:gdLst/>
              <a:ahLst/>
              <a:cxnLst/>
              <a:rect l="l" t="t" r="r" b="b"/>
              <a:pathLst>
                <a:path w="3449" h="1385" extrusionOk="0">
                  <a:moveTo>
                    <a:pt x="1187" y="0"/>
                  </a:moveTo>
                  <a:cubicBezTo>
                    <a:pt x="806" y="0"/>
                    <a:pt x="430" y="107"/>
                    <a:pt x="96" y="356"/>
                  </a:cubicBezTo>
                  <a:cubicBezTo>
                    <a:pt x="1" y="433"/>
                    <a:pt x="66" y="605"/>
                    <a:pt x="170" y="605"/>
                  </a:cubicBezTo>
                  <a:cubicBezTo>
                    <a:pt x="190" y="605"/>
                    <a:pt x="211" y="599"/>
                    <a:pt x="233" y="584"/>
                  </a:cubicBezTo>
                  <a:cubicBezTo>
                    <a:pt x="535" y="355"/>
                    <a:pt x="874" y="256"/>
                    <a:pt x="1218" y="256"/>
                  </a:cubicBezTo>
                  <a:cubicBezTo>
                    <a:pt x="1968" y="256"/>
                    <a:pt x="2740" y="727"/>
                    <a:pt x="3178" y="1338"/>
                  </a:cubicBezTo>
                  <a:cubicBezTo>
                    <a:pt x="3204" y="1370"/>
                    <a:pt x="3240" y="1384"/>
                    <a:pt x="3275" y="1384"/>
                  </a:cubicBezTo>
                  <a:cubicBezTo>
                    <a:pt x="3363" y="1384"/>
                    <a:pt x="3448" y="1298"/>
                    <a:pt x="3383" y="1201"/>
                  </a:cubicBezTo>
                  <a:cubicBezTo>
                    <a:pt x="2896" y="525"/>
                    <a:pt x="2030" y="0"/>
                    <a:pt x="1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3"/>
            <p:cNvSpPr/>
            <p:nvPr/>
          </p:nvSpPr>
          <p:spPr>
            <a:xfrm>
              <a:off x="5311025" y="2777100"/>
              <a:ext cx="993500" cy="687150"/>
            </a:xfrm>
            <a:custGeom>
              <a:avLst/>
              <a:gdLst/>
              <a:ahLst/>
              <a:cxnLst/>
              <a:rect l="l" t="t" r="r" b="b"/>
              <a:pathLst>
                <a:path w="39740" h="27486" extrusionOk="0">
                  <a:moveTo>
                    <a:pt x="15161" y="213"/>
                  </a:moveTo>
                  <a:cubicBezTo>
                    <a:pt x="16819" y="213"/>
                    <a:pt x="18494" y="898"/>
                    <a:pt x="19539" y="2200"/>
                  </a:cubicBezTo>
                  <a:cubicBezTo>
                    <a:pt x="19560" y="2231"/>
                    <a:pt x="19590" y="2243"/>
                    <a:pt x="19619" y="2243"/>
                  </a:cubicBezTo>
                  <a:cubicBezTo>
                    <a:pt x="19654" y="2243"/>
                    <a:pt x="19687" y="2225"/>
                    <a:pt x="19699" y="2200"/>
                  </a:cubicBezTo>
                  <a:cubicBezTo>
                    <a:pt x="20643" y="1184"/>
                    <a:pt x="22180" y="634"/>
                    <a:pt x="23690" y="634"/>
                  </a:cubicBezTo>
                  <a:cubicBezTo>
                    <a:pt x="25504" y="634"/>
                    <a:pt x="27279" y="1428"/>
                    <a:pt x="27939" y="3159"/>
                  </a:cubicBezTo>
                  <a:cubicBezTo>
                    <a:pt x="27958" y="3215"/>
                    <a:pt x="28008" y="3256"/>
                    <a:pt x="28063" y="3256"/>
                  </a:cubicBezTo>
                  <a:cubicBezTo>
                    <a:pt x="28075" y="3256"/>
                    <a:pt x="28087" y="3254"/>
                    <a:pt x="28099" y="3250"/>
                  </a:cubicBezTo>
                  <a:cubicBezTo>
                    <a:pt x="28474" y="3151"/>
                    <a:pt x="28861" y="3104"/>
                    <a:pt x="29246" y="3104"/>
                  </a:cubicBezTo>
                  <a:cubicBezTo>
                    <a:pt x="31698" y="3104"/>
                    <a:pt x="34091" y="5025"/>
                    <a:pt x="33006" y="7747"/>
                  </a:cubicBezTo>
                  <a:cubicBezTo>
                    <a:pt x="32984" y="7792"/>
                    <a:pt x="33029" y="7884"/>
                    <a:pt x="33098" y="7884"/>
                  </a:cubicBezTo>
                  <a:cubicBezTo>
                    <a:pt x="34650" y="8112"/>
                    <a:pt x="36042" y="8865"/>
                    <a:pt x="36864" y="10235"/>
                  </a:cubicBezTo>
                  <a:cubicBezTo>
                    <a:pt x="37914" y="11924"/>
                    <a:pt x="37161" y="13932"/>
                    <a:pt x="35723" y="15119"/>
                  </a:cubicBezTo>
                  <a:cubicBezTo>
                    <a:pt x="35654" y="15188"/>
                    <a:pt x="35700" y="15302"/>
                    <a:pt x="35768" y="15325"/>
                  </a:cubicBezTo>
                  <a:cubicBezTo>
                    <a:pt x="37914" y="15827"/>
                    <a:pt x="39443" y="17699"/>
                    <a:pt x="38872" y="19913"/>
                  </a:cubicBezTo>
                  <a:cubicBezTo>
                    <a:pt x="38414" y="21748"/>
                    <a:pt x="36598" y="22653"/>
                    <a:pt x="34836" y="22653"/>
                  </a:cubicBezTo>
                  <a:cubicBezTo>
                    <a:pt x="34406" y="22653"/>
                    <a:pt x="33980" y="22599"/>
                    <a:pt x="33577" y="22492"/>
                  </a:cubicBezTo>
                  <a:cubicBezTo>
                    <a:pt x="33569" y="22488"/>
                    <a:pt x="33560" y="22486"/>
                    <a:pt x="33551" y="22486"/>
                  </a:cubicBezTo>
                  <a:cubicBezTo>
                    <a:pt x="33509" y="22486"/>
                    <a:pt x="33459" y="22527"/>
                    <a:pt x="33440" y="22583"/>
                  </a:cubicBezTo>
                  <a:cubicBezTo>
                    <a:pt x="32935" y="24796"/>
                    <a:pt x="31020" y="26091"/>
                    <a:pt x="29027" y="26091"/>
                  </a:cubicBezTo>
                  <a:cubicBezTo>
                    <a:pt x="27956" y="26091"/>
                    <a:pt x="26863" y="25717"/>
                    <a:pt x="25953" y="24911"/>
                  </a:cubicBezTo>
                  <a:cubicBezTo>
                    <a:pt x="25933" y="24891"/>
                    <a:pt x="25898" y="24880"/>
                    <a:pt x="25865" y="24880"/>
                  </a:cubicBezTo>
                  <a:cubicBezTo>
                    <a:pt x="25824" y="24880"/>
                    <a:pt x="25783" y="24897"/>
                    <a:pt x="25771" y="24934"/>
                  </a:cubicBezTo>
                  <a:cubicBezTo>
                    <a:pt x="24698" y="26852"/>
                    <a:pt x="21708" y="27194"/>
                    <a:pt x="19745" y="27217"/>
                  </a:cubicBezTo>
                  <a:cubicBezTo>
                    <a:pt x="19696" y="27217"/>
                    <a:pt x="19647" y="27218"/>
                    <a:pt x="19596" y="27218"/>
                  </a:cubicBezTo>
                  <a:cubicBezTo>
                    <a:pt x="17665" y="27218"/>
                    <a:pt x="14585" y="26777"/>
                    <a:pt x="13673" y="24797"/>
                  </a:cubicBezTo>
                  <a:cubicBezTo>
                    <a:pt x="13662" y="24752"/>
                    <a:pt x="13628" y="24735"/>
                    <a:pt x="13591" y="24735"/>
                  </a:cubicBezTo>
                  <a:cubicBezTo>
                    <a:pt x="13553" y="24735"/>
                    <a:pt x="13514" y="24752"/>
                    <a:pt x="13491" y="24774"/>
                  </a:cubicBezTo>
                  <a:cubicBezTo>
                    <a:pt x="12559" y="25574"/>
                    <a:pt x="11433" y="25951"/>
                    <a:pt x="10327" y="25951"/>
                  </a:cubicBezTo>
                  <a:cubicBezTo>
                    <a:pt x="8372" y="25951"/>
                    <a:pt x="6477" y="24774"/>
                    <a:pt x="5821" y="22675"/>
                  </a:cubicBezTo>
                  <a:cubicBezTo>
                    <a:pt x="5803" y="22618"/>
                    <a:pt x="5768" y="22577"/>
                    <a:pt x="5719" y="22577"/>
                  </a:cubicBezTo>
                  <a:cubicBezTo>
                    <a:pt x="5708" y="22577"/>
                    <a:pt x="5697" y="22579"/>
                    <a:pt x="5684" y="22583"/>
                  </a:cubicBezTo>
                  <a:cubicBezTo>
                    <a:pt x="5408" y="22624"/>
                    <a:pt x="5116" y="22644"/>
                    <a:pt x="4817" y="22644"/>
                  </a:cubicBezTo>
                  <a:cubicBezTo>
                    <a:pt x="2751" y="22644"/>
                    <a:pt x="352" y="21655"/>
                    <a:pt x="252" y="19342"/>
                  </a:cubicBezTo>
                  <a:cubicBezTo>
                    <a:pt x="321" y="17493"/>
                    <a:pt x="1987" y="16466"/>
                    <a:pt x="3630" y="16124"/>
                  </a:cubicBezTo>
                  <a:cubicBezTo>
                    <a:pt x="3744" y="16101"/>
                    <a:pt x="3767" y="15941"/>
                    <a:pt x="3676" y="15895"/>
                  </a:cubicBezTo>
                  <a:cubicBezTo>
                    <a:pt x="1987" y="15051"/>
                    <a:pt x="1165" y="13271"/>
                    <a:pt x="1759" y="11445"/>
                  </a:cubicBezTo>
                  <a:cubicBezTo>
                    <a:pt x="2248" y="9896"/>
                    <a:pt x="3773" y="9057"/>
                    <a:pt x="5313" y="9057"/>
                  </a:cubicBezTo>
                  <a:cubicBezTo>
                    <a:pt x="5498" y="9057"/>
                    <a:pt x="5683" y="9069"/>
                    <a:pt x="5867" y="9094"/>
                  </a:cubicBezTo>
                  <a:cubicBezTo>
                    <a:pt x="5958" y="9094"/>
                    <a:pt x="6004" y="8979"/>
                    <a:pt x="5981" y="8911"/>
                  </a:cubicBezTo>
                  <a:cubicBezTo>
                    <a:pt x="5205" y="7678"/>
                    <a:pt x="5159" y="6263"/>
                    <a:pt x="5913" y="5031"/>
                  </a:cubicBezTo>
                  <a:cubicBezTo>
                    <a:pt x="6436" y="4171"/>
                    <a:pt x="7299" y="3747"/>
                    <a:pt x="8181" y="3747"/>
                  </a:cubicBezTo>
                  <a:cubicBezTo>
                    <a:pt x="8799" y="3747"/>
                    <a:pt x="9426" y="3955"/>
                    <a:pt x="9953" y="4369"/>
                  </a:cubicBezTo>
                  <a:cubicBezTo>
                    <a:pt x="9982" y="4391"/>
                    <a:pt x="10016" y="4401"/>
                    <a:pt x="10048" y="4401"/>
                  </a:cubicBezTo>
                  <a:cubicBezTo>
                    <a:pt x="10115" y="4401"/>
                    <a:pt x="10174" y="4355"/>
                    <a:pt x="10158" y="4277"/>
                  </a:cubicBezTo>
                  <a:cubicBezTo>
                    <a:pt x="10044" y="2314"/>
                    <a:pt x="11847" y="945"/>
                    <a:pt x="13536" y="443"/>
                  </a:cubicBezTo>
                  <a:cubicBezTo>
                    <a:pt x="14060" y="289"/>
                    <a:pt x="14609" y="213"/>
                    <a:pt x="15161" y="213"/>
                  </a:cubicBezTo>
                  <a:close/>
                  <a:moveTo>
                    <a:pt x="15226" y="1"/>
                  </a:moveTo>
                  <a:cubicBezTo>
                    <a:pt x="14536" y="1"/>
                    <a:pt x="13851" y="100"/>
                    <a:pt x="13217" y="283"/>
                  </a:cubicBezTo>
                  <a:cubicBezTo>
                    <a:pt x="11578" y="786"/>
                    <a:pt x="9939" y="2229"/>
                    <a:pt x="9922" y="4034"/>
                  </a:cubicBezTo>
                  <a:lnTo>
                    <a:pt x="9922" y="4034"/>
                  </a:lnTo>
                  <a:cubicBezTo>
                    <a:pt x="9381" y="3676"/>
                    <a:pt x="8795" y="3500"/>
                    <a:pt x="8219" y="3500"/>
                  </a:cubicBezTo>
                  <a:cubicBezTo>
                    <a:pt x="7351" y="3500"/>
                    <a:pt x="6505" y="3897"/>
                    <a:pt x="5867" y="4665"/>
                  </a:cubicBezTo>
                  <a:cubicBezTo>
                    <a:pt x="5342" y="5305"/>
                    <a:pt x="5137" y="6126"/>
                    <a:pt x="5114" y="6925"/>
                  </a:cubicBezTo>
                  <a:cubicBezTo>
                    <a:pt x="5091" y="7473"/>
                    <a:pt x="5251" y="7998"/>
                    <a:pt x="5456" y="8477"/>
                  </a:cubicBezTo>
                  <a:cubicBezTo>
                    <a:pt x="5478" y="8565"/>
                    <a:pt x="5688" y="8798"/>
                    <a:pt x="5566" y="8798"/>
                  </a:cubicBezTo>
                  <a:cubicBezTo>
                    <a:pt x="5561" y="8798"/>
                    <a:pt x="5554" y="8798"/>
                    <a:pt x="5548" y="8797"/>
                  </a:cubicBezTo>
                  <a:cubicBezTo>
                    <a:pt x="5467" y="8790"/>
                    <a:pt x="5387" y="8787"/>
                    <a:pt x="5307" y="8787"/>
                  </a:cubicBezTo>
                  <a:cubicBezTo>
                    <a:pt x="5113" y="8787"/>
                    <a:pt x="4919" y="8803"/>
                    <a:pt x="4726" y="8820"/>
                  </a:cubicBezTo>
                  <a:cubicBezTo>
                    <a:pt x="3060" y="8979"/>
                    <a:pt x="1759" y="10280"/>
                    <a:pt x="1370" y="11855"/>
                  </a:cubicBezTo>
                  <a:cubicBezTo>
                    <a:pt x="961" y="13513"/>
                    <a:pt x="1893" y="15130"/>
                    <a:pt x="3283" y="15960"/>
                  </a:cubicBezTo>
                  <a:lnTo>
                    <a:pt x="3283" y="15960"/>
                  </a:lnTo>
                  <a:cubicBezTo>
                    <a:pt x="1632" y="16383"/>
                    <a:pt x="95" y="17499"/>
                    <a:pt x="2" y="19328"/>
                  </a:cubicBezTo>
                  <a:lnTo>
                    <a:pt x="2" y="19328"/>
                  </a:lnTo>
                  <a:cubicBezTo>
                    <a:pt x="1" y="19332"/>
                    <a:pt x="1" y="19337"/>
                    <a:pt x="1" y="19342"/>
                  </a:cubicBezTo>
                  <a:cubicBezTo>
                    <a:pt x="1" y="19342"/>
                    <a:pt x="1" y="19342"/>
                    <a:pt x="1" y="19342"/>
                  </a:cubicBezTo>
                  <a:lnTo>
                    <a:pt x="1" y="19342"/>
                  </a:lnTo>
                  <a:cubicBezTo>
                    <a:pt x="1" y="19347"/>
                    <a:pt x="1" y="19352"/>
                    <a:pt x="2" y="19357"/>
                  </a:cubicBezTo>
                  <a:lnTo>
                    <a:pt x="2" y="19357"/>
                  </a:lnTo>
                  <a:cubicBezTo>
                    <a:pt x="101" y="21174"/>
                    <a:pt x="1580" y="22288"/>
                    <a:pt x="3219" y="22720"/>
                  </a:cubicBezTo>
                  <a:cubicBezTo>
                    <a:pt x="3699" y="22857"/>
                    <a:pt x="4201" y="22903"/>
                    <a:pt x="4680" y="22903"/>
                  </a:cubicBezTo>
                  <a:cubicBezTo>
                    <a:pt x="4707" y="22904"/>
                    <a:pt x="4733" y="22904"/>
                    <a:pt x="4758" y="22904"/>
                  </a:cubicBezTo>
                  <a:cubicBezTo>
                    <a:pt x="4954" y="22904"/>
                    <a:pt x="5120" y="22875"/>
                    <a:pt x="5263" y="22875"/>
                  </a:cubicBezTo>
                  <a:cubicBezTo>
                    <a:pt x="5472" y="22875"/>
                    <a:pt x="5635" y="22937"/>
                    <a:pt x="5776" y="23245"/>
                  </a:cubicBezTo>
                  <a:cubicBezTo>
                    <a:pt x="6164" y="24135"/>
                    <a:pt x="6734" y="24820"/>
                    <a:pt x="7533" y="25391"/>
                  </a:cubicBezTo>
                  <a:cubicBezTo>
                    <a:pt x="8337" y="25966"/>
                    <a:pt x="9279" y="26232"/>
                    <a:pt x="10226" y="26232"/>
                  </a:cubicBezTo>
                  <a:cubicBezTo>
                    <a:pt x="11271" y="26232"/>
                    <a:pt x="12320" y="25909"/>
                    <a:pt x="13194" y="25322"/>
                  </a:cubicBezTo>
                  <a:cubicBezTo>
                    <a:pt x="13377" y="25193"/>
                    <a:pt x="13448" y="25125"/>
                    <a:pt x="13501" y="25125"/>
                  </a:cubicBezTo>
                  <a:cubicBezTo>
                    <a:pt x="13561" y="25125"/>
                    <a:pt x="13597" y="25210"/>
                    <a:pt x="13742" y="25391"/>
                  </a:cubicBezTo>
                  <a:cubicBezTo>
                    <a:pt x="13970" y="25665"/>
                    <a:pt x="14221" y="25893"/>
                    <a:pt x="14495" y="26098"/>
                  </a:cubicBezTo>
                  <a:cubicBezTo>
                    <a:pt x="15340" y="26737"/>
                    <a:pt x="16458" y="27057"/>
                    <a:pt x="17462" y="27262"/>
                  </a:cubicBezTo>
                  <a:cubicBezTo>
                    <a:pt x="18213" y="27409"/>
                    <a:pt x="18993" y="27486"/>
                    <a:pt x="19775" y="27486"/>
                  </a:cubicBezTo>
                  <a:cubicBezTo>
                    <a:pt x="21301" y="27486"/>
                    <a:pt x="22838" y="27196"/>
                    <a:pt x="24196" y="26578"/>
                  </a:cubicBezTo>
                  <a:cubicBezTo>
                    <a:pt x="24881" y="26281"/>
                    <a:pt x="25474" y="25824"/>
                    <a:pt x="25885" y="25208"/>
                  </a:cubicBezTo>
                  <a:lnTo>
                    <a:pt x="25885" y="25208"/>
                  </a:lnTo>
                  <a:cubicBezTo>
                    <a:pt x="25703" y="25482"/>
                    <a:pt x="28213" y="26304"/>
                    <a:pt x="28441" y="26327"/>
                  </a:cubicBezTo>
                  <a:cubicBezTo>
                    <a:pt x="28631" y="26347"/>
                    <a:pt x="28820" y="26357"/>
                    <a:pt x="29006" y="26357"/>
                  </a:cubicBezTo>
                  <a:cubicBezTo>
                    <a:pt x="30700" y="26357"/>
                    <a:pt x="32216" y="25527"/>
                    <a:pt x="33120" y="24067"/>
                  </a:cubicBezTo>
                  <a:cubicBezTo>
                    <a:pt x="33349" y="23702"/>
                    <a:pt x="33509" y="23291"/>
                    <a:pt x="33623" y="22880"/>
                  </a:cubicBezTo>
                  <a:cubicBezTo>
                    <a:pt x="33629" y="22850"/>
                    <a:pt x="33731" y="22839"/>
                    <a:pt x="33881" y="22839"/>
                  </a:cubicBezTo>
                  <a:cubicBezTo>
                    <a:pt x="34300" y="22839"/>
                    <a:pt x="35091" y="22926"/>
                    <a:pt x="35175" y="22926"/>
                  </a:cubicBezTo>
                  <a:cubicBezTo>
                    <a:pt x="36065" y="22903"/>
                    <a:pt x="37001" y="22560"/>
                    <a:pt x="37686" y="22013"/>
                  </a:cubicBezTo>
                  <a:cubicBezTo>
                    <a:pt x="39032" y="20917"/>
                    <a:pt x="39740" y="19045"/>
                    <a:pt x="38918" y="17425"/>
                  </a:cubicBezTo>
                  <a:cubicBezTo>
                    <a:pt x="38507" y="16603"/>
                    <a:pt x="37914" y="16010"/>
                    <a:pt x="37138" y="15553"/>
                  </a:cubicBezTo>
                  <a:cubicBezTo>
                    <a:pt x="37024" y="15485"/>
                    <a:pt x="36156" y="15097"/>
                    <a:pt x="36133" y="15097"/>
                  </a:cubicBezTo>
                  <a:cubicBezTo>
                    <a:pt x="36590" y="14731"/>
                    <a:pt x="36932" y="14252"/>
                    <a:pt x="37206" y="13727"/>
                  </a:cubicBezTo>
                  <a:cubicBezTo>
                    <a:pt x="38096" y="12084"/>
                    <a:pt x="37434" y="10143"/>
                    <a:pt x="36133" y="8934"/>
                  </a:cubicBezTo>
                  <a:cubicBezTo>
                    <a:pt x="35449" y="8317"/>
                    <a:pt x="34581" y="7952"/>
                    <a:pt x="33714" y="7747"/>
                  </a:cubicBezTo>
                  <a:cubicBezTo>
                    <a:pt x="33143" y="7610"/>
                    <a:pt x="33509" y="6948"/>
                    <a:pt x="33531" y="6446"/>
                  </a:cubicBezTo>
                  <a:cubicBezTo>
                    <a:pt x="33554" y="6058"/>
                    <a:pt x="33463" y="5601"/>
                    <a:pt x="33303" y="5236"/>
                  </a:cubicBezTo>
                  <a:cubicBezTo>
                    <a:pt x="32593" y="3633"/>
                    <a:pt x="31000" y="2824"/>
                    <a:pt x="29340" y="2824"/>
                  </a:cubicBezTo>
                  <a:cubicBezTo>
                    <a:pt x="29132" y="2824"/>
                    <a:pt x="28923" y="2837"/>
                    <a:pt x="28715" y="2862"/>
                  </a:cubicBezTo>
                  <a:cubicBezTo>
                    <a:pt x="28534" y="2882"/>
                    <a:pt x="28412" y="2899"/>
                    <a:pt x="28322" y="2899"/>
                  </a:cubicBezTo>
                  <a:cubicBezTo>
                    <a:pt x="28108" y="2899"/>
                    <a:pt x="28080" y="2806"/>
                    <a:pt x="27871" y="2451"/>
                  </a:cubicBezTo>
                  <a:cubicBezTo>
                    <a:pt x="27665" y="2086"/>
                    <a:pt x="27369" y="1812"/>
                    <a:pt x="27049" y="1538"/>
                  </a:cubicBezTo>
                  <a:cubicBezTo>
                    <a:pt x="26341" y="945"/>
                    <a:pt x="25360" y="580"/>
                    <a:pt x="24470" y="466"/>
                  </a:cubicBezTo>
                  <a:cubicBezTo>
                    <a:pt x="24168" y="429"/>
                    <a:pt x="23870" y="410"/>
                    <a:pt x="23576" y="410"/>
                  </a:cubicBezTo>
                  <a:cubicBezTo>
                    <a:pt x="22776" y="410"/>
                    <a:pt x="22002" y="547"/>
                    <a:pt x="21251" y="831"/>
                  </a:cubicBezTo>
                  <a:cubicBezTo>
                    <a:pt x="20818" y="1013"/>
                    <a:pt x="20452" y="1242"/>
                    <a:pt x="20087" y="1516"/>
                  </a:cubicBezTo>
                  <a:cubicBezTo>
                    <a:pt x="19950" y="1607"/>
                    <a:pt x="19813" y="1744"/>
                    <a:pt x="19699" y="1858"/>
                  </a:cubicBezTo>
                  <a:cubicBezTo>
                    <a:pt x="19691" y="1865"/>
                    <a:pt x="19680" y="1868"/>
                    <a:pt x="19668" y="1868"/>
                  </a:cubicBezTo>
                  <a:cubicBezTo>
                    <a:pt x="19513" y="1868"/>
                    <a:pt x="19078" y="1372"/>
                    <a:pt x="19014" y="1287"/>
                  </a:cubicBezTo>
                  <a:cubicBezTo>
                    <a:pt x="17982" y="391"/>
                    <a:pt x="16596" y="1"/>
                    <a:pt x="15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2" name="Google Shape;1432;p43"/>
          <p:cNvGrpSpPr/>
          <p:nvPr/>
        </p:nvGrpSpPr>
        <p:grpSpPr>
          <a:xfrm>
            <a:off x="5273654" y="3650612"/>
            <a:ext cx="363385" cy="363385"/>
            <a:chOff x="2424029" y="1456925"/>
            <a:chExt cx="363385" cy="363385"/>
          </a:xfrm>
        </p:grpSpPr>
        <p:sp>
          <p:nvSpPr>
            <p:cNvPr id="1433" name="Google Shape;1433;p43"/>
            <p:cNvSpPr/>
            <p:nvPr/>
          </p:nvSpPr>
          <p:spPr>
            <a:xfrm>
              <a:off x="2424029" y="1527166"/>
              <a:ext cx="363385" cy="293143"/>
            </a:xfrm>
            <a:custGeom>
              <a:avLst/>
              <a:gdLst/>
              <a:ahLst/>
              <a:cxnLst/>
              <a:rect l="l" t="t" r="r" b="b"/>
              <a:pathLst>
                <a:path w="10057" h="8113" extrusionOk="0">
                  <a:moveTo>
                    <a:pt x="2436" y="629"/>
                  </a:moveTo>
                  <a:cubicBezTo>
                    <a:pt x="2514" y="629"/>
                    <a:pt x="2589" y="660"/>
                    <a:pt x="2644" y="715"/>
                  </a:cubicBezTo>
                  <a:lnTo>
                    <a:pt x="2823" y="894"/>
                  </a:lnTo>
                  <a:cubicBezTo>
                    <a:pt x="2939" y="1009"/>
                    <a:pt x="2939" y="1196"/>
                    <a:pt x="2823" y="1311"/>
                  </a:cubicBezTo>
                  <a:cubicBezTo>
                    <a:pt x="2766" y="1369"/>
                    <a:pt x="2691" y="1397"/>
                    <a:pt x="2615" y="1397"/>
                  </a:cubicBezTo>
                  <a:cubicBezTo>
                    <a:pt x="2540" y="1397"/>
                    <a:pt x="2464" y="1369"/>
                    <a:pt x="2407" y="1311"/>
                  </a:cubicBezTo>
                  <a:lnTo>
                    <a:pt x="2314" y="1218"/>
                  </a:lnTo>
                  <a:lnTo>
                    <a:pt x="1906" y="1218"/>
                  </a:lnTo>
                  <a:cubicBezTo>
                    <a:pt x="1743" y="1218"/>
                    <a:pt x="1611" y="1086"/>
                    <a:pt x="1611" y="924"/>
                  </a:cubicBezTo>
                  <a:cubicBezTo>
                    <a:pt x="1611" y="760"/>
                    <a:pt x="1743" y="629"/>
                    <a:pt x="1906" y="629"/>
                  </a:cubicBezTo>
                  <a:close/>
                  <a:moveTo>
                    <a:pt x="8348" y="1238"/>
                  </a:moveTo>
                  <a:cubicBezTo>
                    <a:pt x="8511" y="1238"/>
                    <a:pt x="8643" y="1370"/>
                    <a:pt x="8643" y="1532"/>
                  </a:cubicBezTo>
                  <a:cubicBezTo>
                    <a:pt x="8643" y="1695"/>
                    <a:pt x="8511" y="1827"/>
                    <a:pt x="8348" y="1827"/>
                  </a:cubicBezTo>
                  <a:lnTo>
                    <a:pt x="7940" y="1827"/>
                  </a:lnTo>
                  <a:lnTo>
                    <a:pt x="7825" y="1942"/>
                  </a:lnTo>
                  <a:cubicBezTo>
                    <a:pt x="7767" y="1999"/>
                    <a:pt x="7692" y="2028"/>
                    <a:pt x="7616" y="2028"/>
                  </a:cubicBezTo>
                  <a:cubicBezTo>
                    <a:pt x="7541" y="2028"/>
                    <a:pt x="7466" y="1999"/>
                    <a:pt x="7408" y="1942"/>
                  </a:cubicBezTo>
                  <a:cubicBezTo>
                    <a:pt x="7293" y="1827"/>
                    <a:pt x="7293" y="1641"/>
                    <a:pt x="7408" y="1525"/>
                  </a:cubicBezTo>
                  <a:lnTo>
                    <a:pt x="7609" y="1325"/>
                  </a:lnTo>
                  <a:cubicBezTo>
                    <a:pt x="7665" y="1269"/>
                    <a:pt x="7740" y="1238"/>
                    <a:pt x="7818" y="1238"/>
                  </a:cubicBezTo>
                  <a:close/>
                  <a:moveTo>
                    <a:pt x="5602" y="953"/>
                  </a:moveTo>
                  <a:cubicBezTo>
                    <a:pt x="6193" y="953"/>
                    <a:pt x="6673" y="1460"/>
                    <a:pt x="6673" y="2082"/>
                  </a:cubicBezTo>
                  <a:cubicBezTo>
                    <a:pt x="6673" y="2092"/>
                    <a:pt x="6672" y="2102"/>
                    <a:pt x="6672" y="2112"/>
                  </a:cubicBezTo>
                  <a:cubicBezTo>
                    <a:pt x="7000" y="2312"/>
                    <a:pt x="7203" y="2654"/>
                    <a:pt x="7203" y="3035"/>
                  </a:cubicBezTo>
                  <a:cubicBezTo>
                    <a:pt x="7203" y="3306"/>
                    <a:pt x="7096" y="3565"/>
                    <a:pt x="6909" y="3764"/>
                  </a:cubicBezTo>
                  <a:cubicBezTo>
                    <a:pt x="6947" y="3890"/>
                    <a:pt x="6967" y="4022"/>
                    <a:pt x="6967" y="4154"/>
                  </a:cubicBezTo>
                  <a:cubicBezTo>
                    <a:pt x="6967" y="4837"/>
                    <a:pt x="6452" y="5392"/>
                    <a:pt x="5818" y="5392"/>
                  </a:cubicBezTo>
                  <a:cubicBezTo>
                    <a:pt x="5530" y="5392"/>
                    <a:pt x="5256" y="5274"/>
                    <a:pt x="5048" y="5072"/>
                  </a:cubicBezTo>
                  <a:cubicBezTo>
                    <a:pt x="4840" y="5274"/>
                    <a:pt x="4567" y="5392"/>
                    <a:pt x="4279" y="5392"/>
                  </a:cubicBezTo>
                  <a:cubicBezTo>
                    <a:pt x="3645" y="5392"/>
                    <a:pt x="3130" y="4837"/>
                    <a:pt x="3130" y="4154"/>
                  </a:cubicBezTo>
                  <a:cubicBezTo>
                    <a:pt x="3130" y="4022"/>
                    <a:pt x="3149" y="3890"/>
                    <a:pt x="3188" y="3764"/>
                  </a:cubicBezTo>
                  <a:cubicBezTo>
                    <a:pt x="3001" y="3565"/>
                    <a:pt x="2894" y="3306"/>
                    <a:pt x="2894" y="3035"/>
                  </a:cubicBezTo>
                  <a:cubicBezTo>
                    <a:pt x="2894" y="2654"/>
                    <a:pt x="3096" y="2312"/>
                    <a:pt x="3424" y="2112"/>
                  </a:cubicBezTo>
                  <a:cubicBezTo>
                    <a:pt x="3424" y="2102"/>
                    <a:pt x="3424" y="2092"/>
                    <a:pt x="3424" y="2082"/>
                  </a:cubicBezTo>
                  <a:cubicBezTo>
                    <a:pt x="3424" y="1460"/>
                    <a:pt x="3904" y="953"/>
                    <a:pt x="4494" y="953"/>
                  </a:cubicBezTo>
                  <a:cubicBezTo>
                    <a:pt x="4694" y="953"/>
                    <a:pt x="4883" y="1009"/>
                    <a:pt x="5048" y="1115"/>
                  </a:cubicBezTo>
                  <a:cubicBezTo>
                    <a:pt x="5213" y="1009"/>
                    <a:pt x="5403" y="953"/>
                    <a:pt x="5602" y="953"/>
                  </a:cubicBezTo>
                  <a:close/>
                  <a:moveTo>
                    <a:pt x="3949" y="5657"/>
                  </a:moveTo>
                  <a:cubicBezTo>
                    <a:pt x="4002" y="5657"/>
                    <a:pt x="4057" y="5672"/>
                    <a:pt x="4105" y="5702"/>
                  </a:cubicBezTo>
                  <a:cubicBezTo>
                    <a:pt x="4243" y="5789"/>
                    <a:pt x="4284" y="5971"/>
                    <a:pt x="4198" y="6108"/>
                  </a:cubicBezTo>
                  <a:lnTo>
                    <a:pt x="4037" y="6364"/>
                  </a:lnTo>
                  <a:cubicBezTo>
                    <a:pt x="3983" y="6450"/>
                    <a:pt x="3889" y="6501"/>
                    <a:pt x="3787" y="6501"/>
                  </a:cubicBezTo>
                  <a:lnTo>
                    <a:pt x="1906" y="6501"/>
                  </a:lnTo>
                  <a:cubicBezTo>
                    <a:pt x="1743" y="6501"/>
                    <a:pt x="1611" y="6370"/>
                    <a:pt x="1611" y="6207"/>
                  </a:cubicBezTo>
                  <a:cubicBezTo>
                    <a:pt x="1611" y="6045"/>
                    <a:pt x="1743" y="5912"/>
                    <a:pt x="1906" y="5912"/>
                  </a:cubicBezTo>
                  <a:lnTo>
                    <a:pt x="3625" y="5912"/>
                  </a:lnTo>
                  <a:lnTo>
                    <a:pt x="3699" y="5795"/>
                  </a:lnTo>
                  <a:cubicBezTo>
                    <a:pt x="3755" y="5706"/>
                    <a:pt x="3851" y="5657"/>
                    <a:pt x="3949" y="5657"/>
                  </a:cubicBezTo>
                  <a:close/>
                  <a:moveTo>
                    <a:pt x="433" y="1"/>
                  </a:moveTo>
                  <a:lnTo>
                    <a:pt x="433" y="6875"/>
                  </a:lnTo>
                  <a:lnTo>
                    <a:pt x="296" y="6875"/>
                  </a:lnTo>
                  <a:cubicBezTo>
                    <a:pt x="132" y="6875"/>
                    <a:pt x="0" y="7007"/>
                    <a:pt x="0" y="7169"/>
                  </a:cubicBezTo>
                  <a:cubicBezTo>
                    <a:pt x="0" y="7332"/>
                    <a:pt x="132" y="7464"/>
                    <a:pt x="296" y="7464"/>
                  </a:cubicBezTo>
                  <a:lnTo>
                    <a:pt x="4734" y="7464"/>
                  </a:lnTo>
                  <a:lnTo>
                    <a:pt x="4734" y="7817"/>
                  </a:lnTo>
                  <a:cubicBezTo>
                    <a:pt x="4734" y="7980"/>
                    <a:pt x="4866" y="8112"/>
                    <a:pt x="5029" y="8112"/>
                  </a:cubicBezTo>
                  <a:cubicBezTo>
                    <a:pt x="5191" y="8112"/>
                    <a:pt x="5323" y="7980"/>
                    <a:pt x="5323" y="7817"/>
                  </a:cubicBezTo>
                  <a:lnTo>
                    <a:pt x="5323" y="7464"/>
                  </a:lnTo>
                  <a:lnTo>
                    <a:pt x="9762" y="7464"/>
                  </a:lnTo>
                  <a:cubicBezTo>
                    <a:pt x="9924" y="7464"/>
                    <a:pt x="10056" y="7332"/>
                    <a:pt x="10056" y="7169"/>
                  </a:cubicBezTo>
                  <a:cubicBezTo>
                    <a:pt x="10056" y="7007"/>
                    <a:pt x="9924" y="6875"/>
                    <a:pt x="9762" y="6875"/>
                  </a:cubicBezTo>
                  <a:lnTo>
                    <a:pt x="9624" y="6875"/>
                  </a:lnTo>
                  <a:lnTo>
                    <a:pt x="96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3"/>
            <p:cNvSpPr/>
            <p:nvPr/>
          </p:nvSpPr>
          <p:spPr>
            <a:xfrm>
              <a:off x="2549879" y="1582846"/>
              <a:ext cx="45924" cy="117864"/>
            </a:xfrm>
            <a:custGeom>
              <a:avLst/>
              <a:gdLst/>
              <a:ahLst/>
              <a:cxnLst/>
              <a:rect l="l" t="t" r="r" b="b"/>
              <a:pathLst>
                <a:path w="1271" h="3262" extrusionOk="0">
                  <a:moveTo>
                    <a:pt x="1011" y="1"/>
                  </a:moveTo>
                  <a:cubicBezTo>
                    <a:pt x="746" y="1"/>
                    <a:pt x="530" y="244"/>
                    <a:pt x="530" y="541"/>
                  </a:cubicBezTo>
                  <a:cubicBezTo>
                    <a:pt x="530" y="588"/>
                    <a:pt x="536" y="633"/>
                    <a:pt x="546" y="678"/>
                  </a:cubicBezTo>
                  <a:cubicBezTo>
                    <a:pt x="579" y="823"/>
                    <a:pt x="500" y="971"/>
                    <a:pt x="359" y="1022"/>
                  </a:cubicBezTo>
                  <a:cubicBezTo>
                    <a:pt x="141" y="1101"/>
                    <a:pt x="0" y="1286"/>
                    <a:pt x="0" y="1494"/>
                  </a:cubicBezTo>
                  <a:cubicBezTo>
                    <a:pt x="0" y="1652"/>
                    <a:pt x="82" y="1799"/>
                    <a:pt x="224" y="1897"/>
                  </a:cubicBezTo>
                  <a:cubicBezTo>
                    <a:pt x="347" y="1981"/>
                    <a:pt x="387" y="2145"/>
                    <a:pt x="317" y="2277"/>
                  </a:cubicBezTo>
                  <a:cubicBezTo>
                    <a:pt x="264" y="2378"/>
                    <a:pt x="235" y="2495"/>
                    <a:pt x="235" y="2613"/>
                  </a:cubicBezTo>
                  <a:cubicBezTo>
                    <a:pt x="235" y="2970"/>
                    <a:pt x="487" y="3261"/>
                    <a:pt x="796" y="3261"/>
                  </a:cubicBezTo>
                  <a:cubicBezTo>
                    <a:pt x="991" y="3261"/>
                    <a:pt x="1169" y="3145"/>
                    <a:pt x="1271" y="2955"/>
                  </a:cubicBezTo>
                  <a:lnTo>
                    <a:pt x="1271" y="87"/>
                  </a:lnTo>
                  <a:cubicBezTo>
                    <a:pt x="1194" y="32"/>
                    <a:pt x="1105" y="1"/>
                    <a:pt x="10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3"/>
            <p:cNvSpPr/>
            <p:nvPr/>
          </p:nvSpPr>
          <p:spPr>
            <a:xfrm>
              <a:off x="2617085" y="1582846"/>
              <a:ext cx="45924" cy="117864"/>
            </a:xfrm>
            <a:custGeom>
              <a:avLst/>
              <a:gdLst/>
              <a:ahLst/>
              <a:cxnLst/>
              <a:rect l="l" t="t" r="r" b="b"/>
              <a:pathLst>
                <a:path w="1271" h="3262" extrusionOk="0">
                  <a:moveTo>
                    <a:pt x="259" y="1"/>
                  </a:moveTo>
                  <a:cubicBezTo>
                    <a:pt x="166" y="1"/>
                    <a:pt x="77" y="32"/>
                    <a:pt x="0" y="87"/>
                  </a:cubicBezTo>
                  <a:lnTo>
                    <a:pt x="0" y="2955"/>
                  </a:lnTo>
                  <a:cubicBezTo>
                    <a:pt x="102" y="3145"/>
                    <a:pt x="280" y="3261"/>
                    <a:pt x="475" y="3261"/>
                  </a:cubicBezTo>
                  <a:cubicBezTo>
                    <a:pt x="783" y="3261"/>
                    <a:pt x="1035" y="2970"/>
                    <a:pt x="1035" y="2613"/>
                  </a:cubicBezTo>
                  <a:cubicBezTo>
                    <a:pt x="1035" y="2495"/>
                    <a:pt x="1007" y="2378"/>
                    <a:pt x="954" y="2277"/>
                  </a:cubicBezTo>
                  <a:cubicBezTo>
                    <a:pt x="884" y="2145"/>
                    <a:pt x="924" y="1981"/>
                    <a:pt x="1047" y="1897"/>
                  </a:cubicBezTo>
                  <a:cubicBezTo>
                    <a:pt x="1189" y="1799"/>
                    <a:pt x="1271" y="1652"/>
                    <a:pt x="1271" y="1494"/>
                  </a:cubicBezTo>
                  <a:cubicBezTo>
                    <a:pt x="1271" y="1286"/>
                    <a:pt x="1129" y="1101"/>
                    <a:pt x="911" y="1022"/>
                  </a:cubicBezTo>
                  <a:cubicBezTo>
                    <a:pt x="771" y="970"/>
                    <a:pt x="691" y="823"/>
                    <a:pt x="725" y="678"/>
                  </a:cubicBezTo>
                  <a:cubicBezTo>
                    <a:pt x="735" y="633"/>
                    <a:pt x="741" y="588"/>
                    <a:pt x="741" y="541"/>
                  </a:cubicBezTo>
                  <a:cubicBezTo>
                    <a:pt x="741" y="244"/>
                    <a:pt x="524" y="1"/>
                    <a:pt x="2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3"/>
            <p:cNvSpPr/>
            <p:nvPr/>
          </p:nvSpPr>
          <p:spPr>
            <a:xfrm>
              <a:off x="2424029" y="1456925"/>
              <a:ext cx="363385" cy="48996"/>
            </a:xfrm>
            <a:custGeom>
              <a:avLst/>
              <a:gdLst/>
              <a:ahLst/>
              <a:cxnLst/>
              <a:rect l="l" t="t" r="r" b="b"/>
              <a:pathLst>
                <a:path w="10057" h="1356" extrusionOk="0">
                  <a:moveTo>
                    <a:pt x="296" y="0"/>
                  </a:moveTo>
                  <a:cubicBezTo>
                    <a:pt x="132" y="0"/>
                    <a:pt x="0" y="132"/>
                    <a:pt x="0" y="295"/>
                  </a:cubicBezTo>
                  <a:lnTo>
                    <a:pt x="0" y="1060"/>
                  </a:lnTo>
                  <a:cubicBezTo>
                    <a:pt x="0" y="1224"/>
                    <a:pt x="132" y="1355"/>
                    <a:pt x="296" y="1355"/>
                  </a:cubicBezTo>
                  <a:lnTo>
                    <a:pt x="9762" y="1355"/>
                  </a:lnTo>
                  <a:cubicBezTo>
                    <a:pt x="9924" y="1355"/>
                    <a:pt x="10056" y="1224"/>
                    <a:pt x="10056" y="1060"/>
                  </a:cubicBezTo>
                  <a:lnTo>
                    <a:pt x="10056" y="295"/>
                  </a:lnTo>
                  <a:cubicBezTo>
                    <a:pt x="10056" y="132"/>
                    <a:pt x="9924" y="0"/>
                    <a:pt x="97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7" name="Google Shape;1437;p43"/>
          <p:cNvGrpSpPr/>
          <p:nvPr/>
        </p:nvGrpSpPr>
        <p:grpSpPr>
          <a:xfrm>
            <a:off x="5316917" y="2647820"/>
            <a:ext cx="276847" cy="363421"/>
            <a:chOff x="4035792" y="2042307"/>
            <a:chExt cx="276847" cy="363421"/>
          </a:xfrm>
        </p:grpSpPr>
        <p:sp>
          <p:nvSpPr>
            <p:cNvPr id="1438" name="Google Shape;1438;p43"/>
            <p:cNvSpPr/>
            <p:nvPr/>
          </p:nvSpPr>
          <p:spPr>
            <a:xfrm>
              <a:off x="4238784" y="2068034"/>
              <a:ext cx="48165" cy="48128"/>
            </a:xfrm>
            <a:custGeom>
              <a:avLst/>
              <a:gdLst/>
              <a:ahLst/>
              <a:cxnLst/>
              <a:rect l="l" t="t" r="r" b="b"/>
              <a:pathLst>
                <a:path w="1333" h="1332" extrusionOk="0">
                  <a:moveTo>
                    <a:pt x="1" y="0"/>
                  </a:moveTo>
                  <a:lnTo>
                    <a:pt x="1" y="1332"/>
                  </a:lnTo>
                  <a:lnTo>
                    <a:pt x="1332" y="1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3"/>
            <p:cNvSpPr/>
            <p:nvPr/>
          </p:nvSpPr>
          <p:spPr>
            <a:xfrm>
              <a:off x="4035792" y="2042307"/>
              <a:ext cx="276847" cy="363421"/>
            </a:xfrm>
            <a:custGeom>
              <a:avLst/>
              <a:gdLst/>
              <a:ahLst/>
              <a:cxnLst/>
              <a:rect l="l" t="t" r="r" b="b"/>
              <a:pathLst>
                <a:path w="7662" h="10058" extrusionOk="0">
                  <a:moveTo>
                    <a:pt x="4165" y="1179"/>
                  </a:moveTo>
                  <a:cubicBezTo>
                    <a:pt x="4327" y="1179"/>
                    <a:pt x="4459" y="1311"/>
                    <a:pt x="4459" y="1473"/>
                  </a:cubicBezTo>
                  <a:cubicBezTo>
                    <a:pt x="4459" y="1637"/>
                    <a:pt x="4327" y="1769"/>
                    <a:pt x="4165" y="1769"/>
                  </a:cubicBezTo>
                  <a:lnTo>
                    <a:pt x="4145" y="1769"/>
                  </a:lnTo>
                  <a:cubicBezTo>
                    <a:pt x="4142" y="1769"/>
                    <a:pt x="4139" y="1771"/>
                    <a:pt x="4139" y="1775"/>
                  </a:cubicBezTo>
                  <a:lnTo>
                    <a:pt x="4139" y="2175"/>
                  </a:lnTo>
                  <a:cubicBezTo>
                    <a:pt x="4139" y="2761"/>
                    <a:pt x="3684" y="3243"/>
                    <a:pt x="3109" y="3287"/>
                  </a:cubicBezTo>
                  <a:lnTo>
                    <a:pt x="3109" y="3848"/>
                  </a:lnTo>
                  <a:cubicBezTo>
                    <a:pt x="3109" y="4012"/>
                    <a:pt x="2977" y="4143"/>
                    <a:pt x="2814" y="4143"/>
                  </a:cubicBezTo>
                  <a:cubicBezTo>
                    <a:pt x="2652" y="4143"/>
                    <a:pt x="2520" y="4012"/>
                    <a:pt x="2520" y="3848"/>
                  </a:cubicBezTo>
                  <a:lnTo>
                    <a:pt x="2520" y="3287"/>
                  </a:lnTo>
                  <a:cubicBezTo>
                    <a:pt x="1945" y="3243"/>
                    <a:pt x="1490" y="2761"/>
                    <a:pt x="1490" y="2175"/>
                  </a:cubicBezTo>
                  <a:lnTo>
                    <a:pt x="1490" y="1775"/>
                  </a:lnTo>
                  <a:cubicBezTo>
                    <a:pt x="1490" y="1771"/>
                    <a:pt x="1487" y="1769"/>
                    <a:pt x="1484" y="1769"/>
                  </a:cubicBezTo>
                  <a:lnTo>
                    <a:pt x="1464" y="1769"/>
                  </a:lnTo>
                  <a:cubicBezTo>
                    <a:pt x="1301" y="1769"/>
                    <a:pt x="1169" y="1637"/>
                    <a:pt x="1169" y="1473"/>
                  </a:cubicBezTo>
                  <a:cubicBezTo>
                    <a:pt x="1169" y="1311"/>
                    <a:pt x="1301" y="1179"/>
                    <a:pt x="1464" y="1179"/>
                  </a:cubicBezTo>
                  <a:lnTo>
                    <a:pt x="1484" y="1179"/>
                  </a:lnTo>
                  <a:cubicBezTo>
                    <a:pt x="1812" y="1179"/>
                    <a:pt x="2079" y="1446"/>
                    <a:pt x="2079" y="1775"/>
                  </a:cubicBezTo>
                  <a:lnTo>
                    <a:pt x="2079" y="2175"/>
                  </a:lnTo>
                  <a:cubicBezTo>
                    <a:pt x="2079" y="2436"/>
                    <a:pt x="2270" y="2653"/>
                    <a:pt x="2520" y="2694"/>
                  </a:cubicBezTo>
                  <a:lnTo>
                    <a:pt x="2520" y="1493"/>
                  </a:lnTo>
                  <a:cubicBezTo>
                    <a:pt x="2520" y="1331"/>
                    <a:pt x="2652" y="1199"/>
                    <a:pt x="2814" y="1199"/>
                  </a:cubicBezTo>
                  <a:cubicBezTo>
                    <a:pt x="2977" y="1199"/>
                    <a:pt x="3109" y="1331"/>
                    <a:pt x="3109" y="1493"/>
                  </a:cubicBezTo>
                  <a:lnTo>
                    <a:pt x="3109" y="2694"/>
                  </a:lnTo>
                  <a:cubicBezTo>
                    <a:pt x="3358" y="2653"/>
                    <a:pt x="3549" y="2436"/>
                    <a:pt x="3549" y="2175"/>
                  </a:cubicBezTo>
                  <a:lnTo>
                    <a:pt x="3549" y="1775"/>
                  </a:lnTo>
                  <a:cubicBezTo>
                    <a:pt x="3549" y="1446"/>
                    <a:pt x="3817" y="1179"/>
                    <a:pt x="4145" y="1179"/>
                  </a:cubicBezTo>
                  <a:close/>
                  <a:moveTo>
                    <a:pt x="6188" y="4734"/>
                  </a:moveTo>
                  <a:cubicBezTo>
                    <a:pt x="6350" y="4734"/>
                    <a:pt x="6482" y="4866"/>
                    <a:pt x="6482" y="5029"/>
                  </a:cubicBezTo>
                  <a:cubicBezTo>
                    <a:pt x="6482" y="5191"/>
                    <a:pt x="6350" y="5323"/>
                    <a:pt x="6188" y="5323"/>
                  </a:cubicBezTo>
                  <a:lnTo>
                    <a:pt x="1474" y="5323"/>
                  </a:lnTo>
                  <a:cubicBezTo>
                    <a:pt x="1311" y="5323"/>
                    <a:pt x="1179" y="5191"/>
                    <a:pt x="1179" y="5029"/>
                  </a:cubicBezTo>
                  <a:cubicBezTo>
                    <a:pt x="1179" y="4866"/>
                    <a:pt x="1311" y="4734"/>
                    <a:pt x="1474" y="4734"/>
                  </a:cubicBezTo>
                  <a:close/>
                  <a:moveTo>
                    <a:pt x="6188" y="5912"/>
                  </a:moveTo>
                  <a:cubicBezTo>
                    <a:pt x="6350" y="5912"/>
                    <a:pt x="6482" y="6044"/>
                    <a:pt x="6482" y="6208"/>
                  </a:cubicBezTo>
                  <a:cubicBezTo>
                    <a:pt x="6482" y="6370"/>
                    <a:pt x="6350" y="6502"/>
                    <a:pt x="6188" y="6502"/>
                  </a:cubicBezTo>
                  <a:lnTo>
                    <a:pt x="1474" y="6502"/>
                  </a:lnTo>
                  <a:cubicBezTo>
                    <a:pt x="1311" y="6502"/>
                    <a:pt x="1179" y="6370"/>
                    <a:pt x="1179" y="6208"/>
                  </a:cubicBezTo>
                  <a:cubicBezTo>
                    <a:pt x="1179" y="6044"/>
                    <a:pt x="1311" y="5912"/>
                    <a:pt x="1474" y="5912"/>
                  </a:cubicBezTo>
                  <a:close/>
                  <a:moveTo>
                    <a:pt x="6188" y="7091"/>
                  </a:moveTo>
                  <a:cubicBezTo>
                    <a:pt x="6350" y="7091"/>
                    <a:pt x="6482" y="7223"/>
                    <a:pt x="6482" y="7385"/>
                  </a:cubicBezTo>
                  <a:cubicBezTo>
                    <a:pt x="6482" y="7549"/>
                    <a:pt x="6350" y="7681"/>
                    <a:pt x="6188" y="7681"/>
                  </a:cubicBezTo>
                  <a:lnTo>
                    <a:pt x="1474" y="7681"/>
                  </a:lnTo>
                  <a:cubicBezTo>
                    <a:pt x="1311" y="7681"/>
                    <a:pt x="1179" y="7549"/>
                    <a:pt x="1179" y="7385"/>
                  </a:cubicBezTo>
                  <a:cubicBezTo>
                    <a:pt x="1179" y="7223"/>
                    <a:pt x="1311" y="7091"/>
                    <a:pt x="1474" y="7091"/>
                  </a:cubicBezTo>
                  <a:close/>
                  <a:moveTo>
                    <a:pt x="3830" y="8270"/>
                  </a:moveTo>
                  <a:cubicBezTo>
                    <a:pt x="3994" y="8270"/>
                    <a:pt x="4126" y="8402"/>
                    <a:pt x="4126" y="8564"/>
                  </a:cubicBezTo>
                  <a:cubicBezTo>
                    <a:pt x="4126" y="8727"/>
                    <a:pt x="3994" y="8858"/>
                    <a:pt x="3830" y="8858"/>
                  </a:cubicBezTo>
                  <a:lnTo>
                    <a:pt x="1474" y="8858"/>
                  </a:lnTo>
                  <a:cubicBezTo>
                    <a:pt x="1311" y="8858"/>
                    <a:pt x="1179" y="8727"/>
                    <a:pt x="1179" y="8564"/>
                  </a:cubicBezTo>
                  <a:cubicBezTo>
                    <a:pt x="1179" y="8402"/>
                    <a:pt x="1311" y="8270"/>
                    <a:pt x="1474" y="8270"/>
                  </a:cubicBezTo>
                  <a:close/>
                  <a:moveTo>
                    <a:pt x="294" y="0"/>
                  </a:moveTo>
                  <a:cubicBezTo>
                    <a:pt x="132" y="0"/>
                    <a:pt x="0" y="132"/>
                    <a:pt x="0" y="296"/>
                  </a:cubicBezTo>
                  <a:lnTo>
                    <a:pt x="0" y="9762"/>
                  </a:lnTo>
                  <a:cubicBezTo>
                    <a:pt x="0" y="9924"/>
                    <a:pt x="132" y="10057"/>
                    <a:pt x="294" y="10057"/>
                  </a:cubicBezTo>
                  <a:lnTo>
                    <a:pt x="7367" y="10057"/>
                  </a:lnTo>
                  <a:cubicBezTo>
                    <a:pt x="7530" y="10057"/>
                    <a:pt x="7662" y="9924"/>
                    <a:pt x="7662" y="9762"/>
                  </a:cubicBezTo>
                  <a:lnTo>
                    <a:pt x="7662" y="2633"/>
                  </a:lnTo>
                  <a:lnTo>
                    <a:pt x="5324" y="2633"/>
                  </a:lnTo>
                  <a:cubicBezTo>
                    <a:pt x="5161" y="2633"/>
                    <a:pt x="5029" y="2500"/>
                    <a:pt x="5029" y="2338"/>
                  </a:cubicBezTo>
                  <a:lnTo>
                    <a:pt x="50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3"/>
            <p:cNvSpPr/>
            <p:nvPr/>
          </p:nvSpPr>
          <p:spPr>
            <a:xfrm>
              <a:off x="4243192" y="2042307"/>
              <a:ext cx="69447" cy="69447"/>
            </a:xfrm>
            <a:custGeom>
              <a:avLst/>
              <a:gdLst/>
              <a:ahLst/>
              <a:cxnLst/>
              <a:rect l="l" t="t" r="r" b="b"/>
              <a:pathLst>
                <a:path w="1922" h="1922" extrusionOk="0">
                  <a:moveTo>
                    <a:pt x="1" y="0"/>
                  </a:moveTo>
                  <a:lnTo>
                    <a:pt x="1922" y="1921"/>
                  </a:lnTo>
                  <a:lnTo>
                    <a:pt x="1922" y="296"/>
                  </a:lnTo>
                  <a:cubicBezTo>
                    <a:pt x="1922" y="132"/>
                    <a:pt x="1790" y="0"/>
                    <a:pt x="1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43"/>
          <p:cNvGrpSpPr/>
          <p:nvPr/>
        </p:nvGrpSpPr>
        <p:grpSpPr>
          <a:xfrm>
            <a:off x="5273666" y="1645045"/>
            <a:ext cx="363348" cy="363421"/>
            <a:chOff x="7131516" y="2042307"/>
            <a:chExt cx="363348" cy="363421"/>
          </a:xfrm>
        </p:grpSpPr>
        <p:sp>
          <p:nvSpPr>
            <p:cNvPr id="1442" name="Google Shape;1442;p43"/>
            <p:cNvSpPr/>
            <p:nvPr/>
          </p:nvSpPr>
          <p:spPr>
            <a:xfrm>
              <a:off x="7174044" y="2084908"/>
              <a:ext cx="320820" cy="320820"/>
            </a:xfrm>
            <a:custGeom>
              <a:avLst/>
              <a:gdLst/>
              <a:ahLst/>
              <a:cxnLst/>
              <a:rect l="l" t="t" r="r" b="b"/>
              <a:pathLst>
                <a:path w="8879" h="8879" extrusionOk="0">
                  <a:moveTo>
                    <a:pt x="8290" y="0"/>
                  </a:moveTo>
                  <a:lnTo>
                    <a:pt x="8290" y="7404"/>
                  </a:lnTo>
                  <a:cubicBezTo>
                    <a:pt x="8290" y="7892"/>
                    <a:pt x="7893" y="8289"/>
                    <a:pt x="7406" y="8289"/>
                  </a:cubicBezTo>
                  <a:lnTo>
                    <a:pt x="1" y="8289"/>
                  </a:lnTo>
                  <a:lnTo>
                    <a:pt x="1" y="8583"/>
                  </a:lnTo>
                  <a:cubicBezTo>
                    <a:pt x="1" y="8745"/>
                    <a:pt x="133" y="8878"/>
                    <a:pt x="296" y="8878"/>
                  </a:cubicBezTo>
                  <a:lnTo>
                    <a:pt x="8584" y="8878"/>
                  </a:lnTo>
                  <a:cubicBezTo>
                    <a:pt x="8747" y="8878"/>
                    <a:pt x="8879" y="8745"/>
                    <a:pt x="8879" y="8583"/>
                  </a:cubicBezTo>
                  <a:lnTo>
                    <a:pt x="8879" y="294"/>
                  </a:lnTo>
                  <a:cubicBezTo>
                    <a:pt x="8879" y="132"/>
                    <a:pt x="8747" y="0"/>
                    <a:pt x="8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3"/>
            <p:cNvSpPr/>
            <p:nvPr/>
          </p:nvSpPr>
          <p:spPr>
            <a:xfrm>
              <a:off x="7204106" y="2140371"/>
              <a:ext cx="175604" cy="134738"/>
            </a:xfrm>
            <a:custGeom>
              <a:avLst/>
              <a:gdLst/>
              <a:ahLst/>
              <a:cxnLst/>
              <a:rect l="l" t="t" r="r" b="b"/>
              <a:pathLst>
                <a:path w="4860" h="3729" extrusionOk="0">
                  <a:moveTo>
                    <a:pt x="1007" y="0"/>
                  </a:moveTo>
                  <a:cubicBezTo>
                    <a:pt x="1006" y="48"/>
                    <a:pt x="1001" y="94"/>
                    <a:pt x="992" y="139"/>
                  </a:cubicBezTo>
                  <a:cubicBezTo>
                    <a:pt x="952" y="343"/>
                    <a:pt x="828" y="511"/>
                    <a:pt x="634" y="624"/>
                  </a:cubicBezTo>
                  <a:cubicBezTo>
                    <a:pt x="430" y="744"/>
                    <a:pt x="212" y="886"/>
                    <a:pt x="0" y="1031"/>
                  </a:cubicBezTo>
                  <a:lnTo>
                    <a:pt x="600" y="1247"/>
                  </a:lnTo>
                  <a:cubicBezTo>
                    <a:pt x="681" y="1276"/>
                    <a:pt x="745" y="1339"/>
                    <a:pt x="775" y="1419"/>
                  </a:cubicBezTo>
                  <a:cubicBezTo>
                    <a:pt x="807" y="1499"/>
                    <a:pt x="801" y="1589"/>
                    <a:pt x="760" y="1664"/>
                  </a:cubicBezTo>
                  <a:lnTo>
                    <a:pt x="53" y="2966"/>
                  </a:lnTo>
                  <a:cubicBezTo>
                    <a:pt x="851" y="3039"/>
                    <a:pt x="1902" y="3161"/>
                    <a:pt x="2429" y="3728"/>
                  </a:cubicBezTo>
                  <a:cubicBezTo>
                    <a:pt x="2957" y="3161"/>
                    <a:pt x="4009" y="3039"/>
                    <a:pt x="4805" y="2966"/>
                  </a:cubicBezTo>
                  <a:lnTo>
                    <a:pt x="4099" y="1664"/>
                  </a:lnTo>
                  <a:cubicBezTo>
                    <a:pt x="4058" y="1589"/>
                    <a:pt x="4052" y="1499"/>
                    <a:pt x="4083" y="1419"/>
                  </a:cubicBezTo>
                  <a:cubicBezTo>
                    <a:pt x="4113" y="1339"/>
                    <a:pt x="4178" y="1276"/>
                    <a:pt x="4258" y="1247"/>
                  </a:cubicBezTo>
                  <a:lnTo>
                    <a:pt x="4859" y="1031"/>
                  </a:lnTo>
                  <a:cubicBezTo>
                    <a:pt x="4646" y="886"/>
                    <a:pt x="4429" y="744"/>
                    <a:pt x="4225" y="624"/>
                  </a:cubicBezTo>
                  <a:cubicBezTo>
                    <a:pt x="4031" y="511"/>
                    <a:pt x="3907" y="343"/>
                    <a:pt x="3867" y="139"/>
                  </a:cubicBezTo>
                  <a:cubicBezTo>
                    <a:pt x="3858" y="94"/>
                    <a:pt x="3853" y="48"/>
                    <a:pt x="3852" y="0"/>
                  </a:cubicBezTo>
                  <a:cubicBezTo>
                    <a:pt x="3385" y="314"/>
                    <a:pt x="2871" y="547"/>
                    <a:pt x="2429" y="547"/>
                  </a:cubicBezTo>
                  <a:cubicBezTo>
                    <a:pt x="1988" y="547"/>
                    <a:pt x="1473" y="314"/>
                    <a:pt x="10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3"/>
            <p:cNvSpPr/>
            <p:nvPr/>
          </p:nvSpPr>
          <p:spPr>
            <a:xfrm>
              <a:off x="7131516" y="2042307"/>
              <a:ext cx="320784" cy="320820"/>
            </a:xfrm>
            <a:custGeom>
              <a:avLst/>
              <a:gdLst/>
              <a:ahLst/>
              <a:cxnLst/>
              <a:rect l="l" t="t" r="r" b="b"/>
              <a:pathLst>
                <a:path w="8878" h="8879" extrusionOk="0">
                  <a:moveTo>
                    <a:pt x="6776" y="1179"/>
                  </a:moveTo>
                  <a:cubicBezTo>
                    <a:pt x="6837" y="1179"/>
                    <a:pt x="6899" y="1198"/>
                    <a:pt x="6952" y="1238"/>
                  </a:cubicBezTo>
                  <a:cubicBezTo>
                    <a:pt x="7082" y="1335"/>
                    <a:pt x="7109" y="1518"/>
                    <a:pt x="7013" y="1648"/>
                  </a:cubicBezTo>
                  <a:cubicBezTo>
                    <a:pt x="7003" y="1662"/>
                    <a:pt x="6992" y="1677"/>
                    <a:pt x="6981" y="1691"/>
                  </a:cubicBezTo>
                  <a:cubicBezTo>
                    <a:pt x="6476" y="2367"/>
                    <a:pt x="6433" y="2636"/>
                    <a:pt x="6453" y="2738"/>
                  </a:cubicBezTo>
                  <a:cubicBezTo>
                    <a:pt x="6458" y="2756"/>
                    <a:pt x="6464" y="2790"/>
                    <a:pt x="6532" y="2830"/>
                  </a:cubicBezTo>
                  <a:cubicBezTo>
                    <a:pt x="6909" y="3051"/>
                    <a:pt x="7320" y="3338"/>
                    <a:pt x="7674" y="3591"/>
                  </a:cubicBezTo>
                  <a:cubicBezTo>
                    <a:pt x="7763" y="3654"/>
                    <a:pt x="7809" y="3763"/>
                    <a:pt x="7794" y="3871"/>
                  </a:cubicBezTo>
                  <a:cubicBezTo>
                    <a:pt x="7779" y="3979"/>
                    <a:pt x="7705" y="4071"/>
                    <a:pt x="7602" y="4108"/>
                  </a:cubicBezTo>
                  <a:lnTo>
                    <a:pt x="6790" y="4399"/>
                  </a:lnTo>
                  <a:lnTo>
                    <a:pt x="7546" y="5792"/>
                  </a:lnTo>
                  <a:cubicBezTo>
                    <a:pt x="7592" y="5878"/>
                    <a:pt x="7593" y="5982"/>
                    <a:pt x="7547" y="6070"/>
                  </a:cubicBezTo>
                  <a:cubicBezTo>
                    <a:pt x="7501" y="6157"/>
                    <a:pt x="7415" y="6215"/>
                    <a:pt x="7317" y="6225"/>
                  </a:cubicBezTo>
                  <a:cubicBezTo>
                    <a:pt x="7219" y="6235"/>
                    <a:pt x="7113" y="6245"/>
                    <a:pt x="7001" y="6255"/>
                  </a:cubicBezTo>
                  <a:cubicBezTo>
                    <a:pt x="6179" y="6328"/>
                    <a:pt x="4945" y="6438"/>
                    <a:pt x="4733" y="7075"/>
                  </a:cubicBezTo>
                  <a:lnTo>
                    <a:pt x="4733" y="7405"/>
                  </a:lnTo>
                  <a:cubicBezTo>
                    <a:pt x="4733" y="7568"/>
                    <a:pt x="4601" y="7700"/>
                    <a:pt x="4438" y="7700"/>
                  </a:cubicBezTo>
                  <a:cubicBezTo>
                    <a:pt x="4276" y="7700"/>
                    <a:pt x="4144" y="7568"/>
                    <a:pt x="4144" y="7405"/>
                  </a:cubicBezTo>
                  <a:lnTo>
                    <a:pt x="4144" y="7075"/>
                  </a:lnTo>
                  <a:cubicBezTo>
                    <a:pt x="3933" y="6438"/>
                    <a:pt x="2698" y="6328"/>
                    <a:pt x="1876" y="6255"/>
                  </a:cubicBezTo>
                  <a:cubicBezTo>
                    <a:pt x="1764" y="6245"/>
                    <a:pt x="1658" y="6235"/>
                    <a:pt x="1560" y="6225"/>
                  </a:cubicBezTo>
                  <a:cubicBezTo>
                    <a:pt x="1462" y="6215"/>
                    <a:pt x="1376" y="6157"/>
                    <a:pt x="1330" y="6070"/>
                  </a:cubicBezTo>
                  <a:cubicBezTo>
                    <a:pt x="1284" y="5982"/>
                    <a:pt x="1284" y="5878"/>
                    <a:pt x="1332" y="5792"/>
                  </a:cubicBezTo>
                  <a:lnTo>
                    <a:pt x="2087" y="4399"/>
                  </a:lnTo>
                  <a:lnTo>
                    <a:pt x="1275" y="4108"/>
                  </a:lnTo>
                  <a:cubicBezTo>
                    <a:pt x="1172" y="4071"/>
                    <a:pt x="1098" y="3979"/>
                    <a:pt x="1083" y="3871"/>
                  </a:cubicBezTo>
                  <a:cubicBezTo>
                    <a:pt x="1068" y="3763"/>
                    <a:pt x="1114" y="3654"/>
                    <a:pt x="1203" y="3591"/>
                  </a:cubicBezTo>
                  <a:cubicBezTo>
                    <a:pt x="1556" y="3338"/>
                    <a:pt x="1968" y="3051"/>
                    <a:pt x="2345" y="2830"/>
                  </a:cubicBezTo>
                  <a:cubicBezTo>
                    <a:pt x="2413" y="2790"/>
                    <a:pt x="2419" y="2756"/>
                    <a:pt x="2423" y="2738"/>
                  </a:cubicBezTo>
                  <a:cubicBezTo>
                    <a:pt x="2443" y="2636"/>
                    <a:pt x="2400" y="2367"/>
                    <a:pt x="1896" y="1691"/>
                  </a:cubicBezTo>
                  <a:cubicBezTo>
                    <a:pt x="1885" y="1677"/>
                    <a:pt x="1875" y="1662"/>
                    <a:pt x="1864" y="1648"/>
                  </a:cubicBezTo>
                  <a:cubicBezTo>
                    <a:pt x="1768" y="1518"/>
                    <a:pt x="1795" y="1335"/>
                    <a:pt x="1925" y="1238"/>
                  </a:cubicBezTo>
                  <a:cubicBezTo>
                    <a:pt x="1978" y="1198"/>
                    <a:pt x="2040" y="1179"/>
                    <a:pt x="2101" y="1179"/>
                  </a:cubicBezTo>
                  <a:cubicBezTo>
                    <a:pt x="2190" y="1179"/>
                    <a:pt x="2279" y="1220"/>
                    <a:pt x="2337" y="1296"/>
                  </a:cubicBezTo>
                  <a:cubicBezTo>
                    <a:pt x="2347" y="1311"/>
                    <a:pt x="2358" y="1325"/>
                    <a:pt x="2369" y="1340"/>
                  </a:cubicBezTo>
                  <a:cubicBezTo>
                    <a:pt x="2645" y="1698"/>
                    <a:pt x="3103" y="2092"/>
                    <a:pt x="3555" y="2359"/>
                  </a:cubicBezTo>
                  <a:lnTo>
                    <a:pt x="3555" y="2299"/>
                  </a:lnTo>
                  <a:cubicBezTo>
                    <a:pt x="3555" y="2136"/>
                    <a:pt x="3686" y="2004"/>
                    <a:pt x="3849" y="2004"/>
                  </a:cubicBezTo>
                  <a:cubicBezTo>
                    <a:pt x="4012" y="2004"/>
                    <a:pt x="4144" y="2136"/>
                    <a:pt x="4144" y="2299"/>
                  </a:cubicBezTo>
                  <a:lnTo>
                    <a:pt x="4144" y="2574"/>
                  </a:lnTo>
                  <a:cubicBezTo>
                    <a:pt x="4144" y="2591"/>
                    <a:pt x="4142" y="2608"/>
                    <a:pt x="4140" y="2623"/>
                  </a:cubicBezTo>
                  <a:cubicBezTo>
                    <a:pt x="4246" y="2655"/>
                    <a:pt x="4347" y="2672"/>
                    <a:pt x="4438" y="2672"/>
                  </a:cubicBezTo>
                  <a:cubicBezTo>
                    <a:pt x="4530" y="2672"/>
                    <a:pt x="4630" y="2655"/>
                    <a:pt x="4738" y="2623"/>
                  </a:cubicBezTo>
                  <a:cubicBezTo>
                    <a:pt x="4735" y="2608"/>
                    <a:pt x="4733" y="2591"/>
                    <a:pt x="4733" y="2574"/>
                  </a:cubicBezTo>
                  <a:lnTo>
                    <a:pt x="4733" y="2299"/>
                  </a:lnTo>
                  <a:cubicBezTo>
                    <a:pt x="4733" y="2136"/>
                    <a:pt x="4865" y="2004"/>
                    <a:pt x="5028" y="2004"/>
                  </a:cubicBezTo>
                  <a:cubicBezTo>
                    <a:pt x="5191" y="2004"/>
                    <a:pt x="5323" y="2136"/>
                    <a:pt x="5323" y="2299"/>
                  </a:cubicBezTo>
                  <a:lnTo>
                    <a:pt x="5323" y="2359"/>
                  </a:lnTo>
                  <a:cubicBezTo>
                    <a:pt x="5774" y="2092"/>
                    <a:pt x="6232" y="1698"/>
                    <a:pt x="6507" y="1340"/>
                  </a:cubicBezTo>
                  <a:cubicBezTo>
                    <a:pt x="6519" y="1325"/>
                    <a:pt x="6529" y="1311"/>
                    <a:pt x="6541" y="1296"/>
                  </a:cubicBezTo>
                  <a:cubicBezTo>
                    <a:pt x="6599" y="1220"/>
                    <a:pt x="6687" y="1179"/>
                    <a:pt x="6776" y="1179"/>
                  </a:cubicBezTo>
                  <a:close/>
                  <a:moveTo>
                    <a:pt x="294" y="0"/>
                  </a:moveTo>
                  <a:cubicBezTo>
                    <a:pt x="132" y="0"/>
                    <a:pt x="0" y="132"/>
                    <a:pt x="0" y="296"/>
                  </a:cubicBezTo>
                  <a:lnTo>
                    <a:pt x="0" y="8583"/>
                  </a:lnTo>
                  <a:cubicBezTo>
                    <a:pt x="0" y="8747"/>
                    <a:pt x="132" y="8878"/>
                    <a:pt x="294" y="8878"/>
                  </a:cubicBezTo>
                  <a:lnTo>
                    <a:pt x="8583" y="8878"/>
                  </a:lnTo>
                  <a:cubicBezTo>
                    <a:pt x="8745" y="8878"/>
                    <a:pt x="8877" y="8747"/>
                    <a:pt x="8877" y="8583"/>
                  </a:cubicBezTo>
                  <a:lnTo>
                    <a:pt x="8877" y="296"/>
                  </a:lnTo>
                  <a:cubicBezTo>
                    <a:pt x="8877" y="132"/>
                    <a:pt x="8745" y="0"/>
                    <a:pt x="85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45"/>
          <p:cNvSpPr txBox="1">
            <a:spLocks noGrp="1"/>
          </p:cNvSpPr>
          <p:nvPr>
            <p:ph type="subTitle" idx="1"/>
          </p:nvPr>
        </p:nvSpPr>
        <p:spPr>
          <a:xfrm>
            <a:off x="2641976" y="1740050"/>
            <a:ext cx="48684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—Laura Patterson</a:t>
            </a:r>
            <a:endParaRPr/>
          </a:p>
        </p:txBody>
      </p:sp>
      <p:sp>
        <p:nvSpPr>
          <p:cNvPr id="1463" name="Google Shape;1463;p45"/>
          <p:cNvSpPr txBox="1">
            <a:spLocks noGrp="1"/>
          </p:cNvSpPr>
          <p:nvPr>
            <p:ph type="subTitle" idx="2"/>
          </p:nvPr>
        </p:nvSpPr>
        <p:spPr>
          <a:xfrm>
            <a:off x="2641976" y="2883550"/>
            <a:ext cx="48684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—Monique Nelson</a:t>
            </a:r>
            <a:endParaRPr/>
          </a:p>
        </p:txBody>
      </p:sp>
      <p:sp>
        <p:nvSpPr>
          <p:cNvPr id="1464" name="Google Shape;1464;p45"/>
          <p:cNvSpPr txBox="1">
            <a:spLocks noGrp="1"/>
          </p:cNvSpPr>
          <p:nvPr>
            <p:ph type="subTitle" idx="3"/>
          </p:nvPr>
        </p:nvSpPr>
        <p:spPr>
          <a:xfrm>
            <a:off x="2641976" y="4027050"/>
            <a:ext cx="48684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—John James</a:t>
            </a:r>
            <a:endParaRPr/>
          </a:p>
        </p:txBody>
      </p:sp>
      <p:sp>
        <p:nvSpPr>
          <p:cNvPr id="1465" name="Google Shape;1465;p45"/>
          <p:cNvSpPr txBox="1">
            <a:spLocks noGrp="1"/>
          </p:cNvSpPr>
          <p:nvPr>
            <p:ph type="subTitle" idx="4"/>
          </p:nvPr>
        </p:nvSpPr>
        <p:spPr>
          <a:xfrm>
            <a:off x="2641976" y="1294900"/>
            <a:ext cx="48684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“Neptune is the farthest planet from the Sun and the fourth-largest in the Solar System!”</a:t>
            </a:r>
            <a:endParaRPr/>
          </a:p>
        </p:txBody>
      </p:sp>
      <p:sp>
        <p:nvSpPr>
          <p:cNvPr id="1466" name="Google Shape;1466;p45"/>
          <p:cNvSpPr txBox="1">
            <a:spLocks noGrp="1"/>
          </p:cNvSpPr>
          <p:nvPr>
            <p:ph type="subTitle" idx="5"/>
          </p:nvPr>
        </p:nvSpPr>
        <p:spPr>
          <a:xfrm>
            <a:off x="2641976" y="2438405"/>
            <a:ext cx="48684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“Mercury is the closest planet to the Sun and also the smallest one in the Solar System”</a:t>
            </a:r>
            <a:endParaRPr/>
          </a:p>
        </p:txBody>
      </p:sp>
      <p:sp>
        <p:nvSpPr>
          <p:cNvPr id="1467" name="Google Shape;146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468" name="Google Shape;1468;p45"/>
          <p:cNvSpPr txBox="1">
            <a:spLocks noGrp="1"/>
          </p:cNvSpPr>
          <p:nvPr>
            <p:ph type="subTitle" idx="6"/>
          </p:nvPr>
        </p:nvSpPr>
        <p:spPr>
          <a:xfrm>
            <a:off x="2641976" y="3581910"/>
            <a:ext cx="48684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“Despite being red, Mars is a cold place. It’s full of iron oxide dust, which gives the planet its reddish cast”</a:t>
            </a:r>
            <a:endParaRPr/>
          </a:p>
        </p:txBody>
      </p:sp>
      <p:grpSp>
        <p:nvGrpSpPr>
          <p:cNvPr id="1469" name="Google Shape;1469;p45"/>
          <p:cNvGrpSpPr/>
          <p:nvPr/>
        </p:nvGrpSpPr>
        <p:grpSpPr>
          <a:xfrm>
            <a:off x="2007127" y="1416355"/>
            <a:ext cx="358999" cy="358999"/>
            <a:chOff x="-55988800" y="3982600"/>
            <a:chExt cx="319025" cy="319025"/>
          </a:xfrm>
        </p:grpSpPr>
        <p:sp>
          <p:nvSpPr>
            <p:cNvPr id="1470" name="Google Shape;1470;p45"/>
            <p:cNvSpPr/>
            <p:nvPr/>
          </p:nvSpPr>
          <p:spPr>
            <a:xfrm>
              <a:off x="-55791875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1859" y="1"/>
                  </a:moveTo>
                  <a:cubicBezTo>
                    <a:pt x="1071" y="1"/>
                    <a:pt x="410" y="379"/>
                    <a:pt x="0" y="977"/>
                  </a:cubicBezTo>
                  <a:cubicBezTo>
                    <a:pt x="1512" y="1450"/>
                    <a:pt x="2647" y="2647"/>
                    <a:pt x="3119" y="4096"/>
                  </a:cubicBezTo>
                  <a:cubicBezTo>
                    <a:pt x="3718" y="3687"/>
                    <a:pt x="4096" y="3025"/>
                    <a:pt x="4096" y="2237"/>
                  </a:cubicBezTo>
                  <a:cubicBezTo>
                    <a:pt x="4096" y="1009"/>
                    <a:pt x="3119" y="1"/>
                    <a:pt x="18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5"/>
            <p:cNvSpPr/>
            <p:nvPr/>
          </p:nvSpPr>
          <p:spPr>
            <a:xfrm>
              <a:off x="-55969100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2269" y="1"/>
                  </a:moveTo>
                  <a:cubicBezTo>
                    <a:pt x="1040" y="1"/>
                    <a:pt x="1" y="977"/>
                    <a:pt x="1" y="2237"/>
                  </a:cubicBezTo>
                  <a:cubicBezTo>
                    <a:pt x="1" y="2994"/>
                    <a:pt x="410" y="3687"/>
                    <a:pt x="1009" y="4096"/>
                  </a:cubicBezTo>
                  <a:cubicBezTo>
                    <a:pt x="1481" y="2647"/>
                    <a:pt x="2647" y="1450"/>
                    <a:pt x="4096" y="977"/>
                  </a:cubicBezTo>
                  <a:cubicBezTo>
                    <a:pt x="3718" y="379"/>
                    <a:pt x="3057" y="1"/>
                    <a:pt x="22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5"/>
            <p:cNvSpPr/>
            <p:nvPr/>
          </p:nvSpPr>
          <p:spPr>
            <a:xfrm>
              <a:off x="-5581945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2" y="0"/>
                  </a:moveTo>
                  <a:lnTo>
                    <a:pt x="32" y="1103"/>
                  </a:lnTo>
                  <a:cubicBezTo>
                    <a:pt x="1" y="2521"/>
                    <a:pt x="1198" y="3686"/>
                    <a:pt x="2615" y="3686"/>
                  </a:cubicBezTo>
                  <a:lnTo>
                    <a:pt x="3718" y="3686"/>
                  </a:lnTo>
                  <a:cubicBezTo>
                    <a:pt x="3529" y="1733"/>
                    <a:pt x="1985" y="158"/>
                    <a:pt x="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5"/>
            <p:cNvSpPr/>
            <p:nvPr/>
          </p:nvSpPr>
          <p:spPr>
            <a:xfrm>
              <a:off x="-5593050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718" y="0"/>
                  </a:moveTo>
                  <a:cubicBezTo>
                    <a:pt x="1733" y="158"/>
                    <a:pt x="158" y="1733"/>
                    <a:pt x="0" y="3686"/>
                  </a:cubicBezTo>
                  <a:lnTo>
                    <a:pt x="1103" y="3686"/>
                  </a:lnTo>
                  <a:cubicBezTo>
                    <a:pt x="2552" y="3686"/>
                    <a:pt x="3718" y="2521"/>
                    <a:pt x="3718" y="1103"/>
                  </a:cubicBezTo>
                  <a:lnTo>
                    <a:pt x="37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5"/>
            <p:cNvSpPr/>
            <p:nvPr/>
          </p:nvSpPr>
          <p:spPr>
            <a:xfrm>
              <a:off x="-55988800" y="4086575"/>
              <a:ext cx="319025" cy="215050"/>
            </a:xfrm>
            <a:custGeom>
              <a:avLst/>
              <a:gdLst/>
              <a:ahLst/>
              <a:cxnLst/>
              <a:rect l="l" t="t" r="r" b="b"/>
              <a:pathLst>
                <a:path w="12761" h="8602" extrusionOk="0">
                  <a:moveTo>
                    <a:pt x="4884" y="2584"/>
                  </a:moveTo>
                  <a:cubicBezTo>
                    <a:pt x="5105" y="2584"/>
                    <a:pt x="5262" y="2741"/>
                    <a:pt x="5262" y="2930"/>
                  </a:cubicBezTo>
                  <a:cubicBezTo>
                    <a:pt x="5262" y="3119"/>
                    <a:pt x="5105" y="3277"/>
                    <a:pt x="4884" y="3277"/>
                  </a:cubicBezTo>
                  <a:cubicBezTo>
                    <a:pt x="4695" y="3277"/>
                    <a:pt x="4538" y="3151"/>
                    <a:pt x="4538" y="2930"/>
                  </a:cubicBezTo>
                  <a:cubicBezTo>
                    <a:pt x="4538" y="2741"/>
                    <a:pt x="4695" y="2584"/>
                    <a:pt x="4884" y="2584"/>
                  </a:cubicBezTo>
                  <a:close/>
                  <a:moveTo>
                    <a:pt x="7877" y="2615"/>
                  </a:moveTo>
                  <a:cubicBezTo>
                    <a:pt x="8098" y="2615"/>
                    <a:pt x="8255" y="2773"/>
                    <a:pt x="8255" y="2962"/>
                  </a:cubicBezTo>
                  <a:cubicBezTo>
                    <a:pt x="8287" y="3151"/>
                    <a:pt x="8129" y="3308"/>
                    <a:pt x="7877" y="3308"/>
                  </a:cubicBezTo>
                  <a:cubicBezTo>
                    <a:pt x="7688" y="3308"/>
                    <a:pt x="7531" y="3151"/>
                    <a:pt x="7531" y="2962"/>
                  </a:cubicBezTo>
                  <a:cubicBezTo>
                    <a:pt x="7531" y="2773"/>
                    <a:pt x="7688" y="2615"/>
                    <a:pt x="7877" y="2615"/>
                  </a:cubicBezTo>
                  <a:close/>
                  <a:moveTo>
                    <a:pt x="1104" y="4222"/>
                  </a:moveTo>
                  <a:cubicBezTo>
                    <a:pt x="1387" y="4568"/>
                    <a:pt x="1828" y="4820"/>
                    <a:pt x="2332" y="4820"/>
                  </a:cubicBezTo>
                  <a:cubicBezTo>
                    <a:pt x="2301" y="5199"/>
                    <a:pt x="1954" y="5577"/>
                    <a:pt x="1545" y="5577"/>
                  </a:cubicBezTo>
                  <a:cubicBezTo>
                    <a:pt x="1167" y="5577"/>
                    <a:pt x="789" y="5199"/>
                    <a:pt x="789" y="4820"/>
                  </a:cubicBezTo>
                  <a:cubicBezTo>
                    <a:pt x="789" y="4568"/>
                    <a:pt x="915" y="4348"/>
                    <a:pt x="1104" y="4222"/>
                  </a:cubicBezTo>
                  <a:close/>
                  <a:moveTo>
                    <a:pt x="11721" y="4222"/>
                  </a:moveTo>
                  <a:cubicBezTo>
                    <a:pt x="11910" y="4348"/>
                    <a:pt x="12036" y="4568"/>
                    <a:pt x="12036" y="4820"/>
                  </a:cubicBezTo>
                  <a:cubicBezTo>
                    <a:pt x="12036" y="5199"/>
                    <a:pt x="11721" y="5577"/>
                    <a:pt x="11280" y="5577"/>
                  </a:cubicBezTo>
                  <a:cubicBezTo>
                    <a:pt x="10870" y="5577"/>
                    <a:pt x="10492" y="5199"/>
                    <a:pt x="10492" y="4820"/>
                  </a:cubicBezTo>
                  <a:cubicBezTo>
                    <a:pt x="10965" y="4820"/>
                    <a:pt x="11437" y="4568"/>
                    <a:pt x="11721" y="4222"/>
                  </a:cubicBezTo>
                  <a:close/>
                  <a:moveTo>
                    <a:pt x="7460" y="5143"/>
                  </a:moveTo>
                  <a:cubicBezTo>
                    <a:pt x="7554" y="5143"/>
                    <a:pt x="7641" y="5183"/>
                    <a:pt x="7688" y="5262"/>
                  </a:cubicBezTo>
                  <a:cubicBezTo>
                    <a:pt x="7877" y="5356"/>
                    <a:pt x="7877" y="5608"/>
                    <a:pt x="7720" y="5766"/>
                  </a:cubicBezTo>
                  <a:cubicBezTo>
                    <a:pt x="7373" y="6112"/>
                    <a:pt x="6901" y="6301"/>
                    <a:pt x="6396" y="6301"/>
                  </a:cubicBezTo>
                  <a:cubicBezTo>
                    <a:pt x="5892" y="6301"/>
                    <a:pt x="5420" y="6112"/>
                    <a:pt x="5105" y="5766"/>
                  </a:cubicBezTo>
                  <a:cubicBezTo>
                    <a:pt x="4947" y="5608"/>
                    <a:pt x="4947" y="5356"/>
                    <a:pt x="5105" y="5262"/>
                  </a:cubicBezTo>
                  <a:cubicBezTo>
                    <a:pt x="5184" y="5183"/>
                    <a:pt x="5278" y="5143"/>
                    <a:pt x="5369" y="5143"/>
                  </a:cubicBezTo>
                  <a:cubicBezTo>
                    <a:pt x="5459" y="5143"/>
                    <a:pt x="5546" y="5183"/>
                    <a:pt x="5609" y="5262"/>
                  </a:cubicBezTo>
                  <a:cubicBezTo>
                    <a:pt x="5829" y="5466"/>
                    <a:pt x="6113" y="5569"/>
                    <a:pt x="6396" y="5569"/>
                  </a:cubicBezTo>
                  <a:cubicBezTo>
                    <a:pt x="6680" y="5569"/>
                    <a:pt x="6964" y="5466"/>
                    <a:pt x="7184" y="5262"/>
                  </a:cubicBezTo>
                  <a:cubicBezTo>
                    <a:pt x="7263" y="5183"/>
                    <a:pt x="7365" y="5143"/>
                    <a:pt x="7460" y="5143"/>
                  </a:cubicBezTo>
                  <a:close/>
                  <a:moveTo>
                    <a:pt x="6396" y="0"/>
                  </a:moveTo>
                  <a:cubicBezTo>
                    <a:pt x="5829" y="1071"/>
                    <a:pt x="4695" y="1828"/>
                    <a:pt x="3403" y="1828"/>
                  </a:cubicBezTo>
                  <a:lnTo>
                    <a:pt x="2301" y="1828"/>
                  </a:lnTo>
                  <a:cubicBezTo>
                    <a:pt x="1482" y="1828"/>
                    <a:pt x="757" y="2489"/>
                    <a:pt x="757" y="3308"/>
                  </a:cubicBezTo>
                  <a:lnTo>
                    <a:pt x="757" y="3529"/>
                  </a:lnTo>
                  <a:cubicBezTo>
                    <a:pt x="284" y="3781"/>
                    <a:pt x="1" y="4253"/>
                    <a:pt x="1" y="4820"/>
                  </a:cubicBezTo>
                  <a:cubicBezTo>
                    <a:pt x="1" y="5640"/>
                    <a:pt x="694" y="6301"/>
                    <a:pt x="1513" y="6301"/>
                  </a:cubicBezTo>
                  <a:cubicBezTo>
                    <a:pt x="1891" y="6301"/>
                    <a:pt x="2301" y="6144"/>
                    <a:pt x="2521" y="5923"/>
                  </a:cubicBezTo>
                  <a:cubicBezTo>
                    <a:pt x="3120" y="7467"/>
                    <a:pt x="4632" y="8601"/>
                    <a:pt x="6365" y="8601"/>
                  </a:cubicBezTo>
                  <a:cubicBezTo>
                    <a:pt x="8098" y="8601"/>
                    <a:pt x="9578" y="7467"/>
                    <a:pt x="10177" y="5923"/>
                  </a:cubicBezTo>
                  <a:cubicBezTo>
                    <a:pt x="10461" y="6144"/>
                    <a:pt x="10807" y="6301"/>
                    <a:pt x="11185" y="6301"/>
                  </a:cubicBezTo>
                  <a:cubicBezTo>
                    <a:pt x="12036" y="6301"/>
                    <a:pt x="12697" y="5640"/>
                    <a:pt x="12697" y="4820"/>
                  </a:cubicBezTo>
                  <a:cubicBezTo>
                    <a:pt x="12760" y="4253"/>
                    <a:pt x="12445" y="3749"/>
                    <a:pt x="12036" y="3529"/>
                  </a:cubicBezTo>
                  <a:lnTo>
                    <a:pt x="12036" y="3308"/>
                  </a:lnTo>
                  <a:cubicBezTo>
                    <a:pt x="12036" y="2489"/>
                    <a:pt x="11311" y="1828"/>
                    <a:pt x="10492" y="1828"/>
                  </a:cubicBezTo>
                  <a:lnTo>
                    <a:pt x="9389" y="1828"/>
                  </a:lnTo>
                  <a:cubicBezTo>
                    <a:pt x="8098" y="1828"/>
                    <a:pt x="6932" y="1071"/>
                    <a:pt x="63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5" name="Google Shape;1475;p45"/>
          <p:cNvGrpSpPr/>
          <p:nvPr/>
        </p:nvGrpSpPr>
        <p:grpSpPr>
          <a:xfrm>
            <a:off x="2028417" y="3695821"/>
            <a:ext cx="316434" cy="358914"/>
            <a:chOff x="-54007925" y="3975575"/>
            <a:chExt cx="281200" cy="318950"/>
          </a:xfrm>
        </p:grpSpPr>
        <p:sp>
          <p:nvSpPr>
            <p:cNvPr id="1476" name="Google Shape;1476;p45"/>
            <p:cNvSpPr/>
            <p:nvPr/>
          </p:nvSpPr>
          <p:spPr>
            <a:xfrm>
              <a:off x="-53988225" y="3975575"/>
              <a:ext cx="244175" cy="142825"/>
            </a:xfrm>
            <a:custGeom>
              <a:avLst/>
              <a:gdLst/>
              <a:ahLst/>
              <a:cxnLst/>
              <a:rect l="l" t="t" r="r" b="b"/>
              <a:pathLst>
                <a:path w="9767" h="5713" extrusionOk="0">
                  <a:moveTo>
                    <a:pt x="5161" y="1329"/>
                  </a:moveTo>
                  <a:cubicBezTo>
                    <a:pt x="5247" y="1329"/>
                    <a:pt x="5333" y="1337"/>
                    <a:pt x="5419" y="1353"/>
                  </a:cubicBezTo>
                  <a:cubicBezTo>
                    <a:pt x="5577" y="1384"/>
                    <a:pt x="5671" y="1416"/>
                    <a:pt x="5797" y="1479"/>
                  </a:cubicBezTo>
                  <a:cubicBezTo>
                    <a:pt x="6617" y="1857"/>
                    <a:pt x="7026" y="2960"/>
                    <a:pt x="6837" y="4220"/>
                  </a:cubicBezTo>
                  <a:cubicBezTo>
                    <a:pt x="6774" y="4409"/>
                    <a:pt x="6617" y="4535"/>
                    <a:pt x="6459" y="4535"/>
                  </a:cubicBezTo>
                  <a:lnTo>
                    <a:pt x="6396" y="4535"/>
                  </a:lnTo>
                  <a:cubicBezTo>
                    <a:pt x="6207" y="4503"/>
                    <a:pt x="6049" y="4283"/>
                    <a:pt x="6081" y="4094"/>
                  </a:cubicBezTo>
                  <a:cubicBezTo>
                    <a:pt x="6239" y="3117"/>
                    <a:pt x="5892" y="2172"/>
                    <a:pt x="5293" y="2046"/>
                  </a:cubicBezTo>
                  <a:cubicBezTo>
                    <a:pt x="5250" y="2037"/>
                    <a:pt x="5205" y="2032"/>
                    <a:pt x="5161" y="2032"/>
                  </a:cubicBezTo>
                  <a:cubicBezTo>
                    <a:pt x="4601" y="2032"/>
                    <a:pt x="4022" y="2752"/>
                    <a:pt x="3876" y="3716"/>
                  </a:cubicBezTo>
                  <a:cubicBezTo>
                    <a:pt x="3847" y="3888"/>
                    <a:pt x="3660" y="4035"/>
                    <a:pt x="3484" y="4035"/>
                  </a:cubicBezTo>
                  <a:cubicBezTo>
                    <a:pt x="3468" y="4035"/>
                    <a:pt x="3451" y="4033"/>
                    <a:pt x="3435" y="4031"/>
                  </a:cubicBezTo>
                  <a:cubicBezTo>
                    <a:pt x="3246" y="3968"/>
                    <a:pt x="3088" y="3779"/>
                    <a:pt x="3120" y="3590"/>
                  </a:cubicBezTo>
                  <a:cubicBezTo>
                    <a:pt x="3351" y="2261"/>
                    <a:pt x="4217" y="1329"/>
                    <a:pt x="5161" y="1329"/>
                  </a:cubicBezTo>
                  <a:close/>
                  <a:moveTo>
                    <a:pt x="6821" y="1"/>
                  </a:moveTo>
                  <a:cubicBezTo>
                    <a:pt x="6045" y="1"/>
                    <a:pt x="5381" y="480"/>
                    <a:pt x="5104" y="1227"/>
                  </a:cubicBezTo>
                  <a:lnTo>
                    <a:pt x="3939" y="1038"/>
                  </a:lnTo>
                  <a:cubicBezTo>
                    <a:pt x="3734" y="998"/>
                    <a:pt x="3530" y="979"/>
                    <a:pt x="3328" y="979"/>
                  </a:cubicBezTo>
                  <a:cubicBezTo>
                    <a:pt x="1759" y="979"/>
                    <a:pt x="343" y="2128"/>
                    <a:pt x="64" y="3747"/>
                  </a:cubicBezTo>
                  <a:cubicBezTo>
                    <a:pt x="1" y="3936"/>
                    <a:pt x="158" y="4125"/>
                    <a:pt x="379" y="4188"/>
                  </a:cubicBezTo>
                  <a:lnTo>
                    <a:pt x="9200" y="5700"/>
                  </a:lnTo>
                  <a:cubicBezTo>
                    <a:pt x="9225" y="5709"/>
                    <a:pt x="9251" y="5713"/>
                    <a:pt x="9276" y="5713"/>
                  </a:cubicBezTo>
                  <a:cubicBezTo>
                    <a:pt x="9437" y="5713"/>
                    <a:pt x="9582" y="5549"/>
                    <a:pt x="9610" y="5385"/>
                  </a:cubicBezTo>
                  <a:cubicBezTo>
                    <a:pt x="9767" y="4535"/>
                    <a:pt x="9578" y="3621"/>
                    <a:pt x="9074" y="2865"/>
                  </a:cubicBezTo>
                  <a:cubicBezTo>
                    <a:pt x="8570" y="2203"/>
                    <a:pt x="7782" y="1731"/>
                    <a:pt x="6900" y="1573"/>
                  </a:cubicBezTo>
                  <a:lnTo>
                    <a:pt x="5892" y="1384"/>
                  </a:lnTo>
                  <a:cubicBezTo>
                    <a:pt x="6090" y="1017"/>
                    <a:pt x="6465" y="776"/>
                    <a:pt x="6882" y="776"/>
                  </a:cubicBezTo>
                  <a:cubicBezTo>
                    <a:pt x="6929" y="776"/>
                    <a:pt x="6978" y="779"/>
                    <a:pt x="7026" y="786"/>
                  </a:cubicBezTo>
                  <a:cubicBezTo>
                    <a:pt x="7042" y="788"/>
                    <a:pt x="7059" y="790"/>
                    <a:pt x="7075" y="790"/>
                  </a:cubicBezTo>
                  <a:cubicBezTo>
                    <a:pt x="7247" y="790"/>
                    <a:pt x="7410" y="643"/>
                    <a:pt x="7467" y="471"/>
                  </a:cubicBezTo>
                  <a:cubicBezTo>
                    <a:pt x="7499" y="282"/>
                    <a:pt x="7341" y="93"/>
                    <a:pt x="7152" y="30"/>
                  </a:cubicBezTo>
                  <a:cubicBezTo>
                    <a:pt x="7040" y="10"/>
                    <a:pt x="6930" y="1"/>
                    <a:pt x="68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5"/>
            <p:cNvSpPr/>
            <p:nvPr/>
          </p:nvSpPr>
          <p:spPr>
            <a:xfrm>
              <a:off x="-53970100" y="4100750"/>
              <a:ext cx="204800" cy="193775"/>
            </a:xfrm>
            <a:custGeom>
              <a:avLst/>
              <a:gdLst/>
              <a:ahLst/>
              <a:cxnLst/>
              <a:rect l="l" t="t" r="r" b="b"/>
              <a:pathLst>
                <a:path w="8192" h="7751" extrusionOk="0">
                  <a:moveTo>
                    <a:pt x="2584" y="1796"/>
                  </a:moveTo>
                  <a:cubicBezTo>
                    <a:pt x="2804" y="1796"/>
                    <a:pt x="2962" y="1954"/>
                    <a:pt x="2962" y="2143"/>
                  </a:cubicBezTo>
                  <a:cubicBezTo>
                    <a:pt x="2962" y="2363"/>
                    <a:pt x="2804" y="2521"/>
                    <a:pt x="2584" y="2521"/>
                  </a:cubicBezTo>
                  <a:cubicBezTo>
                    <a:pt x="2395" y="2521"/>
                    <a:pt x="2237" y="2363"/>
                    <a:pt x="2237" y="2143"/>
                  </a:cubicBezTo>
                  <a:cubicBezTo>
                    <a:pt x="2237" y="1954"/>
                    <a:pt x="2395" y="1796"/>
                    <a:pt x="2584" y="1796"/>
                  </a:cubicBezTo>
                  <a:close/>
                  <a:moveTo>
                    <a:pt x="5577" y="1796"/>
                  </a:moveTo>
                  <a:cubicBezTo>
                    <a:pt x="5797" y="1796"/>
                    <a:pt x="5955" y="1954"/>
                    <a:pt x="5955" y="2143"/>
                  </a:cubicBezTo>
                  <a:cubicBezTo>
                    <a:pt x="5955" y="2363"/>
                    <a:pt x="5797" y="2521"/>
                    <a:pt x="5577" y="2521"/>
                  </a:cubicBezTo>
                  <a:cubicBezTo>
                    <a:pt x="5388" y="2521"/>
                    <a:pt x="5230" y="2363"/>
                    <a:pt x="5230" y="2143"/>
                  </a:cubicBezTo>
                  <a:cubicBezTo>
                    <a:pt x="5230" y="1954"/>
                    <a:pt x="5388" y="1796"/>
                    <a:pt x="5577" y="1796"/>
                  </a:cubicBezTo>
                  <a:close/>
                  <a:moveTo>
                    <a:pt x="5147" y="4324"/>
                  </a:moveTo>
                  <a:cubicBezTo>
                    <a:pt x="5238" y="4324"/>
                    <a:pt x="5324" y="4364"/>
                    <a:pt x="5388" y="4443"/>
                  </a:cubicBezTo>
                  <a:cubicBezTo>
                    <a:pt x="5545" y="4600"/>
                    <a:pt x="5545" y="4852"/>
                    <a:pt x="5388" y="4947"/>
                  </a:cubicBezTo>
                  <a:cubicBezTo>
                    <a:pt x="5041" y="5325"/>
                    <a:pt x="4568" y="5514"/>
                    <a:pt x="4096" y="5514"/>
                  </a:cubicBezTo>
                  <a:cubicBezTo>
                    <a:pt x="3623" y="5514"/>
                    <a:pt x="3119" y="5325"/>
                    <a:pt x="2804" y="4947"/>
                  </a:cubicBezTo>
                  <a:cubicBezTo>
                    <a:pt x="2647" y="4789"/>
                    <a:pt x="2647" y="4569"/>
                    <a:pt x="2804" y="4443"/>
                  </a:cubicBezTo>
                  <a:cubicBezTo>
                    <a:pt x="2883" y="4380"/>
                    <a:pt x="2977" y="4348"/>
                    <a:pt x="3068" y="4348"/>
                  </a:cubicBezTo>
                  <a:cubicBezTo>
                    <a:pt x="3159" y="4348"/>
                    <a:pt x="3245" y="4380"/>
                    <a:pt x="3308" y="4443"/>
                  </a:cubicBezTo>
                  <a:cubicBezTo>
                    <a:pt x="3529" y="4663"/>
                    <a:pt x="3812" y="4773"/>
                    <a:pt x="4096" y="4773"/>
                  </a:cubicBezTo>
                  <a:cubicBezTo>
                    <a:pt x="4379" y="4773"/>
                    <a:pt x="4663" y="4663"/>
                    <a:pt x="4883" y="4443"/>
                  </a:cubicBezTo>
                  <a:cubicBezTo>
                    <a:pt x="4962" y="4364"/>
                    <a:pt x="5057" y="4324"/>
                    <a:pt x="5147" y="4324"/>
                  </a:cubicBezTo>
                  <a:close/>
                  <a:moveTo>
                    <a:pt x="0" y="0"/>
                  </a:moveTo>
                  <a:lnTo>
                    <a:pt x="0" y="3655"/>
                  </a:lnTo>
                  <a:cubicBezTo>
                    <a:pt x="0" y="5892"/>
                    <a:pt x="1859" y="7751"/>
                    <a:pt x="4096" y="7751"/>
                  </a:cubicBezTo>
                  <a:cubicBezTo>
                    <a:pt x="6333" y="7751"/>
                    <a:pt x="8191" y="5892"/>
                    <a:pt x="8191" y="3655"/>
                  </a:cubicBezTo>
                  <a:lnTo>
                    <a:pt x="8191" y="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5"/>
            <p:cNvSpPr/>
            <p:nvPr/>
          </p:nvSpPr>
          <p:spPr>
            <a:xfrm>
              <a:off x="-53745625" y="4132250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693" y="694"/>
                    <a:pt x="441" y="22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5"/>
            <p:cNvSpPr/>
            <p:nvPr/>
          </p:nvSpPr>
          <p:spPr>
            <a:xfrm>
              <a:off x="-540079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316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45"/>
          <p:cNvGrpSpPr/>
          <p:nvPr/>
        </p:nvGrpSpPr>
        <p:grpSpPr>
          <a:xfrm>
            <a:off x="2029312" y="2556074"/>
            <a:ext cx="314662" cy="358999"/>
            <a:chOff x="-53224225" y="3976300"/>
            <a:chExt cx="279625" cy="319025"/>
          </a:xfrm>
        </p:grpSpPr>
        <p:sp>
          <p:nvSpPr>
            <p:cNvPr id="1481" name="Google Shape;1481;p45"/>
            <p:cNvSpPr/>
            <p:nvPr/>
          </p:nvSpPr>
          <p:spPr>
            <a:xfrm>
              <a:off x="-532242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6" y="1"/>
                  </a:moveTo>
                  <a:cubicBezTo>
                    <a:pt x="315" y="284"/>
                    <a:pt x="0" y="757"/>
                    <a:pt x="0" y="1292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2395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5"/>
            <p:cNvSpPr/>
            <p:nvPr/>
          </p:nvSpPr>
          <p:spPr>
            <a:xfrm>
              <a:off x="-53185625" y="4014900"/>
              <a:ext cx="204800" cy="117375"/>
            </a:xfrm>
            <a:custGeom>
              <a:avLst/>
              <a:gdLst/>
              <a:ahLst/>
              <a:cxnLst/>
              <a:rect l="l" t="t" r="r" b="b"/>
              <a:pathLst>
                <a:path w="8192" h="4695" extrusionOk="0">
                  <a:moveTo>
                    <a:pt x="4096" y="0"/>
                  </a:moveTo>
                  <a:cubicBezTo>
                    <a:pt x="1859" y="0"/>
                    <a:pt x="0" y="1859"/>
                    <a:pt x="0" y="4096"/>
                  </a:cubicBezTo>
                  <a:lnTo>
                    <a:pt x="0" y="4695"/>
                  </a:lnTo>
                  <a:lnTo>
                    <a:pt x="1638" y="3088"/>
                  </a:lnTo>
                  <a:cubicBezTo>
                    <a:pt x="1675" y="3014"/>
                    <a:pt x="1755" y="2983"/>
                    <a:pt x="1847" y="2983"/>
                  </a:cubicBezTo>
                  <a:cubicBezTo>
                    <a:pt x="1912" y="2983"/>
                    <a:pt x="1983" y="2999"/>
                    <a:pt x="2048" y="3025"/>
                  </a:cubicBezTo>
                  <a:cubicBezTo>
                    <a:pt x="2662" y="3450"/>
                    <a:pt x="3371" y="3663"/>
                    <a:pt x="4080" y="3663"/>
                  </a:cubicBezTo>
                  <a:cubicBezTo>
                    <a:pt x="4789" y="3663"/>
                    <a:pt x="5498" y="3450"/>
                    <a:pt x="6112" y="3025"/>
                  </a:cubicBezTo>
                  <a:cubicBezTo>
                    <a:pt x="6174" y="2987"/>
                    <a:pt x="6241" y="2970"/>
                    <a:pt x="6307" y="2970"/>
                  </a:cubicBezTo>
                  <a:cubicBezTo>
                    <a:pt x="6409" y="2970"/>
                    <a:pt x="6508" y="3011"/>
                    <a:pt x="6585" y="3088"/>
                  </a:cubicBezTo>
                  <a:lnTo>
                    <a:pt x="8191" y="4695"/>
                  </a:lnTo>
                  <a:lnTo>
                    <a:pt x="8191" y="4096"/>
                  </a:lnTo>
                  <a:cubicBezTo>
                    <a:pt x="8191" y="1859"/>
                    <a:pt x="6333" y="0"/>
                    <a:pt x="4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5"/>
            <p:cNvSpPr/>
            <p:nvPr/>
          </p:nvSpPr>
          <p:spPr>
            <a:xfrm>
              <a:off x="-53187200" y="4110200"/>
              <a:ext cx="205575" cy="185125"/>
            </a:xfrm>
            <a:custGeom>
              <a:avLst/>
              <a:gdLst/>
              <a:ahLst/>
              <a:cxnLst/>
              <a:rect l="l" t="t" r="r" b="b"/>
              <a:pathLst>
                <a:path w="8223" h="7405" extrusionOk="0">
                  <a:moveTo>
                    <a:pt x="2615" y="1418"/>
                  </a:moveTo>
                  <a:cubicBezTo>
                    <a:pt x="2836" y="1418"/>
                    <a:pt x="2993" y="1576"/>
                    <a:pt x="2993" y="1796"/>
                  </a:cubicBezTo>
                  <a:cubicBezTo>
                    <a:pt x="2993" y="1985"/>
                    <a:pt x="2836" y="2143"/>
                    <a:pt x="2615" y="2143"/>
                  </a:cubicBezTo>
                  <a:cubicBezTo>
                    <a:pt x="2426" y="2143"/>
                    <a:pt x="2268" y="1985"/>
                    <a:pt x="2268" y="1796"/>
                  </a:cubicBezTo>
                  <a:cubicBezTo>
                    <a:pt x="2268" y="1576"/>
                    <a:pt x="2426" y="1418"/>
                    <a:pt x="2615" y="1418"/>
                  </a:cubicBezTo>
                  <a:close/>
                  <a:moveTo>
                    <a:pt x="5608" y="1418"/>
                  </a:moveTo>
                  <a:cubicBezTo>
                    <a:pt x="5829" y="1418"/>
                    <a:pt x="5986" y="1576"/>
                    <a:pt x="5986" y="1796"/>
                  </a:cubicBezTo>
                  <a:cubicBezTo>
                    <a:pt x="5986" y="1985"/>
                    <a:pt x="5829" y="2143"/>
                    <a:pt x="5608" y="2143"/>
                  </a:cubicBezTo>
                  <a:cubicBezTo>
                    <a:pt x="5419" y="2143"/>
                    <a:pt x="5261" y="1985"/>
                    <a:pt x="5261" y="1796"/>
                  </a:cubicBezTo>
                  <a:cubicBezTo>
                    <a:pt x="5261" y="1576"/>
                    <a:pt x="5419" y="1418"/>
                    <a:pt x="5608" y="1418"/>
                  </a:cubicBezTo>
                  <a:close/>
                  <a:moveTo>
                    <a:pt x="5179" y="3978"/>
                  </a:moveTo>
                  <a:cubicBezTo>
                    <a:pt x="5269" y="3978"/>
                    <a:pt x="5356" y="4017"/>
                    <a:pt x="5419" y="4096"/>
                  </a:cubicBezTo>
                  <a:cubicBezTo>
                    <a:pt x="5576" y="4222"/>
                    <a:pt x="5576" y="4474"/>
                    <a:pt x="5450" y="4632"/>
                  </a:cubicBezTo>
                  <a:cubicBezTo>
                    <a:pt x="5104" y="4978"/>
                    <a:pt x="4631" y="5167"/>
                    <a:pt x="4159" y="5167"/>
                  </a:cubicBezTo>
                  <a:cubicBezTo>
                    <a:pt x="3655" y="5167"/>
                    <a:pt x="3182" y="4978"/>
                    <a:pt x="2836" y="4632"/>
                  </a:cubicBezTo>
                  <a:cubicBezTo>
                    <a:pt x="2678" y="4474"/>
                    <a:pt x="2678" y="4222"/>
                    <a:pt x="2836" y="4096"/>
                  </a:cubicBezTo>
                  <a:cubicBezTo>
                    <a:pt x="2914" y="4017"/>
                    <a:pt x="3009" y="3978"/>
                    <a:pt x="3099" y="3978"/>
                  </a:cubicBezTo>
                  <a:cubicBezTo>
                    <a:pt x="3190" y="3978"/>
                    <a:pt x="3277" y="4017"/>
                    <a:pt x="3340" y="4096"/>
                  </a:cubicBezTo>
                  <a:cubicBezTo>
                    <a:pt x="3560" y="4317"/>
                    <a:pt x="3844" y="4427"/>
                    <a:pt x="4127" y="4427"/>
                  </a:cubicBezTo>
                  <a:cubicBezTo>
                    <a:pt x="4411" y="4427"/>
                    <a:pt x="4694" y="4317"/>
                    <a:pt x="4915" y="4096"/>
                  </a:cubicBezTo>
                  <a:cubicBezTo>
                    <a:pt x="4994" y="4017"/>
                    <a:pt x="5088" y="3978"/>
                    <a:pt x="5179" y="3978"/>
                  </a:cubicBezTo>
                  <a:close/>
                  <a:moveTo>
                    <a:pt x="1922" y="0"/>
                  </a:moveTo>
                  <a:lnTo>
                    <a:pt x="0" y="1954"/>
                  </a:lnTo>
                  <a:lnTo>
                    <a:pt x="0" y="3277"/>
                  </a:lnTo>
                  <a:cubicBezTo>
                    <a:pt x="0" y="5514"/>
                    <a:pt x="1827" y="7404"/>
                    <a:pt x="4096" y="7404"/>
                  </a:cubicBezTo>
                  <a:cubicBezTo>
                    <a:pt x="6396" y="7404"/>
                    <a:pt x="8223" y="5514"/>
                    <a:pt x="8223" y="3277"/>
                  </a:cubicBezTo>
                  <a:lnTo>
                    <a:pt x="8223" y="1954"/>
                  </a:lnTo>
                  <a:lnTo>
                    <a:pt x="6301" y="0"/>
                  </a:lnTo>
                  <a:cubicBezTo>
                    <a:pt x="5624" y="394"/>
                    <a:pt x="4875" y="591"/>
                    <a:pt x="4123" y="591"/>
                  </a:cubicBezTo>
                  <a:cubicBezTo>
                    <a:pt x="3371" y="591"/>
                    <a:pt x="2615" y="394"/>
                    <a:pt x="19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5"/>
            <p:cNvSpPr/>
            <p:nvPr/>
          </p:nvSpPr>
          <p:spPr>
            <a:xfrm>
              <a:off x="-53020225" y="4211800"/>
              <a:ext cx="74825" cy="83525"/>
            </a:xfrm>
            <a:custGeom>
              <a:avLst/>
              <a:gdLst/>
              <a:ahLst/>
              <a:cxnLst/>
              <a:rect l="l" t="t" r="r" b="b"/>
              <a:pathLst>
                <a:path w="2993" h="3341" extrusionOk="0">
                  <a:moveTo>
                    <a:pt x="2174" y="1"/>
                  </a:moveTo>
                  <a:cubicBezTo>
                    <a:pt x="2016" y="1387"/>
                    <a:pt x="1197" y="2615"/>
                    <a:pt x="0" y="3340"/>
                  </a:cubicBezTo>
                  <a:lnTo>
                    <a:pt x="2647" y="3340"/>
                  </a:lnTo>
                  <a:cubicBezTo>
                    <a:pt x="2836" y="3340"/>
                    <a:pt x="2993" y="3183"/>
                    <a:pt x="2993" y="2993"/>
                  </a:cubicBezTo>
                  <a:lnTo>
                    <a:pt x="2993" y="2867"/>
                  </a:lnTo>
                  <a:cubicBezTo>
                    <a:pt x="2993" y="1859"/>
                    <a:pt x="2710" y="883"/>
                    <a:pt x="2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5"/>
            <p:cNvSpPr/>
            <p:nvPr/>
          </p:nvSpPr>
          <p:spPr>
            <a:xfrm>
              <a:off x="-53224225" y="4211025"/>
              <a:ext cx="74850" cy="83500"/>
            </a:xfrm>
            <a:custGeom>
              <a:avLst/>
              <a:gdLst/>
              <a:ahLst/>
              <a:cxnLst/>
              <a:rect l="l" t="t" r="r" b="b"/>
              <a:pathLst>
                <a:path w="2994" h="3340" extrusionOk="0">
                  <a:moveTo>
                    <a:pt x="851" y="0"/>
                  </a:moveTo>
                  <a:cubicBezTo>
                    <a:pt x="315" y="851"/>
                    <a:pt x="0" y="1796"/>
                    <a:pt x="0" y="2867"/>
                  </a:cubicBezTo>
                  <a:lnTo>
                    <a:pt x="0" y="2993"/>
                  </a:lnTo>
                  <a:cubicBezTo>
                    <a:pt x="0" y="3182"/>
                    <a:pt x="158" y="3340"/>
                    <a:pt x="378" y="3340"/>
                  </a:cubicBezTo>
                  <a:lnTo>
                    <a:pt x="2993" y="3340"/>
                  </a:lnTo>
                  <a:cubicBezTo>
                    <a:pt x="1859" y="2646"/>
                    <a:pt x="1040" y="1418"/>
                    <a:pt x="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5"/>
            <p:cNvSpPr/>
            <p:nvPr/>
          </p:nvSpPr>
          <p:spPr>
            <a:xfrm>
              <a:off x="-52962725" y="4131475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0" y="0"/>
                  </a:moveTo>
                  <a:lnTo>
                    <a:pt x="0" y="2394"/>
                  </a:lnTo>
                  <a:lnTo>
                    <a:pt x="0" y="2552"/>
                  </a:lnTo>
                  <a:cubicBezTo>
                    <a:pt x="410" y="2300"/>
                    <a:pt x="725" y="1827"/>
                    <a:pt x="725" y="1292"/>
                  </a:cubicBezTo>
                  <a:cubicBezTo>
                    <a:pt x="725" y="725"/>
                    <a:pt x="410" y="25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5"/>
            <p:cNvSpPr/>
            <p:nvPr/>
          </p:nvSpPr>
          <p:spPr>
            <a:xfrm>
              <a:off x="-53125775" y="3976300"/>
              <a:ext cx="82725" cy="26800"/>
            </a:xfrm>
            <a:custGeom>
              <a:avLst/>
              <a:gdLst/>
              <a:ahLst/>
              <a:cxnLst/>
              <a:rect l="l" t="t" r="r" b="b"/>
              <a:pathLst>
                <a:path w="3309" h="1072" extrusionOk="0">
                  <a:moveTo>
                    <a:pt x="1670" y="1"/>
                  </a:moveTo>
                  <a:cubicBezTo>
                    <a:pt x="914" y="1"/>
                    <a:pt x="284" y="442"/>
                    <a:pt x="0" y="1072"/>
                  </a:cubicBezTo>
                  <a:cubicBezTo>
                    <a:pt x="536" y="883"/>
                    <a:pt x="1072" y="757"/>
                    <a:pt x="1670" y="757"/>
                  </a:cubicBezTo>
                  <a:cubicBezTo>
                    <a:pt x="2269" y="757"/>
                    <a:pt x="2804" y="883"/>
                    <a:pt x="3308" y="1072"/>
                  </a:cubicBezTo>
                  <a:cubicBezTo>
                    <a:pt x="2993" y="442"/>
                    <a:pt x="2363" y="1"/>
                    <a:pt x="16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SUMMARY</a:t>
            </a:r>
            <a:endParaRPr/>
          </a:p>
        </p:txBody>
      </p:sp>
      <p:sp>
        <p:nvSpPr>
          <p:cNvPr id="1493" name="Google Shape;1493;p46"/>
          <p:cNvSpPr txBox="1">
            <a:spLocks noGrp="1"/>
          </p:cNvSpPr>
          <p:nvPr>
            <p:ph type="subTitle" idx="1"/>
          </p:nvPr>
        </p:nvSpPr>
        <p:spPr>
          <a:xfrm>
            <a:off x="720000" y="2147750"/>
            <a:ext cx="3564000" cy="14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Moon. This planet’s name has nothing to do with the liquid metal, since Mercury was named after a Roman god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graphicFrame>
        <p:nvGraphicFramePr>
          <p:cNvPr id="1500" name="Google Shape;1500;p47"/>
          <p:cNvGraphicFramePr/>
          <p:nvPr/>
        </p:nvGraphicFramePr>
        <p:xfrm>
          <a:off x="715100" y="14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{0FF44543-2DAB-46EE-AA07-597B25C2EC2E}</a:tableStyleId>
              </a:tblPr>
              <a:tblGrid>
                <a:gridCol w="167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</a:t>
                      </a:r>
                      <a:endParaRPr sz="1800" b="1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 A</a:t>
                      </a:r>
                      <a:endParaRPr sz="1800" b="1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 B</a:t>
                      </a:r>
                      <a:endParaRPr sz="1800" b="1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 C</a:t>
                      </a:r>
                      <a:endParaRPr sz="1800" b="1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1</a:t>
                      </a:r>
                      <a:endParaRPr sz="1800" b="1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Mars is cold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Mars is made of basalt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Mars is a red planet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2</a:t>
                      </a:r>
                      <a:endParaRPr sz="1800" b="1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Earth is full of water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Earth has life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We all live on Earth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3</a:t>
                      </a:r>
                      <a:endParaRPr sz="1800" b="1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Venus is hot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Venus has a nice name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Venus has no moons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4</a:t>
                      </a:r>
                      <a:endParaRPr sz="1800" b="1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Saturn is a gas giant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Saturn has rings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Saturn is quite big</a:t>
                      </a:r>
                      <a:endParaRPr>
                        <a:solidFill>
                          <a:schemeClr val="dk1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48"/>
          <p:cNvSpPr txBox="1">
            <a:spLocks noGrp="1"/>
          </p:cNvSpPr>
          <p:nvPr>
            <p:ph type="subTitle" idx="13"/>
          </p:nvPr>
        </p:nvSpPr>
        <p:spPr>
          <a:xfrm>
            <a:off x="829638" y="3580297"/>
            <a:ext cx="2103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506" name="Google Shape;1506;p48"/>
          <p:cNvSpPr txBox="1">
            <a:spLocks noGrp="1"/>
          </p:cNvSpPr>
          <p:nvPr>
            <p:ph type="subTitle" idx="15"/>
          </p:nvPr>
        </p:nvSpPr>
        <p:spPr>
          <a:xfrm>
            <a:off x="6206863" y="3580297"/>
            <a:ext cx="2107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507" name="Google Shape;1507;p48"/>
          <p:cNvSpPr txBox="1">
            <a:spLocks noGrp="1"/>
          </p:cNvSpPr>
          <p:nvPr>
            <p:ph type="subTitle" idx="7"/>
          </p:nvPr>
        </p:nvSpPr>
        <p:spPr>
          <a:xfrm>
            <a:off x="829638" y="1820300"/>
            <a:ext cx="2103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508" name="Google Shape;1508;p48"/>
          <p:cNvSpPr txBox="1">
            <a:spLocks noGrp="1"/>
          </p:cNvSpPr>
          <p:nvPr>
            <p:ph type="subTitle" idx="8"/>
          </p:nvPr>
        </p:nvSpPr>
        <p:spPr>
          <a:xfrm>
            <a:off x="3518250" y="1820300"/>
            <a:ext cx="2107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509" name="Google Shape;1509;p48"/>
          <p:cNvSpPr txBox="1">
            <a:spLocks noGrp="1"/>
          </p:cNvSpPr>
          <p:nvPr>
            <p:ph type="subTitle" idx="9"/>
          </p:nvPr>
        </p:nvSpPr>
        <p:spPr>
          <a:xfrm>
            <a:off x="6206863" y="1820300"/>
            <a:ext cx="2107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510" name="Google Shape;1510;p48"/>
          <p:cNvSpPr txBox="1">
            <a:spLocks noGrp="1"/>
          </p:cNvSpPr>
          <p:nvPr>
            <p:ph type="subTitle" idx="14"/>
          </p:nvPr>
        </p:nvSpPr>
        <p:spPr>
          <a:xfrm>
            <a:off x="3518250" y="3580297"/>
            <a:ext cx="2107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511" name="Google Shape;1511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</a:t>
            </a:r>
            <a:endParaRPr/>
          </a:p>
        </p:txBody>
      </p:sp>
      <p:sp>
        <p:nvSpPr>
          <p:cNvPr id="1512" name="Google Shape;1512;p48"/>
          <p:cNvSpPr txBox="1">
            <a:spLocks noGrp="1"/>
          </p:cNvSpPr>
          <p:nvPr>
            <p:ph type="subTitle" idx="4"/>
          </p:nvPr>
        </p:nvSpPr>
        <p:spPr>
          <a:xfrm>
            <a:off x="829638" y="3914648"/>
            <a:ext cx="2103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the closest planet to the Sun</a:t>
            </a:r>
            <a:endParaRPr/>
          </a:p>
        </p:txBody>
      </p:sp>
      <p:sp>
        <p:nvSpPr>
          <p:cNvPr id="1513" name="Google Shape;1513;p48"/>
          <p:cNvSpPr txBox="1">
            <a:spLocks noGrp="1"/>
          </p:cNvSpPr>
          <p:nvPr>
            <p:ph type="subTitle" idx="5"/>
          </p:nvPr>
        </p:nvSpPr>
        <p:spPr>
          <a:xfrm>
            <a:off x="3520500" y="3914648"/>
            <a:ext cx="2103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514" name="Google Shape;1514;p48"/>
          <p:cNvSpPr txBox="1">
            <a:spLocks noGrp="1"/>
          </p:cNvSpPr>
          <p:nvPr>
            <p:ph type="subTitle" idx="1"/>
          </p:nvPr>
        </p:nvSpPr>
        <p:spPr>
          <a:xfrm>
            <a:off x="829638" y="2154650"/>
            <a:ext cx="2103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515" name="Google Shape;1515;p48"/>
          <p:cNvSpPr txBox="1">
            <a:spLocks noGrp="1"/>
          </p:cNvSpPr>
          <p:nvPr>
            <p:ph type="subTitle" idx="2"/>
          </p:nvPr>
        </p:nvSpPr>
        <p:spPr>
          <a:xfrm>
            <a:off x="3520500" y="2154650"/>
            <a:ext cx="2103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516" name="Google Shape;1516;p48"/>
          <p:cNvSpPr txBox="1">
            <a:spLocks noGrp="1"/>
          </p:cNvSpPr>
          <p:nvPr>
            <p:ph type="subTitle" idx="3"/>
          </p:nvPr>
        </p:nvSpPr>
        <p:spPr>
          <a:xfrm>
            <a:off x="6202163" y="2154650"/>
            <a:ext cx="2107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composed of hydrogen and helium</a:t>
            </a:r>
            <a:endParaRPr/>
          </a:p>
        </p:txBody>
      </p:sp>
      <p:sp>
        <p:nvSpPr>
          <p:cNvPr id="1517" name="Google Shape;1517;p48"/>
          <p:cNvSpPr txBox="1">
            <a:spLocks noGrp="1"/>
          </p:cNvSpPr>
          <p:nvPr>
            <p:ph type="subTitle" idx="6"/>
          </p:nvPr>
        </p:nvSpPr>
        <p:spPr>
          <a:xfrm>
            <a:off x="6206583" y="3914648"/>
            <a:ext cx="2107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very far away from the Sun</a:t>
            </a:r>
            <a:endParaRPr/>
          </a:p>
        </p:txBody>
      </p:sp>
      <p:grpSp>
        <p:nvGrpSpPr>
          <p:cNvPr id="1518" name="Google Shape;1518;p48"/>
          <p:cNvGrpSpPr/>
          <p:nvPr/>
        </p:nvGrpSpPr>
        <p:grpSpPr>
          <a:xfrm>
            <a:off x="1699445" y="3236419"/>
            <a:ext cx="363385" cy="324361"/>
            <a:chOff x="5560981" y="1476400"/>
            <a:chExt cx="363385" cy="324361"/>
          </a:xfrm>
        </p:grpSpPr>
        <p:sp>
          <p:nvSpPr>
            <p:cNvPr id="1519" name="Google Shape;1519;p48"/>
            <p:cNvSpPr/>
            <p:nvPr/>
          </p:nvSpPr>
          <p:spPr>
            <a:xfrm>
              <a:off x="5581540" y="1476400"/>
              <a:ext cx="322266" cy="240462"/>
            </a:xfrm>
            <a:custGeom>
              <a:avLst/>
              <a:gdLst/>
              <a:ahLst/>
              <a:cxnLst/>
              <a:rect l="l" t="t" r="r" b="b"/>
              <a:pathLst>
                <a:path w="8919" h="6655" extrusionOk="0">
                  <a:moveTo>
                    <a:pt x="1475" y="1"/>
                  </a:moveTo>
                  <a:cubicBezTo>
                    <a:pt x="662" y="1"/>
                    <a:pt x="1" y="662"/>
                    <a:pt x="1" y="1474"/>
                  </a:cubicBezTo>
                  <a:lnTo>
                    <a:pt x="1" y="6654"/>
                  </a:lnTo>
                  <a:cubicBezTo>
                    <a:pt x="102" y="6632"/>
                    <a:pt x="208" y="6620"/>
                    <a:pt x="315" y="6620"/>
                  </a:cubicBezTo>
                  <a:lnTo>
                    <a:pt x="590" y="6620"/>
                  </a:lnTo>
                  <a:lnTo>
                    <a:pt x="590" y="1474"/>
                  </a:lnTo>
                  <a:cubicBezTo>
                    <a:pt x="590" y="987"/>
                    <a:pt x="987" y="590"/>
                    <a:pt x="1475" y="590"/>
                  </a:cubicBezTo>
                  <a:lnTo>
                    <a:pt x="1769" y="590"/>
                  </a:lnTo>
                  <a:lnTo>
                    <a:pt x="1769" y="3615"/>
                  </a:lnTo>
                  <a:cubicBezTo>
                    <a:pt x="1864" y="3596"/>
                    <a:pt x="1963" y="3585"/>
                    <a:pt x="2063" y="3585"/>
                  </a:cubicBezTo>
                  <a:cubicBezTo>
                    <a:pt x="2165" y="3585"/>
                    <a:pt x="2263" y="3596"/>
                    <a:pt x="2358" y="3615"/>
                  </a:cubicBezTo>
                  <a:lnTo>
                    <a:pt x="2358" y="590"/>
                  </a:lnTo>
                  <a:lnTo>
                    <a:pt x="4126" y="590"/>
                  </a:lnTo>
                  <a:lnTo>
                    <a:pt x="4126" y="3615"/>
                  </a:lnTo>
                  <a:cubicBezTo>
                    <a:pt x="4221" y="3596"/>
                    <a:pt x="4319" y="3585"/>
                    <a:pt x="4421" y="3585"/>
                  </a:cubicBezTo>
                  <a:cubicBezTo>
                    <a:pt x="4521" y="3585"/>
                    <a:pt x="4620" y="3596"/>
                    <a:pt x="4715" y="3615"/>
                  </a:cubicBezTo>
                  <a:lnTo>
                    <a:pt x="4715" y="590"/>
                  </a:lnTo>
                  <a:lnTo>
                    <a:pt x="5492" y="590"/>
                  </a:lnTo>
                  <a:lnTo>
                    <a:pt x="6235" y="3712"/>
                  </a:lnTo>
                  <a:cubicBezTo>
                    <a:pt x="6323" y="3671"/>
                    <a:pt x="6417" y="3638"/>
                    <a:pt x="6514" y="3615"/>
                  </a:cubicBezTo>
                  <a:cubicBezTo>
                    <a:pt x="6611" y="3591"/>
                    <a:pt x="6709" y="3578"/>
                    <a:pt x="6808" y="3576"/>
                  </a:cubicBezTo>
                  <a:lnTo>
                    <a:pt x="6098" y="590"/>
                  </a:lnTo>
                  <a:lnTo>
                    <a:pt x="7445" y="590"/>
                  </a:lnTo>
                  <a:cubicBezTo>
                    <a:pt x="7932" y="590"/>
                    <a:pt x="8329" y="987"/>
                    <a:pt x="8329" y="1474"/>
                  </a:cubicBezTo>
                  <a:lnTo>
                    <a:pt x="8329" y="6620"/>
                  </a:lnTo>
                  <a:lnTo>
                    <a:pt x="8604" y="6620"/>
                  </a:lnTo>
                  <a:cubicBezTo>
                    <a:pt x="8712" y="6620"/>
                    <a:pt x="8817" y="6632"/>
                    <a:pt x="8918" y="6654"/>
                  </a:cubicBezTo>
                  <a:lnTo>
                    <a:pt x="8918" y="1474"/>
                  </a:lnTo>
                  <a:cubicBezTo>
                    <a:pt x="8918" y="662"/>
                    <a:pt x="8257" y="1"/>
                    <a:pt x="74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8"/>
            <p:cNvSpPr/>
            <p:nvPr/>
          </p:nvSpPr>
          <p:spPr>
            <a:xfrm>
              <a:off x="5560981" y="1736879"/>
              <a:ext cx="363385" cy="63882"/>
            </a:xfrm>
            <a:custGeom>
              <a:avLst/>
              <a:gdLst/>
              <a:ahLst/>
              <a:cxnLst/>
              <a:rect l="l" t="t" r="r" b="b"/>
              <a:pathLst>
                <a:path w="10057" h="1768" extrusionOk="0">
                  <a:moveTo>
                    <a:pt x="884" y="1"/>
                  </a:moveTo>
                  <a:cubicBezTo>
                    <a:pt x="397" y="1"/>
                    <a:pt x="1" y="397"/>
                    <a:pt x="1" y="884"/>
                  </a:cubicBezTo>
                  <a:lnTo>
                    <a:pt x="1" y="1474"/>
                  </a:lnTo>
                  <a:cubicBezTo>
                    <a:pt x="1" y="1636"/>
                    <a:pt x="132" y="1768"/>
                    <a:pt x="295" y="1768"/>
                  </a:cubicBezTo>
                  <a:lnTo>
                    <a:pt x="9762" y="1768"/>
                  </a:lnTo>
                  <a:cubicBezTo>
                    <a:pt x="9925" y="1768"/>
                    <a:pt x="10057" y="1636"/>
                    <a:pt x="10057" y="1474"/>
                  </a:cubicBezTo>
                  <a:lnTo>
                    <a:pt x="10057" y="884"/>
                  </a:lnTo>
                  <a:cubicBezTo>
                    <a:pt x="10057" y="397"/>
                    <a:pt x="9660" y="1"/>
                    <a:pt x="9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8"/>
            <p:cNvSpPr/>
            <p:nvPr/>
          </p:nvSpPr>
          <p:spPr>
            <a:xfrm>
              <a:off x="5620997" y="1627145"/>
              <a:ext cx="70278" cy="63918"/>
            </a:xfrm>
            <a:custGeom>
              <a:avLst/>
              <a:gdLst/>
              <a:ahLst/>
              <a:cxnLst/>
              <a:rect l="l" t="t" r="r" b="b"/>
              <a:pathLst>
                <a:path w="1945" h="1769" extrusionOk="0">
                  <a:moveTo>
                    <a:pt x="972" y="1"/>
                  </a:moveTo>
                  <a:cubicBezTo>
                    <a:pt x="905" y="1"/>
                    <a:pt x="837" y="8"/>
                    <a:pt x="769" y="24"/>
                  </a:cubicBezTo>
                  <a:cubicBezTo>
                    <a:pt x="294" y="137"/>
                    <a:pt x="0" y="613"/>
                    <a:pt x="112" y="1088"/>
                  </a:cubicBezTo>
                  <a:cubicBezTo>
                    <a:pt x="208" y="1494"/>
                    <a:pt x="571" y="1769"/>
                    <a:pt x="971" y="1769"/>
                  </a:cubicBezTo>
                  <a:cubicBezTo>
                    <a:pt x="1039" y="1769"/>
                    <a:pt x="1107" y="1761"/>
                    <a:pt x="1176" y="1744"/>
                  </a:cubicBezTo>
                  <a:cubicBezTo>
                    <a:pt x="1651" y="1633"/>
                    <a:pt x="1945" y="1156"/>
                    <a:pt x="1832" y="681"/>
                  </a:cubicBezTo>
                  <a:cubicBezTo>
                    <a:pt x="1736" y="274"/>
                    <a:pt x="1373" y="1"/>
                    <a:pt x="9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8"/>
            <p:cNvSpPr/>
            <p:nvPr/>
          </p:nvSpPr>
          <p:spPr>
            <a:xfrm>
              <a:off x="5706161" y="1627253"/>
              <a:ext cx="70133" cy="63882"/>
            </a:xfrm>
            <a:custGeom>
              <a:avLst/>
              <a:gdLst/>
              <a:ahLst/>
              <a:cxnLst/>
              <a:rect l="l" t="t" r="r" b="b"/>
              <a:pathLst>
                <a:path w="1941" h="1768" extrusionOk="0">
                  <a:moveTo>
                    <a:pt x="970" y="0"/>
                  </a:moveTo>
                  <a:cubicBezTo>
                    <a:pt x="744" y="0"/>
                    <a:pt x="518" y="86"/>
                    <a:pt x="346" y="259"/>
                  </a:cubicBezTo>
                  <a:cubicBezTo>
                    <a:pt x="1" y="604"/>
                    <a:pt x="1" y="1163"/>
                    <a:pt x="346" y="1508"/>
                  </a:cubicBezTo>
                  <a:cubicBezTo>
                    <a:pt x="518" y="1681"/>
                    <a:pt x="744" y="1767"/>
                    <a:pt x="970" y="1767"/>
                  </a:cubicBezTo>
                  <a:cubicBezTo>
                    <a:pt x="1197" y="1767"/>
                    <a:pt x="1423" y="1681"/>
                    <a:pt x="1595" y="1508"/>
                  </a:cubicBezTo>
                  <a:cubicBezTo>
                    <a:pt x="1940" y="1163"/>
                    <a:pt x="1940" y="604"/>
                    <a:pt x="1595" y="259"/>
                  </a:cubicBezTo>
                  <a:cubicBezTo>
                    <a:pt x="1423" y="86"/>
                    <a:pt x="1197" y="0"/>
                    <a:pt x="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8"/>
            <p:cNvSpPr/>
            <p:nvPr/>
          </p:nvSpPr>
          <p:spPr>
            <a:xfrm>
              <a:off x="5794108" y="1626820"/>
              <a:ext cx="70314" cy="63918"/>
            </a:xfrm>
            <a:custGeom>
              <a:avLst/>
              <a:gdLst/>
              <a:ahLst/>
              <a:cxnLst/>
              <a:rect l="l" t="t" r="r" b="b"/>
              <a:pathLst>
                <a:path w="1946" h="1769" extrusionOk="0">
                  <a:moveTo>
                    <a:pt x="973" y="1"/>
                  </a:moveTo>
                  <a:cubicBezTo>
                    <a:pt x="905" y="1"/>
                    <a:pt x="836" y="8"/>
                    <a:pt x="768" y="25"/>
                  </a:cubicBezTo>
                  <a:cubicBezTo>
                    <a:pt x="294" y="137"/>
                    <a:pt x="0" y="615"/>
                    <a:pt x="113" y="1089"/>
                  </a:cubicBezTo>
                  <a:cubicBezTo>
                    <a:pt x="210" y="1495"/>
                    <a:pt x="573" y="1768"/>
                    <a:pt x="973" y="1768"/>
                  </a:cubicBezTo>
                  <a:cubicBezTo>
                    <a:pt x="1040" y="1768"/>
                    <a:pt x="1109" y="1760"/>
                    <a:pt x="1177" y="1745"/>
                  </a:cubicBezTo>
                  <a:cubicBezTo>
                    <a:pt x="1651" y="1631"/>
                    <a:pt x="1946" y="1154"/>
                    <a:pt x="1833" y="680"/>
                  </a:cubicBezTo>
                  <a:cubicBezTo>
                    <a:pt x="1736" y="274"/>
                    <a:pt x="1373" y="1"/>
                    <a:pt x="9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4" name="Google Shape;1524;p48"/>
          <p:cNvGrpSpPr/>
          <p:nvPr/>
        </p:nvGrpSpPr>
        <p:grpSpPr>
          <a:xfrm>
            <a:off x="4390127" y="3245922"/>
            <a:ext cx="363746" cy="305356"/>
            <a:chOff x="6343864" y="2071322"/>
            <a:chExt cx="363746" cy="305356"/>
          </a:xfrm>
        </p:grpSpPr>
        <p:sp>
          <p:nvSpPr>
            <p:cNvPr id="1525" name="Google Shape;1525;p48"/>
            <p:cNvSpPr/>
            <p:nvPr/>
          </p:nvSpPr>
          <p:spPr>
            <a:xfrm>
              <a:off x="6616014" y="2348386"/>
              <a:ext cx="63196" cy="28292"/>
            </a:xfrm>
            <a:custGeom>
              <a:avLst/>
              <a:gdLst/>
              <a:ahLst/>
              <a:cxnLst/>
              <a:rect l="l" t="t" r="r" b="b"/>
              <a:pathLst>
                <a:path w="1749" h="783" extrusionOk="0">
                  <a:moveTo>
                    <a:pt x="1749" y="1"/>
                  </a:moveTo>
                  <a:cubicBezTo>
                    <a:pt x="1717" y="2"/>
                    <a:pt x="1683" y="4"/>
                    <a:pt x="1651" y="4"/>
                  </a:cubicBezTo>
                  <a:lnTo>
                    <a:pt x="0" y="4"/>
                  </a:lnTo>
                  <a:lnTo>
                    <a:pt x="193" y="581"/>
                  </a:lnTo>
                  <a:cubicBezTo>
                    <a:pt x="233" y="702"/>
                    <a:pt x="345" y="783"/>
                    <a:pt x="472" y="783"/>
                  </a:cubicBezTo>
                  <a:lnTo>
                    <a:pt x="1454" y="783"/>
                  </a:lnTo>
                  <a:cubicBezTo>
                    <a:pt x="1617" y="783"/>
                    <a:pt x="1749" y="651"/>
                    <a:pt x="1749" y="489"/>
                  </a:cubicBezTo>
                  <a:lnTo>
                    <a:pt x="17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8"/>
            <p:cNvSpPr/>
            <p:nvPr/>
          </p:nvSpPr>
          <p:spPr>
            <a:xfrm>
              <a:off x="6343864" y="2187632"/>
              <a:ext cx="363746" cy="139616"/>
            </a:xfrm>
            <a:custGeom>
              <a:avLst/>
              <a:gdLst/>
              <a:ahLst/>
              <a:cxnLst/>
              <a:rect l="l" t="t" r="r" b="b"/>
              <a:pathLst>
                <a:path w="10067" h="3864" extrusionOk="0">
                  <a:moveTo>
                    <a:pt x="969" y="1"/>
                  </a:moveTo>
                  <a:cubicBezTo>
                    <a:pt x="752" y="1"/>
                    <a:pt x="538" y="58"/>
                    <a:pt x="344" y="169"/>
                  </a:cubicBezTo>
                  <a:lnTo>
                    <a:pt x="158" y="278"/>
                  </a:lnTo>
                  <a:cubicBezTo>
                    <a:pt x="89" y="316"/>
                    <a:pt x="41" y="381"/>
                    <a:pt x="20" y="456"/>
                  </a:cubicBezTo>
                  <a:cubicBezTo>
                    <a:pt x="0" y="532"/>
                    <a:pt x="11" y="612"/>
                    <a:pt x="49" y="680"/>
                  </a:cubicBezTo>
                  <a:lnTo>
                    <a:pt x="1803" y="3717"/>
                  </a:lnTo>
                  <a:cubicBezTo>
                    <a:pt x="1855" y="3808"/>
                    <a:pt x="1953" y="3864"/>
                    <a:pt x="2058" y="3864"/>
                  </a:cubicBezTo>
                  <a:lnTo>
                    <a:pt x="9183" y="3864"/>
                  </a:lnTo>
                  <a:cubicBezTo>
                    <a:pt x="9670" y="3864"/>
                    <a:pt x="10067" y="3467"/>
                    <a:pt x="10067" y="2980"/>
                  </a:cubicBezTo>
                  <a:cubicBezTo>
                    <a:pt x="10067" y="2493"/>
                    <a:pt x="9670" y="2096"/>
                    <a:pt x="9183" y="2096"/>
                  </a:cubicBezTo>
                  <a:lnTo>
                    <a:pt x="2908" y="2096"/>
                  </a:lnTo>
                  <a:lnTo>
                    <a:pt x="2061" y="630"/>
                  </a:lnTo>
                  <a:cubicBezTo>
                    <a:pt x="1894" y="340"/>
                    <a:pt x="1623" y="132"/>
                    <a:pt x="1298" y="45"/>
                  </a:cubicBezTo>
                  <a:cubicBezTo>
                    <a:pt x="1189" y="15"/>
                    <a:pt x="1079" y="1"/>
                    <a:pt x="9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8"/>
            <p:cNvSpPr/>
            <p:nvPr/>
          </p:nvSpPr>
          <p:spPr>
            <a:xfrm>
              <a:off x="6547579" y="2071322"/>
              <a:ext cx="125886" cy="116636"/>
            </a:xfrm>
            <a:custGeom>
              <a:avLst/>
              <a:gdLst/>
              <a:ahLst/>
              <a:cxnLst/>
              <a:rect l="l" t="t" r="r" b="b"/>
              <a:pathLst>
                <a:path w="3484" h="3228" extrusionOk="0">
                  <a:moveTo>
                    <a:pt x="295" y="1"/>
                  </a:moveTo>
                  <a:cubicBezTo>
                    <a:pt x="132" y="1"/>
                    <a:pt x="0" y="133"/>
                    <a:pt x="0" y="295"/>
                  </a:cubicBezTo>
                  <a:cubicBezTo>
                    <a:pt x="0" y="449"/>
                    <a:pt x="119" y="576"/>
                    <a:pt x="270" y="588"/>
                  </a:cubicBezTo>
                  <a:lnTo>
                    <a:pt x="270" y="900"/>
                  </a:lnTo>
                  <a:cubicBezTo>
                    <a:pt x="270" y="1443"/>
                    <a:pt x="712" y="1885"/>
                    <a:pt x="1255" y="1885"/>
                  </a:cubicBezTo>
                  <a:lnTo>
                    <a:pt x="1443" y="1885"/>
                  </a:lnTo>
                  <a:lnTo>
                    <a:pt x="1443" y="2933"/>
                  </a:lnTo>
                  <a:cubicBezTo>
                    <a:pt x="1443" y="3096"/>
                    <a:pt x="1575" y="3228"/>
                    <a:pt x="1738" y="3228"/>
                  </a:cubicBezTo>
                  <a:cubicBezTo>
                    <a:pt x="1900" y="3228"/>
                    <a:pt x="2032" y="3096"/>
                    <a:pt x="2032" y="2933"/>
                  </a:cubicBezTo>
                  <a:lnTo>
                    <a:pt x="2032" y="1885"/>
                  </a:lnTo>
                  <a:lnTo>
                    <a:pt x="2229" y="1885"/>
                  </a:lnTo>
                  <a:cubicBezTo>
                    <a:pt x="2772" y="1885"/>
                    <a:pt x="3214" y="1443"/>
                    <a:pt x="3214" y="900"/>
                  </a:cubicBezTo>
                  <a:lnTo>
                    <a:pt x="3214" y="588"/>
                  </a:lnTo>
                  <a:cubicBezTo>
                    <a:pt x="3364" y="576"/>
                    <a:pt x="3483" y="449"/>
                    <a:pt x="3483" y="295"/>
                  </a:cubicBezTo>
                  <a:cubicBezTo>
                    <a:pt x="3483" y="133"/>
                    <a:pt x="3351" y="1"/>
                    <a:pt x="3189" y="1"/>
                  </a:cubicBezTo>
                  <a:lnTo>
                    <a:pt x="3171" y="1"/>
                  </a:lnTo>
                  <a:cubicBezTo>
                    <a:pt x="2870" y="1"/>
                    <a:pt x="2625" y="246"/>
                    <a:pt x="2625" y="548"/>
                  </a:cubicBezTo>
                  <a:lnTo>
                    <a:pt x="2625" y="900"/>
                  </a:lnTo>
                  <a:cubicBezTo>
                    <a:pt x="2625" y="1118"/>
                    <a:pt x="2447" y="1296"/>
                    <a:pt x="2229" y="1296"/>
                  </a:cubicBezTo>
                  <a:lnTo>
                    <a:pt x="2032" y="1296"/>
                  </a:lnTo>
                  <a:lnTo>
                    <a:pt x="2032" y="312"/>
                  </a:lnTo>
                  <a:cubicBezTo>
                    <a:pt x="2032" y="149"/>
                    <a:pt x="1900" y="17"/>
                    <a:pt x="1738" y="17"/>
                  </a:cubicBezTo>
                  <a:cubicBezTo>
                    <a:pt x="1575" y="17"/>
                    <a:pt x="1443" y="149"/>
                    <a:pt x="1443" y="312"/>
                  </a:cubicBezTo>
                  <a:lnTo>
                    <a:pt x="1443" y="1296"/>
                  </a:lnTo>
                  <a:lnTo>
                    <a:pt x="1255" y="1296"/>
                  </a:lnTo>
                  <a:cubicBezTo>
                    <a:pt x="1037" y="1296"/>
                    <a:pt x="859" y="1118"/>
                    <a:pt x="859" y="900"/>
                  </a:cubicBezTo>
                  <a:lnTo>
                    <a:pt x="859" y="548"/>
                  </a:lnTo>
                  <a:cubicBezTo>
                    <a:pt x="859" y="246"/>
                    <a:pt x="614" y="1"/>
                    <a:pt x="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8"/>
            <p:cNvSpPr/>
            <p:nvPr/>
          </p:nvSpPr>
          <p:spPr>
            <a:xfrm>
              <a:off x="6408830" y="2347049"/>
              <a:ext cx="63196" cy="29629"/>
            </a:xfrm>
            <a:custGeom>
              <a:avLst/>
              <a:gdLst/>
              <a:ahLst/>
              <a:cxnLst/>
              <a:rect l="l" t="t" r="r" b="b"/>
              <a:pathLst>
                <a:path w="1749" h="820" extrusionOk="0">
                  <a:moveTo>
                    <a:pt x="0" y="1"/>
                  </a:moveTo>
                  <a:lnTo>
                    <a:pt x="0" y="526"/>
                  </a:lnTo>
                  <a:cubicBezTo>
                    <a:pt x="0" y="688"/>
                    <a:pt x="132" y="820"/>
                    <a:pt x="294" y="820"/>
                  </a:cubicBezTo>
                  <a:lnTo>
                    <a:pt x="1277" y="820"/>
                  </a:lnTo>
                  <a:cubicBezTo>
                    <a:pt x="1403" y="820"/>
                    <a:pt x="1516" y="739"/>
                    <a:pt x="1556" y="618"/>
                  </a:cubicBezTo>
                  <a:lnTo>
                    <a:pt x="1748" y="41"/>
                  </a:lnTo>
                  <a:lnTo>
                    <a:pt x="260" y="41"/>
                  </a:lnTo>
                  <a:cubicBezTo>
                    <a:pt x="170" y="41"/>
                    <a:pt x="83" y="2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9" name="Google Shape;1529;p48"/>
          <p:cNvGrpSpPr/>
          <p:nvPr/>
        </p:nvGrpSpPr>
        <p:grpSpPr>
          <a:xfrm>
            <a:off x="1724286" y="1456903"/>
            <a:ext cx="313702" cy="363385"/>
            <a:chOff x="1667668" y="3203028"/>
            <a:chExt cx="313702" cy="363385"/>
          </a:xfrm>
        </p:grpSpPr>
        <p:sp>
          <p:nvSpPr>
            <p:cNvPr id="1530" name="Google Shape;1530;p48"/>
            <p:cNvSpPr/>
            <p:nvPr/>
          </p:nvSpPr>
          <p:spPr>
            <a:xfrm>
              <a:off x="1667668" y="3203028"/>
              <a:ext cx="313702" cy="363385"/>
            </a:xfrm>
            <a:custGeom>
              <a:avLst/>
              <a:gdLst/>
              <a:ahLst/>
              <a:cxnLst/>
              <a:rect l="l" t="t" r="r" b="b"/>
              <a:pathLst>
                <a:path w="8682" h="10057" extrusionOk="0">
                  <a:moveTo>
                    <a:pt x="4340" y="1208"/>
                  </a:moveTo>
                  <a:cubicBezTo>
                    <a:pt x="6069" y="1208"/>
                    <a:pt x="7475" y="2613"/>
                    <a:pt x="7475" y="4341"/>
                  </a:cubicBezTo>
                  <a:cubicBezTo>
                    <a:pt x="7475" y="6069"/>
                    <a:pt x="6069" y="7475"/>
                    <a:pt x="4340" y="7475"/>
                  </a:cubicBezTo>
                  <a:cubicBezTo>
                    <a:pt x="2613" y="7475"/>
                    <a:pt x="1207" y="6069"/>
                    <a:pt x="1207" y="4341"/>
                  </a:cubicBezTo>
                  <a:cubicBezTo>
                    <a:pt x="1207" y="2613"/>
                    <a:pt x="2613" y="1208"/>
                    <a:pt x="4340" y="1208"/>
                  </a:cubicBezTo>
                  <a:close/>
                  <a:moveTo>
                    <a:pt x="4340" y="1"/>
                  </a:moveTo>
                  <a:cubicBezTo>
                    <a:pt x="3182" y="1"/>
                    <a:pt x="2091" y="452"/>
                    <a:pt x="1271" y="1272"/>
                  </a:cubicBezTo>
                  <a:cubicBezTo>
                    <a:pt x="452" y="2092"/>
                    <a:pt x="0" y="3182"/>
                    <a:pt x="0" y="4341"/>
                  </a:cubicBezTo>
                  <a:cubicBezTo>
                    <a:pt x="0" y="5332"/>
                    <a:pt x="326" y="6266"/>
                    <a:pt x="941" y="7040"/>
                  </a:cubicBezTo>
                  <a:cubicBezTo>
                    <a:pt x="1514" y="7760"/>
                    <a:pt x="2309" y="8285"/>
                    <a:pt x="3191" y="8527"/>
                  </a:cubicBezTo>
                  <a:lnTo>
                    <a:pt x="4093" y="9922"/>
                  </a:lnTo>
                  <a:cubicBezTo>
                    <a:pt x="4147" y="10006"/>
                    <a:pt x="4241" y="10057"/>
                    <a:pt x="4340" y="10057"/>
                  </a:cubicBezTo>
                  <a:cubicBezTo>
                    <a:pt x="4441" y="10057"/>
                    <a:pt x="4534" y="10006"/>
                    <a:pt x="4588" y="9922"/>
                  </a:cubicBezTo>
                  <a:lnTo>
                    <a:pt x="5491" y="8527"/>
                  </a:lnTo>
                  <a:cubicBezTo>
                    <a:pt x="6373" y="8285"/>
                    <a:pt x="7168" y="7760"/>
                    <a:pt x="7740" y="7040"/>
                  </a:cubicBezTo>
                  <a:cubicBezTo>
                    <a:pt x="8356" y="6266"/>
                    <a:pt x="8682" y="5332"/>
                    <a:pt x="8682" y="4341"/>
                  </a:cubicBezTo>
                  <a:cubicBezTo>
                    <a:pt x="8682" y="3182"/>
                    <a:pt x="8230" y="2092"/>
                    <a:pt x="7410" y="1272"/>
                  </a:cubicBezTo>
                  <a:cubicBezTo>
                    <a:pt x="6591" y="452"/>
                    <a:pt x="5500" y="1"/>
                    <a:pt x="43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8"/>
            <p:cNvSpPr/>
            <p:nvPr/>
          </p:nvSpPr>
          <p:spPr>
            <a:xfrm>
              <a:off x="1732562" y="3267922"/>
              <a:ext cx="183914" cy="183914"/>
            </a:xfrm>
            <a:custGeom>
              <a:avLst/>
              <a:gdLst/>
              <a:ahLst/>
              <a:cxnLst/>
              <a:rect l="l" t="t" r="r" b="b"/>
              <a:pathLst>
                <a:path w="5090" h="5090" extrusionOk="0">
                  <a:moveTo>
                    <a:pt x="3822" y="1214"/>
                  </a:moveTo>
                  <a:cubicBezTo>
                    <a:pt x="3984" y="1214"/>
                    <a:pt x="4116" y="1346"/>
                    <a:pt x="4116" y="1508"/>
                  </a:cubicBezTo>
                  <a:cubicBezTo>
                    <a:pt x="4116" y="1662"/>
                    <a:pt x="3998" y="1788"/>
                    <a:pt x="3848" y="1801"/>
                  </a:cubicBezTo>
                  <a:lnTo>
                    <a:pt x="3848" y="2096"/>
                  </a:lnTo>
                  <a:cubicBezTo>
                    <a:pt x="3848" y="2639"/>
                    <a:pt x="3406" y="3080"/>
                    <a:pt x="2864" y="3080"/>
                  </a:cubicBezTo>
                  <a:lnTo>
                    <a:pt x="2840" y="3080"/>
                  </a:lnTo>
                  <a:lnTo>
                    <a:pt x="2840" y="3974"/>
                  </a:lnTo>
                  <a:cubicBezTo>
                    <a:pt x="2840" y="4137"/>
                    <a:pt x="2708" y="4269"/>
                    <a:pt x="2545" y="4269"/>
                  </a:cubicBezTo>
                  <a:cubicBezTo>
                    <a:pt x="2382" y="4269"/>
                    <a:pt x="2250" y="4137"/>
                    <a:pt x="2250" y="3974"/>
                  </a:cubicBezTo>
                  <a:lnTo>
                    <a:pt x="2250" y="3080"/>
                  </a:lnTo>
                  <a:lnTo>
                    <a:pt x="2226" y="3080"/>
                  </a:lnTo>
                  <a:cubicBezTo>
                    <a:pt x="1684" y="3080"/>
                    <a:pt x="1242" y="2639"/>
                    <a:pt x="1242" y="2096"/>
                  </a:cubicBezTo>
                  <a:lnTo>
                    <a:pt x="1242" y="1801"/>
                  </a:lnTo>
                  <a:cubicBezTo>
                    <a:pt x="1092" y="1788"/>
                    <a:pt x="974" y="1662"/>
                    <a:pt x="974" y="1508"/>
                  </a:cubicBezTo>
                  <a:cubicBezTo>
                    <a:pt x="974" y="1346"/>
                    <a:pt x="1106" y="1214"/>
                    <a:pt x="1268" y="1214"/>
                  </a:cubicBezTo>
                  <a:lnTo>
                    <a:pt x="1285" y="1214"/>
                  </a:lnTo>
                  <a:cubicBezTo>
                    <a:pt x="1586" y="1214"/>
                    <a:pt x="1831" y="1458"/>
                    <a:pt x="1831" y="1760"/>
                  </a:cubicBezTo>
                  <a:lnTo>
                    <a:pt x="1831" y="2096"/>
                  </a:lnTo>
                  <a:cubicBezTo>
                    <a:pt x="1831" y="2314"/>
                    <a:pt x="2008" y="2490"/>
                    <a:pt x="2226" y="2490"/>
                  </a:cubicBezTo>
                  <a:lnTo>
                    <a:pt x="2250" y="2490"/>
                  </a:lnTo>
                  <a:lnTo>
                    <a:pt x="2250" y="1525"/>
                  </a:lnTo>
                  <a:cubicBezTo>
                    <a:pt x="2250" y="1362"/>
                    <a:pt x="2382" y="1230"/>
                    <a:pt x="2545" y="1230"/>
                  </a:cubicBezTo>
                  <a:cubicBezTo>
                    <a:pt x="2708" y="1230"/>
                    <a:pt x="2840" y="1362"/>
                    <a:pt x="2840" y="1525"/>
                  </a:cubicBezTo>
                  <a:lnTo>
                    <a:pt x="2840" y="2490"/>
                  </a:lnTo>
                  <a:lnTo>
                    <a:pt x="2864" y="2490"/>
                  </a:lnTo>
                  <a:cubicBezTo>
                    <a:pt x="3081" y="2490"/>
                    <a:pt x="3259" y="2314"/>
                    <a:pt x="3259" y="2096"/>
                  </a:cubicBezTo>
                  <a:lnTo>
                    <a:pt x="3259" y="1760"/>
                  </a:lnTo>
                  <a:cubicBezTo>
                    <a:pt x="3259" y="1458"/>
                    <a:pt x="3504" y="1214"/>
                    <a:pt x="3805" y="1214"/>
                  </a:cubicBezTo>
                  <a:close/>
                  <a:moveTo>
                    <a:pt x="2545" y="1"/>
                  </a:moveTo>
                  <a:cubicBezTo>
                    <a:pt x="1142" y="1"/>
                    <a:pt x="0" y="1142"/>
                    <a:pt x="0" y="2545"/>
                  </a:cubicBezTo>
                  <a:cubicBezTo>
                    <a:pt x="0" y="3948"/>
                    <a:pt x="1142" y="5090"/>
                    <a:pt x="2545" y="5090"/>
                  </a:cubicBezTo>
                  <a:cubicBezTo>
                    <a:pt x="3948" y="5090"/>
                    <a:pt x="5090" y="3948"/>
                    <a:pt x="5090" y="2545"/>
                  </a:cubicBezTo>
                  <a:cubicBezTo>
                    <a:pt x="5090" y="1142"/>
                    <a:pt x="3948" y="1"/>
                    <a:pt x="25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2" name="Google Shape;1532;p48"/>
          <p:cNvGrpSpPr/>
          <p:nvPr/>
        </p:nvGrpSpPr>
        <p:grpSpPr>
          <a:xfrm>
            <a:off x="7113065" y="1456903"/>
            <a:ext cx="285700" cy="363385"/>
            <a:chOff x="4031890" y="3203028"/>
            <a:chExt cx="285700" cy="363385"/>
          </a:xfrm>
        </p:grpSpPr>
        <p:sp>
          <p:nvSpPr>
            <p:cNvPr id="1533" name="Google Shape;1533;p48"/>
            <p:cNvSpPr/>
            <p:nvPr/>
          </p:nvSpPr>
          <p:spPr>
            <a:xfrm>
              <a:off x="4168868" y="3291589"/>
              <a:ext cx="45888" cy="49032"/>
            </a:xfrm>
            <a:custGeom>
              <a:avLst/>
              <a:gdLst/>
              <a:ahLst/>
              <a:cxnLst/>
              <a:rect l="l" t="t" r="r" b="b"/>
              <a:pathLst>
                <a:path w="1270" h="1357" extrusionOk="0">
                  <a:moveTo>
                    <a:pt x="934" y="1"/>
                  </a:moveTo>
                  <a:cubicBezTo>
                    <a:pt x="832" y="1"/>
                    <a:pt x="733" y="53"/>
                    <a:pt x="678" y="148"/>
                  </a:cubicBezTo>
                  <a:lnTo>
                    <a:pt x="1" y="1321"/>
                  </a:lnTo>
                  <a:lnTo>
                    <a:pt x="413" y="1321"/>
                  </a:lnTo>
                  <a:cubicBezTo>
                    <a:pt x="499" y="1321"/>
                    <a:pt x="582" y="1333"/>
                    <a:pt x="661" y="1357"/>
                  </a:cubicBezTo>
                  <a:lnTo>
                    <a:pt x="1188" y="443"/>
                  </a:lnTo>
                  <a:cubicBezTo>
                    <a:pt x="1269" y="302"/>
                    <a:pt x="1221" y="122"/>
                    <a:pt x="1081" y="40"/>
                  </a:cubicBezTo>
                  <a:cubicBezTo>
                    <a:pt x="1034" y="13"/>
                    <a:pt x="984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8"/>
            <p:cNvSpPr/>
            <p:nvPr/>
          </p:nvSpPr>
          <p:spPr>
            <a:xfrm>
              <a:off x="4075176" y="3360602"/>
              <a:ext cx="119273" cy="21282"/>
            </a:xfrm>
            <a:custGeom>
              <a:avLst/>
              <a:gdLst/>
              <a:ahLst/>
              <a:cxnLst/>
              <a:rect l="l" t="t" r="r" b="b"/>
              <a:pathLst>
                <a:path w="3301" h="589" extrusionOk="0">
                  <a:moveTo>
                    <a:pt x="296" y="0"/>
                  </a:moveTo>
                  <a:cubicBezTo>
                    <a:pt x="132" y="0"/>
                    <a:pt x="1" y="132"/>
                    <a:pt x="1" y="295"/>
                  </a:cubicBezTo>
                  <a:lnTo>
                    <a:pt x="1" y="589"/>
                  </a:lnTo>
                  <a:lnTo>
                    <a:pt x="3300" y="589"/>
                  </a:lnTo>
                  <a:lnTo>
                    <a:pt x="3300" y="295"/>
                  </a:lnTo>
                  <a:cubicBezTo>
                    <a:pt x="3300" y="132"/>
                    <a:pt x="3168" y="0"/>
                    <a:pt x="30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8"/>
            <p:cNvSpPr/>
            <p:nvPr/>
          </p:nvSpPr>
          <p:spPr>
            <a:xfrm>
              <a:off x="4051762" y="3203028"/>
              <a:ext cx="180482" cy="59004"/>
            </a:xfrm>
            <a:custGeom>
              <a:avLst/>
              <a:gdLst/>
              <a:ahLst/>
              <a:cxnLst/>
              <a:rect l="l" t="t" r="r" b="b"/>
              <a:pathLst>
                <a:path w="4995" h="1633" extrusionOk="0">
                  <a:moveTo>
                    <a:pt x="1390" y="1"/>
                  </a:moveTo>
                  <a:cubicBezTo>
                    <a:pt x="1342" y="1"/>
                    <a:pt x="1293" y="3"/>
                    <a:pt x="1243" y="6"/>
                  </a:cubicBezTo>
                  <a:cubicBezTo>
                    <a:pt x="904" y="30"/>
                    <a:pt x="590" y="179"/>
                    <a:pt x="359" y="427"/>
                  </a:cubicBezTo>
                  <a:cubicBezTo>
                    <a:pt x="128" y="675"/>
                    <a:pt x="1" y="998"/>
                    <a:pt x="1" y="1338"/>
                  </a:cubicBezTo>
                  <a:cubicBezTo>
                    <a:pt x="1" y="1501"/>
                    <a:pt x="133" y="1633"/>
                    <a:pt x="295" y="1633"/>
                  </a:cubicBezTo>
                  <a:cubicBezTo>
                    <a:pt x="458" y="1633"/>
                    <a:pt x="590" y="1501"/>
                    <a:pt x="590" y="1338"/>
                  </a:cubicBezTo>
                  <a:cubicBezTo>
                    <a:pt x="590" y="948"/>
                    <a:pt x="895" y="621"/>
                    <a:pt x="1284" y="594"/>
                  </a:cubicBezTo>
                  <a:cubicBezTo>
                    <a:pt x="1320" y="591"/>
                    <a:pt x="1356" y="590"/>
                    <a:pt x="1390" y="590"/>
                  </a:cubicBezTo>
                  <a:cubicBezTo>
                    <a:pt x="1544" y="590"/>
                    <a:pt x="1697" y="632"/>
                    <a:pt x="1859" y="678"/>
                  </a:cubicBezTo>
                  <a:cubicBezTo>
                    <a:pt x="2043" y="728"/>
                    <a:pt x="2251" y="787"/>
                    <a:pt x="2485" y="787"/>
                  </a:cubicBezTo>
                  <a:cubicBezTo>
                    <a:pt x="2719" y="787"/>
                    <a:pt x="2927" y="728"/>
                    <a:pt x="3112" y="678"/>
                  </a:cubicBezTo>
                  <a:cubicBezTo>
                    <a:pt x="3273" y="632"/>
                    <a:pt x="3426" y="590"/>
                    <a:pt x="3581" y="590"/>
                  </a:cubicBezTo>
                  <a:cubicBezTo>
                    <a:pt x="3803" y="590"/>
                    <a:pt x="4018" y="643"/>
                    <a:pt x="4245" y="698"/>
                  </a:cubicBezTo>
                  <a:cubicBezTo>
                    <a:pt x="4366" y="727"/>
                    <a:pt x="4492" y="758"/>
                    <a:pt x="4623" y="781"/>
                  </a:cubicBezTo>
                  <a:cubicBezTo>
                    <a:pt x="4641" y="785"/>
                    <a:pt x="4658" y="786"/>
                    <a:pt x="4676" y="786"/>
                  </a:cubicBezTo>
                  <a:cubicBezTo>
                    <a:pt x="4815" y="786"/>
                    <a:pt x="4940" y="686"/>
                    <a:pt x="4965" y="544"/>
                  </a:cubicBezTo>
                  <a:cubicBezTo>
                    <a:pt x="4994" y="383"/>
                    <a:pt x="4888" y="230"/>
                    <a:pt x="4727" y="202"/>
                  </a:cubicBezTo>
                  <a:cubicBezTo>
                    <a:pt x="4614" y="182"/>
                    <a:pt x="4503" y="155"/>
                    <a:pt x="4385" y="126"/>
                  </a:cubicBezTo>
                  <a:cubicBezTo>
                    <a:pt x="4134" y="64"/>
                    <a:pt x="3874" y="1"/>
                    <a:pt x="3581" y="1"/>
                  </a:cubicBezTo>
                  <a:cubicBezTo>
                    <a:pt x="3346" y="1"/>
                    <a:pt x="3138" y="58"/>
                    <a:pt x="2954" y="109"/>
                  </a:cubicBezTo>
                  <a:cubicBezTo>
                    <a:pt x="2792" y="155"/>
                    <a:pt x="2639" y="197"/>
                    <a:pt x="2485" y="197"/>
                  </a:cubicBezTo>
                  <a:cubicBezTo>
                    <a:pt x="2331" y="197"/>
                    <a:pt x="2178" y="155"/>
                    <a:pt x="2017" y="109"/>
                  </a:cubicBezTo>
                  <a:cubicBezTo>
                    <a:pt x="1833" y="58"/>
                    <a:pt x="1624" y="1"/>
                    <a:pt x="13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8"/>
            <p:cNvSpPr/>
            <p:nvPr/>
          </p:nvSpPr>
          <p:spPr>
            <a:xfrm>
              <a:off x="4213889" y="3249169"/>
              <a:ext cx="103700" cy="26268"/>
            </a:xfrm>
            <a:custGeom>
              <a:avLst/>
              <a:gdLst/>
              <a:ahLst/>
              <a:cxnLst/>
              <a:rect l="l" t="t" r="r" b="b"/>
              <a:pathLst>
                <a:path w="2870" h="727" extrusionOk="0">
                  <a:moveTo>
                    <a:pt x="881" y="0"/>
                  </a:moveTo>
                  <a:cubicBezTo>
                    <a:pt x="701" y="0"/>
                    <a:pt x="548" y="52"/>
                    <a:pt x="414" y="97"/>
                  </a:cubicBezTo>
                  <a:cubicBezTo>
                    <a:pt x="358" y="116"/>
                    <a:pt x="305" y="134"/>
                    <a:pt x="255" y="146"/>
                  </a:cubicBezTo>
                  <a:cubicBezTo>
                    <a:pt x="97" y="185"/>
                    <a:pt x="1" y="345"/>
                    <a:pt x="40" y="503"/>
                  </a:cubicBezTo>
                  <a:cubicBezTo>
                    <a:pt x="73" y="637"/>
                    <a:pt x="193" y="727"/>
                    <a:pt x="325" y="727"/>
                  </a:cubicBezTo>
                  <a:cubicBezTo>
                    <a:pt x="348" y="727"/>
                    <a:pt x="372" y="724"/>
                    <a:pt x="396" y="718"/>
                  </a:cubicBezTo>
                  <a:cubicBezTo>
                    <a:pt x="470" y="700"/>
                    <a:pt x="537" y="677"/>
                    <a:pt x="602" y="655"/>
                  </a:cubicBezTo>
                  <a:cubicBezTo>
                    <a:pt x="707" y="620"/>
                    <a:pt x="798" y="590"/>
                    <a:pt x="881" y="590"/>
                  </a:cubicBezTo>
                  <a:cubicBezTo>
                    <a:pt x="924" y="590"/>
                    <a:pt x="984" y="612"/>
                    <a:pt x="1052" y="639"/>
                  </a:cubicBezTo>
                  <a:cubicBezTo>
                    <a:pt x="1155" y="678"/>
                    <a:pt x="1283" y="727"/>
                    <a:pt x="1435" y="727"/>
                  </a:cubicBezTo>
                  <a:cubicBezTo>
                    <a:pt x="1588" y="727"/>
                    <a:pt x="1716" y="678"/>
                    <a:pt x="1819" y="639"/>
                  </a:cubicBezTo>
                  <a:cubicBezTo>
                    <a:pt x="1887" y="612"/>
                    <a:pt x="1947" y="590"/>
                    <a:pt x="1990" y="590"/>
                  </a:cubicBezTo>
                  <a:cubicBezTo>
                    <a:pt x="2073" y="590"/>
                    <a:pt x="2164" y="620"/>
                    <a:pt x="2268" y="655"/>
                  </a:cubicBezTo>
                  <a:cubicBezTo>
                    <a:pt x="2334" y="677"/>
                    <a:pt x="2401" y="700"/>
                    <a:pt x="2474" y="718"/>
                  </a:cubicBezTo>
                  <a:cubicBezTo>
                    <a:pt x="2498" y="724"/>
                    <a:pt x="2521" y="727"/>
                    <a:pt x="2545" y="727"/>
                  </a:cubicBezTo>
                  <a:cubicBezTo>
                    <a:pt x="2678" y="727"/>
                    <a:pt x="2797" y="638"/>
                    <a:pt x="2831" y="503"/>
                  </a:cubicBezTo>
                  <a:cubicBezTo>
                    <a:pt x="2870" y="345"/>
                    <a:pt x="2774" y="185"/>
                    <a:pt x="2616" y="146"/>
                  </a:cubicBezTo>
                  <a:cubicBezTo>
                    <a:pt x="2566" y="134"/>
                    <a:pt x="2513" y="116"/>
                    <a:pt x="2457" y="97"/>
                  </a:cubicBezTo>
                  <a:cubicBezTo>
                    <a:pt x="2322" y="52"/>
                    <a:pt x="2170" y="0"/>
                    <a:pt x="1990" y="0"/>
                  </a:cubicBezTo>
                  <a:cubicBezTo>
                    <a:pt x="1838" y="0"/>
                    <a:pt x="1709" y="49"/>
                    <a:pt x="1607" y="89"/>
                  </a:cubicBezTo>
                  <a:cubicBezTo>
                    <a:pt x="1538" y="115"/>
                    <a:pt x="1479" y="137"/>
                    <a:pt x="1435" y="137"/>
                  </a:cubicBezTo>
                  <a:cubicBezTo>
                    <a:pt x="1392" y="137"/>
                    <a:pt x="1332" y="115"/>
                    <a:pt x="1263" y="89"/>
                  </a:cubicBezTo>
                  <a:cubicBezTo>
                    <a:pt x="1161" y="49"/>
                    <a:pt x="1033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8"/>
            <p:cNvSpPr/>
            <p:nvPr/>
          </p:nvSpPr>
          <p:spPr>
            <a:xfrm>
              <a:off x="4124136" y="3281074"/>
              <a:ext cx="21354" cy="58246"/>
            </a:xfrm>
            <a:custGeom>
              <a:avLst/>
              <a:gdLst/>
              <a:ahLst/>
              <a:cxnLst/>
              <a:rect l="l" t="t" r="r" b="b"/>
              <a:pathLst>
                <a:path w="591" h="1612" extrusionOk="0">
                  <a:moveTo>
                    <a:pt x="296" y="1"/>
                  </a:moveTo>
                  <a:cubicBezTo>
                    <a:pt x="133" y="1"/>
                    <a:pt x="1" y="133"/>
                    <a:pt x="1" y="296"/>
                  </a:cubicBezTo>
                  <a:lnTo>
                    <a:pt x="1" y="1612"/>
                  </a:lnTo>
                  <a:lnTo>
                    <a:pt x="590" y="1612"/>
                  </a:lnTo>
                  <a:lnTo>
                    <a:pt x="590" y="296"/>
                  </a:lnTo>
                  <a:cubicBezTo>
                    <a:pt x="590" y="133"/>
                    <a:pt x="458" y="1"/>
                    <a:pt x="2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8"/>
            <p:cNvSpPr/>
            <p:nvPr/>
          </p:nvSpPr>
          <p:spPr>
            <a:xfrm>
              <a:off x="4055195" y="3291589"/>
              <a:ext cx="45888" cy="48960"/>
            </a:xfrm>
            <a:custGeom>
              <a:avLst/>
              <a:gdLst/>
              <a:ahLst/>
              <a:cxnLst/>
              <a:rect l="l" t="t" r="r" b="b"/>
              <a:pathLst>
                <a:path w="1270" h="1355" extrusionOk="0">
                  <a:moveTo>
                    <a:pt x="337" y="1"/>
                  </a:moveTo>
                  <a:cubicBezTo>
                    <a:pt x="287" y="1"/>
                    <a:pt x="237" y="13"/>
                    <a:pt x="190" y="40"/>
                  </a:cubicBezTo>
                  <a:cubicBezTo>
                    <a:pt x="50" y="122"/>
                    <a:pt x="1" y="302"/>
                    <a:pt x="83" y="443"/>
                  </a:cubicBezTo>
                  <a:lnTo>
                    <a:pt x="609" y="1354"/>
                  </a:lnTo>
                  <a:cubicBezTo>
                    <a:pt x="685" y="1332"/>
                    <a:pt x="765" y="1321"/>
                    <a:pt x="849" y="1321"/>
                  </a:cubicBezTo>
                  <a:lnTo>
                    <a:pt x="1270" y="1321"/>
                  </a:lnTo>
                  <a:lnTo>
                    <a:pt x="593" y="148"/>
                  </a:lnTo>
                  <a:cubicBezTo>
                    <a:pt x="538" y="53"/>
                    <a:pt x="439" y="1"/>
                    <a:pt x="3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8"/>
            <p:cNvSpPr/>
            <p:nvPr/>
          </p:nvSpPr>
          <p:spPr>
            <a:xfrm>
              <a:off x="4031890" y="3403166"/>
              <a:ext cx="205847" cy="163247"/>
            </a:xfrm>
            <a:custGeom>
              <a:avLst/>
              <a:gdLst/>
              <a:ahLst/>
              <a:cxnLst/>
              <a:rect l="l" t="t" r="r" b="b"/>
              <a:pathLst>
                <a:path w="5697" h="4518" extrusionOk="0">
                  <a:moveTo>
                    <a:pt x="884" y="0"/>
                  </a:moveTo>
                  <a:cubicBezTo>
                    <a:pt x="397" y="0"/>
                    <a:pt x="1" y="397"/>
                    <a:pt x="1" y="884"/>
                  </a:cubicBezTo>
                  <a:lnTo>
                    <a:pt x="1" y="3634"/>
                  </a:lnTo>
                  <a:cubicBezTo>
                    <a:pt x="1" y="4121"/>
                    <a:pt x="397" y="4518"/>
                    <a:pt x="884" y="4518"/>
                  </a:cubicBezTo>
                  <a:lnTo>
                    <a:pt x="4812" y="4518"/>
                  </a:lnTo>
                  <a:cubicBezTo>
                    <a:pt x="5300" y="4518"/>
                    <a:pt x="5696" y="4121"/>
                    <a:pt x="5696" y="3634"/>
                  </a:cubicBezTo>
                  <a:lnTo>
                    <a:pt x="5696" y="884"/>
                  </a:lnTo>
                  <a:cubicBezTo>
                    <a:pt x="5696" y="397"/>
                    <a:pt x="5300" y="0"/>
                    <a:pt x="4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0" name="Google Shape;1540;p48"/>
          <p:cNvGrpSpPr/>
          <p:nvPr/>
        </p:nvGrpSpPr>
        <p:grpSpPr>
          <a:xfrm>
            <a:off x="4390308" y="1481654"/>
            <a:ext cx="363385" cy="313883"/>
            <a:chOff x="1642809" y="3803080"/>
            <a:chExt cx="363385" cy="313883"/>
          </a:xfrm>
        </p:grpSpPr>
        <p:sp>
          <p:nvSpPr>
            <p:cNvPr id="1541" name="Google Shape;1541;p48"/>
            <p:cNvSpPr/>
            <p:nvPr/>
          </p:nvSpPr>
          <p:spPr>
            <a:xfrm>
              <a:off x="1642809" y="3803080"/>
              <a:ext cx="171087" cy="312546"/>
            </a:xfrm>
            <a:custGeom>
              <a:avLst/>
              <a:gdLst/>
              <a:ahLst/>
              <a:cxnLst/>
              <a:rect l="l" t="t" r="r" b="b"/>
              <a:pathLst>
                <a:path w="4735" h="8650" extrusionOk="0">
                  <a:moveTo>
                    <a:pt x="2788" y="1"/>
                  </a:moveTo>
                  <a:cubicBezTo>
                    <a:pt x="1251" y="1"/>
                    <a:pt x="1" y="1251"/>
                    <a:pt x="1" y="2788"/>
                  </a:cubicBezTo>
                  <a:cubicBezTo>
                    <a:pt x="1" y="4350"/>
                    <a:pt x="1413" y="6024"/>
                    <a:pt x="2021" y="6671"/>
                  </a:cubicBezTo>
                  <a:cubicBezTo>
                    <a:pt x="2537" y="7223"/>
                    <a:pt x="3114" y="7727"/>
                    <a:pt x="3641" y="8091"/>
                  </a:cubicBezTo>
                  <a:cubicBezTo>
                    <a:pt x="4067" y="8386"/>
                    <a:pt x="4433" y="8572"/>
                    <a:pt x="4734" y="8649"/>
                  </a:cubicBezTo>
                  <a:lnTo>
                    <a:pt x="4734" y="795"/>
                  </a:lnTo>
                  <a:cubicBezTo>
                    <a:pt x="4597" y="661"/>
                    <a:pt x="4447" y="541"/>
                    <a:pt x="4285" y="437"/>
                  </a:cubicBezTo>
                  <a:cubicBezTo>
                    <a:pt x="3838" y="152"/>
                    <a:pt x="3320" y="1"/>
                    <a:pt x="27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8"/>
            <p:cNvSpPr/>
            <p:nvPr/>
          </p:nvSpPr>
          <p:spPr>
            <a:xfrm>
              <a:off x="1835142" y="3803261"/>
              <a:ext cx="171051" cy="313702"/>
            </a:xfrm>
            <a:custGeom>
              <a:avLst/>
              <a:gdLst/>
              <a:ahLst/>
              <a:cxnLst/>
              <a:rect l="l" t="t" r="r" b="b"/>
              <a:pathLst>
                <a:path w="4734" h="8682" extrusionOk="0">
                  <a:moveTo>
                    <a:pt x="1277" y="0"/>
                  </a:moveTo>
                  <a:cubicBezTo>
                    <a:pt x="786" y="0"/>
                    <a:pt x="338" y="187"/>
                    <a:pt x="1" y="493"/>
                  </a:cubicBezTo>
                  <a:lnTo>
                    <a:pt x="1" y="8583"/>
                  </a:lnTo>
                  <a:cubicBezTo>
                    <a:pt x="172" y="8647"/>
                    <a:pt x="358" y="8682"/>
                    <a:pt x="551" y="8682"/>
                  </a:cubicBezTo>
                  <a:cubicBezTo>
                    <a:pt x="1341" y="8682"/>
                    <a:pt x="1998" y="8102"/>
                    <a:pt x="2121" y="7347"/>
                  </a:cubicBezTo>
                  <a:cubicBezTo>
                    <a:pt x="2099" y="7108"/>
                    <a:pt x="1992" y="6882"/>
                    <a:pt x="1820" y="6715"/>
                  </a:cubicBezTo>
                  <a:cubicBezTo>
                    <a:pt x="1803" y="6698"/>
                    <a:pt x="1788" y="6679"/>
                    <a:pt x="1776" y="6659"/>
                  </a:cubicBezTo>
                  <a:cubicBezTo>
                    <a:pt x="1769" y="6676"/>
                    <a:pt x="1763" y="6695"/>
                    <a:pt x="1757" y="6714"/>
                  </a:cubicBezTo>
                  <a:cubicBezTo>
                    <a:pt x="1725" y="6849"/>
                    <a:pt x="1605" y="6939"/>
                    <a:pt x="1472" y="6939"/>
                  </a:cubicBezTo>
                  <a:cubicBezTo>
                    <a:pt x="1448" y="6939"/>
                    <a:pt x="1426" y="6936"/>
                    <a:pt x="1402" y="6930"/>
                  </a:cubicBezTo>
                  <a:cubicBezTo>
                    <a:pt x="1244" y="6892"/>
                    <a:pt x="1147" y="6733"/>
                    <a:pt x="1185" y="6575"/>
                  </a:cubicBezTo>
                  <a:cubicBezTo>
                    <a:pt x="1300" y="6103"/>
                    <a:pt x="1718" y="5774"/>
                    <a:pt x="2203" y="5774"/>
                  </a:cubicBezTo>
                  <a:cubicBezTo>
                    <a:pt x="2366" y="5774"/>
                    <a:pt x="2498" y="5906"/>
                    <a:pt x="2498" y="6069"/>
                  </a:cubicBezTo>
                  <a:cubicBezTo>
                    <a:pt x="2498" y="6202"/>
                    <a:pt x="2410" y="6315"/>
                    <a:pt x="2288" y="6351"/>
                  </a:cubicBezTo>
                  <a:cubicBezTo>
                    <a:pt x="2470" y="6548"/>
                    <a:pt x="2599" y="6788"/>
                    <a:pt x="2665" y="7046"/>
                  </a:cubicBezTo>
                  <a:cubicBezTo>
                    <a:pt x="2885" y="6876"/>
                    <a:pt x="3060" y="6651"/>
                    <a:pt x="3169" y="6389"/>
                  </a:cubicBezTo>
                  <a:cubicBezTo>
                    <a:pt x="3197" y="6282"/>
                    <a:pt x="3212" y="6171"/>
                    <a:pt x="3212" y="6060"/>
                  </a:cubicBezTo>
                  <a:cubicBezTo>
                    <a:pt x="3212" y="5655"/>
                    <a:pt x="3018" y="5267"/>
                    <a:pt x="2694" y="5023"/>
                  </a:cubicBezTo>
                  <a:cubicBezTo>
                    <a:pt x="2564" y="4926"/>
                    <a:pt x="2538" y="4741"/>
                    <a:pt x="2636" y="4610"/>
                  </a:cubicBezTo>
                  <a:cubicBezTo>
                    <a:pt x="2694" y="4534"/>
                    <a:pt x="2782" y="4493"/>
                    <a:pt x="2872" y="4493"/>
                  </a:cubicBezTo>
                  <a:cubicBezTo>
                    <a:pt x="2933" y="4493"/>
                    <a:pt x="2996" y="4513"/>
                    <a:pt x="3049" y="4553"/>
                  </a:cubicBezTo>
                  <a:cubicBezTo>
                    <a:pt x="3519" y="4906"/>
                    <a:pt x="3801" y="5470"/>
                    <a:pt x="3801" y="6060"/>
                  </a:cubicBezTo>
                  <a:cubicBezTo>
                    <a:pt x="3801" y="6105"/>
                    <a:pt x="3800" y="6151"/>
                    <a:pt x="3796" y="6197"/>
                  </a:cubicBezTo>
                  <a:cubicBezTo>
                    <a:pt x="4349" y="5942"/>
                    <a:pt x="4734" y="5382"/>
                    <a:pt x="4734" y="4734"/>
                  </a:cubicBezTo>
                  <a:cubicBezTo>
                    <a:pt x="4734" y="4224"/>
                    <a:pt x="4495" y="3751"/>
                    <a:pt x="4096" y="3449"/>
                  </a:cubicBezTo>
                  <a:cubicBezTo>
                    <a:pt x="4122" y="3334"/>
                    <a:pt x="4135" y="3214"/>
                    <a:pt x="4135" y="3094"/>
                  </a:cubicBezTo>
                  <a:cubicBezTo>
                    <a:pt x="4135" y="2662"/>
                    <a:pt x="3960" y="2261"/>
                    <a:pt x="3672" y="1966"/>
                  </a:cubicBezTo>
                  <a:cubicBezTo>
                    <a:pt x="3579" y="2324"/>
                    <a:pt x="3382" y="2650"/>
                    <a:pt x="3102" y="2901"/>
                  </a:cubicBezTo>
                  <a:cubicBezTo>
                    <a:pt x="3037" y="2958"/>
                    <a:pt x="2956" y="3011"/>
                    <a:pt x="2867" y="3011"/>
                  </a:cubicBezTo>
                  <a:cubicBezTo>
                    <a:pt x="2722" y="3011"/>
                    <a:pt x="2596" y="2903"/>
                    <a:pt x="2575" y="2754"/>
                  </a:cubicBezTo>
                  <a:cubicBezTo>
                    <a:pt x="2545" y="2521"/>
                    <a:pt x="2390" y="2320"/>
                    <a:pt x="2172" y="2231"/>
                  </a:cubicBezTo>
                  <a:cubicBezTo>
                    <a:pt x="2022" y="2170"/>
                    <a:pt x="1949" y="1998"/>
                    <a:pt x="2011" y="1848"/>
                  </a:cubicBezTo>
                  <a:cubicBezTo>
                    <a:pt x="2057" y="1733"/>
                    <a:pt x="2167" y="1664"/>
                    <a:pt x="2284" y="1664"/>
                  </a:cubicBezTo>
                  <a:cubicBezTo>
                    <a:pt x="2321" y="1664"/>
                    <a:pt x="2358" y="1671"/>
                    <a:pt x="2395" y="1685"/>
                  </a:cubicBezTo>
                  <a:cubicBezTo>
                    <a:pt x="2630" y="1781"/>
                    <a:pt x="2827" y="1946"/>
                    <a:pt x="2963" y="2152"/>
                  </a:cubicBezTo>
                  <a:cubicBezTo>
                    <a:pt x="3076" y="1961"/>
                    <a:pt x="3139" y="1743"/>
                    <a:pt x="3143" y="1517"/>
                  </a:cubicBezTo>
                  <a:cubicBezTo>
                    <a:pt x="2963" y="646"/>
                    <a:pt x="2195" y="0"/>
                    <a:pt x="12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3" name="Google Shape;1543;p48"/>
          <p:cNvGrpSpPr/>
          <p:nvPr/>
        </p:nvGrpSpPr>
        <p:grpSpPr>
          <a:xfrm>
            <a:off x="7087010" y="3216890"/>
            <a:ext cx="337839" cy="363421"/>
            <a:chOff x="7935573" y="3778329"/>
            <a:chExt cx="337839" cy="363421"/>
          </a:xfrm>
        </p:grpSpPr>
        <p:sp>
          <p:nvSpPr>
            <p:cNvPr id="1544" name="Google Shape;1544;p48"/>
            <p:cNvSpPr/>
            <p:nvPr/>
          </p:nvSpPr>
          <p:spPr>
            <a:xfrm>
              <a:off x="7973873" y="3778329"/>
              <a:ext cx="80250" cy="42636"/>
            </a:xfrm>
            <a:custGeom>
              <a:avLst/>
              <a:gdLst/>
              <a:ahLst/>
              <a:cxnLst/>
              <a:rect l="l" t="t" r="r" b="b"/>
              <a:pathLst>
                <a:path w="2221" h="1180" extrusionOk="0">
                  <a:moveTo>
                    <a:pt x="296" y="0"/>
                  </a:moveTo>
                  <a:cubicBezTo>
                    <a:pt x="132" y="0"/>
                    <a:pt x="1" y="133"/>
                    <a:pt x="1" y="296"/>
                  </a:cubicBezTo>
                  <a:lnTo>
                    <a:pt x="1" y="1179"/>
                  </a:lnTo>
                  <a:lnTo>
                    <a:pt x="2220" y="1179"/>
                  </a:lnTo>
                  <a:lnTo>
                    <a:pt x="2220" y="296"/>
                  </a:lnTo>
                  <a:cubicBezTo>
                    <a:pt x="2220" y="133"/>
                    <a:pt x="2088" y="0"/>
                    <a:pt x="1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8"/>
            <p:cNvSpPr/>
            <p:nvPr/>
          </p:nvSpPr>
          <p:spPr>
            <a:xfrm>
              <a:off x="7935573" y="3964990"/>
              <a:ext cx="156851" cy="86104"/>
            </a:xfrm>
            <a:custGeom>
              <a:avLst/>
              <a:gdLst/>
              <a:ahLst/>
              <a:cxnLst/>
              <a:rect l="l" t="t" r="r" b="b"/>
              <a:pathLst>
                <a:path w="4341" h="2383" extrusionOk="0">
                  <a:moveTo>
                    <a:pt x="1" y="1"/>
                  </a:moveTo>
                  <a:lnTo>
                    <a:pt x="1" y="2383"/>
                  </a:lnTo>
                  <a:lnTo>
                    <a:pt x="4341" y="2383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8"/>
            <p:cNvSpPr/>
            <p:nvPr/>
          </p:nvSpPr>
          <p:spPr>
            <a:xfrm>
              <a:off x="7935573" y="3842212"/>
              <a:ext cx="156851" cy="101532"/>
            </a:xfrm>
            <a:custGeom>
              <a:avLst/>
              <a:gdLst/>
              <a:ahLst/>
              <a:cxnLst/>
              <a:rect l="l" t="t" r="r" b="b"/>
              <a:pathLst>
                <a:path w="4341" h="2810" extrusionOk="0">
                  <a:moveTo>
                    <a:pt x="1061" y="1"/>
                  </a:moveTo>
                  <a:lnTo>
                    <a:pt x="1061" y="1002"/>
                  </a:lnTo>
                  <a:lnTo>
                    <a:pt x="884" y="1002"/>
                  </a:lnTo>
                  <a:cubicBezTo>
                    <a:pt x="397" y="1002"/>
                    <a:pt x="1" y="1398"/>
                    <a:pt x="1" y="1887"/>
                  </a:cubicBezTo>
                  <a:lnTo>
                    <a:pt x="1" y="2809"/>
                  </a:lnTo>
                  <a:lnTo>
                    <a:pt x="4341" y="2809"/>
                  </a:lnTo>
                  <a:lnTo>
                    <a:pt x="4341" y="1887"/>
                  </a:lnTo>
                  <a:cubicBezTo>
                    <a:pt x="4341" y="1398"/>
                    <a:pt x="3945" y="1002"/>
                    <a:pt x="3457" y="1002"/>
                  </a:cubicBezTo>
                  <a:lnTo>
                    <a:pt x="3280" y="1002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8"/>
            <p:cNvSpPr/>
            <p:nvPr/>
          </p:nvSpPr>
          <p:spPr>
            <a:xfrm>
              <a:off x="7935573" y="4072376"/>
              <a:ext cx="156851" cy="69374"/>
            </a:xfrm>
            <a:custGeom>
              <a:avLst/>
              <a:gdLst/>
              <a:ahLst/>
              <a:cxnLst/>
              <a:rect l="l" t="t" r="r" b="b"/>
              <a:pathLst>
                <a:path w="4341" h="1920" extrusionOk="0">
                  <a:moveTo>
                    <a:pt x="1" y="0"/>
                  </a:moveTo>
                  <a:lnTo>
                    <a:pt x="1" y="1036"/>
                  </a:lnTo>
                  <a:cubicBezTo>
                    <a:pt x="1" y="1523"/>
                    <a:pt x="397" y="1919"/>
                    <a:pt x="884" y="1919"/>
                  </a:cubicBezTo>
                  <a:lnTo>
                    <a:pt x="3457" y="1919"/>
                  </a:lnTo>
                  <a:cubicBezTo>
                    <a:pt x="3945" y="1919"/>
                    <a:pt x="4341" y="1523"/>
                    <a:pt x="4341" y="1036"/>
                  </a:cubicBezTo>
                  <a:lnTo>
                    <a:pt x="43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8"/>
            <p:cNvSpPr/>
            <p:nvPr/>
          </p:nvSpPr>
          <p:spPr>
            <a:xfrm>
              <a:off x="8149874" y="3778329"/>
              <a:ext cx="106482" cy="58932"/>
            </a:xfrm>
            <a:custGeom>
              <a:avLst/>
              <a:gdLst/>
              <a:ahLst/>
              <a:cxnLst/>
              <a:rect l="l" t="t" r="r" b="b"/>
              <a:pathLst>
                <a:path w="2947" h="1631" extrusionOk="0">
                  <a:moveTo>
                    <a:pt x="295" y="0"/>
                  </a:moveTo>
                  <a:cubicBezTo>
                    <a:pt x="133" y="0"/>
                    <a:pt x="1" y="133"/>
                    <a:pt x="1" y="296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590" y="590"/>
                  </a:lnTo>
                  <a:lnTo>
                    <a:pt x="590" y="1631"/>
                  </a:lnTo>
                  <a:lnTo>
                    <a:pt x="2357" y="1631"/>
                  </a:lnTo>
                  <a:lnTo>
                    <a:pt x="2357" y="590"/>
                  </a:lnTo>
                  <a:lnTo>
                    <a:pt x="2652" y="590"/>
                  </a:lnTo>
                  <a:cubicBezTo>
                    <a:pt x="2815" y="590"/>
                    <a:pt x="2947" y="458"/>
                    <a:pt x="2947" y="296"/>
                  </a:cubicBezTo>
                  <a:cubicBezTo>
                    <a:pt x="2947" y="133"/>
                    <a:pt x="2815" y="0"/>
                    <a:pt x="26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8"/>
            <p:cNvSpPr/>
            <p:nvPr/>
          </p:nvSpPr>
          <p:spPr>
            <a:xfrm>
              <a:off x="8171193" y="4058212"/>
              <a:ext cx="63882" cy="21282"/>
            </a:xfrm>
            <a:custGeom>
              <a:avLst/>
              <a:gdLst/>
              <a:ahLst/>
              <a:cxnLst/>
              <a:rect l="l" t="t" r="r" b="b"/>
              <a:pathLst>
                <a:path w="1768" h="589" extrusionOk="0">
                  <a:moveTo>
                    <a:pt x="0" y="1"/>
                  </a:moveTo>
                  <a:lnTo>
                    <a:pt x="0" y="589"/>
                  </a:lnTo>
                  <a:lnTo>
                    <a:pt x="1767" y="589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8"/>
            <p:cNvSpPr/>
            <p:nvPr/>
          </p:nvSpPr>
          <p:spPr>
            <a:xfrm>
              <a:off x="8149874" y="3964990"/>
              <a:ext cx="106482" cy="72012"/>
            </a:xfrm>
            <a:custGeom>
              <a:avLst/>
              <a:gdLst/>
              <a:ahLst/>
              <a:cxnLst/>
              <a:rect l="l" t="t" r="r" b="b"/>
              <a:pathLst>
                <a:path w="2947" h="1993" extrusionOk="0">
                  <a:moveTo>
                    <a:pt x="1" y="1"/>
                  </a:moveTo>
                  <a:lnTo>
                    <a:pt x="1" y="1992"/>
                  </a:lnTo>
                  <a:lnTo>
                    <a:pt x="2947" y="1992"/>
                  </a:lnTo>
                  <a:lnTo>
                    <a:pt x="2947" y="1179"/>
                  </a:lnTo>
                  <a:lnTo>
                    <a:pt x="1847" y="1179"/>
                  </a:lnTo>
                  <a:cubicBezTo>
                    <a:pt x="1684" y="1179"/>
                    <a:pt x="1552" y="1047"/>
                    <a:pt x="1552" y="884"/>
                  </a:cubicBezTo>
                  <a:cubicBezTo>
                    <a:pt x="1552" y="722"/>
                    <a:pt x="1684" y="589"/>
                    <a:pt x="1847" y="589"/>
                  </a:cubicBezTo>
                  <a:lnTo>
                    <a:pt x="2947" y="589"/>
                  </a:lnTo>
                  <a:lnTo>
                    <a:pt x="29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8"/>
            <p:cNvSpPr/>
            <p:nvPr/>
          </p:nvSpPr>
          <p:spPr>
            <a:xfrm>
              <a:off x="8132856" y="3858507"/>
              <a:ext cx="140555" cy="85237"/>
            </a:xfrm>
            <a:custGeom>
              <a:avLst/>
              <a:gdLst/>
              <a:ahLst/>
              <a:cxnLst/>
              <a:rect l="l" t="t" r="r" b="b"/>
              <a:pathLst>
                <a:path w="3890" h="2359" extrusionOk="0">
                  <a:moveTo>
                    <a:pt x="295" y="1"/>
                  </a:moveTo>
                  <a:cubicBezTo>
                    <a:pt x="132" y="1"/>
                    <a:pt x="0" y="133"/>
                    <a:pt x="0" y="296"/>
                  </a:cubicBezTo>
                  <a:cubicBezTo>
                    <a:pt x="0" y="459"/>
                    <a:pt x="132" y="590"/>
                    <a:pt x="295" y="590"/>
                  </a:cubicBezTo>
                  <a:lnTo>
                    <a:pt x="472" y="590"/>
                  </a:lnTo>
                  <a:lnTo>
                    <a:pt x="472" y="2358"/>
                  </a:lnTo>
                  <a:lnTo>
                    <a:pt x="3418" y="2358"/>
                  </a:lnTo>
                  <a:lnTo>
                    <a:pt x="3418" y="1769"/>
                  </a:lnTo>
                  <a:lnTo>
                    <a:pt x="2318" y="1769"/>
                  </a:lnTo>
                  <a:cubicBezTo>
                    <a:pt x="2155" y="1769"/>
                    <a:pt x="2023" y="1637"/>
                    <a:pt x="2023" y="1475"/>
                  </a:cubicBezTo>
                  <a:cubicBezTo>
                    <a:pt x="2023" y="1312"/>
                    <a:pt x="2155" y="1180"/>
                    <a:pt x="2318" y="1180"/>
                  </a:cubicBezTo>
                  <a:lnTo>
                    <a:pt x="3418" y="1180"/>
                  </a:lnTo>
                  <a:lnTo>
                    <a:pt x="3418" y="590"/>
                  </a:lnTo>
                  <a:lnTo>
                    <a:pt x="3595" y="590"/>
                  </a:lnTo>
                  <a:cubicBezTo>
                    <a:pt x="3757" y="590"/>
                    <a:pt x="3889" y="459"/>
                    <a:pt x="3889" y="296"/>
                  </a:cubicBezTo>
                  <a:cubicBezTo>
                    <a:pt x="3889" y="133"/>
                    <a:pt x="3757" y="1"/>
                    <a:pt x="3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8"/>
            <p:cNvSpPr/>
            <p:nvPr/>
          </p:nvSpPr>
          <p:spPr>
            <a:xfrm>
              <a:off x="8192475" y="4100740"/>
              <a:ext cx="21318" cy="40974"/>
            </a:xfrm>
            <a:custGeom>
              <a:avLst/>
              <a:gdLst/>
              <a:ahLst/>
              <a:cxnLst/>
              <a:rect l="l" t="t" r="r" b="b"/>
              <a:pathLst>
                <a:path w="590" h="1134" extrusionOk="0">
                  <a:moveTo>
                    <a:pt x="0" y="1"/>
                  </a:moveTo>
                  <a:lnTo>
                    <a:pt x="0" y="839"/>
                  </a:lnTo>
                  <a:cubicBezTo>
                    <a:pt x="0" y="1002"/>
                    <a:pt x="132" y="1133"/>
                    <a:pt x="295" y="1133"/>
                  </a:cubicBezTo>
                  <a:cubicBezTo>
                    <a:pt x="457" y="1133"/>
                    <a:pt x="590" y="1002"/>
                    <a:pt x="590" y="839"/>
                  </a:cubicBezTo>
                  <a:lnTo>
                    <a:pt x="5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49"/>
          <p:cNvSpPr txBox="1"/>
          <p:nvPr/>
        </p:nvSpPr>
        <p:spPr>
          <a:xfrm flipH="1">
            <a:off x="6285685" y="1501476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Therapy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8" name="Google Shape;1558;p49"/>
          <p:cNvSpPr txBox="1"/>
          <p:nvPr/>
        </p:nvSpPr>
        <p:spPr>
          <a:xfrm flipH="1">
            <a:off x="6285685" y="3365252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Neurosurgery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p49"/>
          <p:cNvSpPr txBox="1"/>
          <p:nvPr/>
        </p:nvSpPr>
        <p:spPr>
          <a:xfrm flipH="1">
            <a:off x="6285699" y="2433364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Medication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0" name="Google Shape;1560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EXPERTS AROUND THE WORLD</a:t>
            </a:r>
            <a:endParaRPr/>
          </a:p>
        </p:txBody>
      </p:sp>
      <p:sp>
        <p:nvSpPr>
          <p:cNvPr id="1561" name="Google Shape;1561;p49"/>
          <p:cNvSpPr txBox="1"/>
          <p:nvPr/>
        </p:nvSpPr>
        <p:spPr>
          <a:xfrm flipH="1">
            <a:off x="6285687" y="1744870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Venus is the second planet from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62" name="Google Shape;1562;p49"/>
          <p:cNvSpPr txBox="1"/>
          <p:nvPr/>
        </p:nvSpPr>
        <p:spPr>
          <a:xfrm flipH="1">
            <a:off x="6285687" y="3608650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Despite being red, Mars is a very cold place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63" name="Google Shape;1563;p49"/>
          <p:cNvSpPr txBox="1"/>
          <p:nvPr/>
        </p:nvSpPr>
        <p:spPr>
          <a:xfrm flipH="1">
            <a:off x="6285701" y="2676760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Mercury is the closest planet to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1564" name="Google Shape;1564;p49"/>
          <p:cNvGrpSpPr/>
          <p:nvPr/>
        </p:nvGrpSpPr>
        <p:grpSpPr>
          <a:xfrm>
            <a:off x="715099" y="1546789"/>
            <a:ext cx="4825529" cy="2570355"/>
            <a:chOff x="233350" y="949250"/>
            <a:chExt cx="7137300" cy="3802300"/>
          </a:xfrm>
        </p:grpSpPr>
        <p:sp>
          <p:nvSpPr>
            <p:cNvPr id="1565" name="Google Shape;1565;p49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9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9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9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9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9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9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9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9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9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9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9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9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9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9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9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9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9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9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9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9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9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9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9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9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9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9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9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9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9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9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9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9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9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9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9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9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9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9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9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9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9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9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9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9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9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9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9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9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9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9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49"/>
          <p:cNvSpPr/>
          <p:nvPr/>
        </p:nvSpPr>
        <p:spPr>
          <a:xfrm flipH="1">
            <a:off x="1158049" y="1799202"/>
            <a:ext cx="267384" cy="39347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49"/>
          <p:cNvSpPr/>
          <p:nvPr/>
        </p:nvSpPr>
        <p:spPr>
          <a:xfrm flipH="1">
            <a:off x="2958924" y="2505277"/>
            <a:ext cx="267384" cy="39347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49"/>
          <p:cNvSpPr/>
          <p:nvPr/>
        </p:nvSpPr>
        <p:spPr>
          <a:xfrm flipH="1">
            <a:off x="4999749" y="2801214"/>
            <a:ext cx="267384" cy="39347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49"/>
          <p:cNvSpPr/>
          <p:nvPr/>
        </p:nvSpPr>
        <p:spPr>
          <a:xfrm>
            <a:off x="5868233" y="1552214"/>
            <a:ext cx="267384" cy="39347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49"/>
          <p:cNvSpPr/>
          <p:nvPr/>
        </p:nvSpPr>
        <p:spPr>
          <a:xfrm>
            <a:off x="5868233" y="2488002"/>
            <a:ext cx="267384" cy="39347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49"/>
          <p:cNvSpPr/>
          <p:nvPr/>
        </p:nvSpPr>
        <p:spPr>
          <a:xfrm>
            <a:off x="5868233" y="3423789"/>
            <a:ext cx="267384" cy="39347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50"/>
          <p:cNvSpPr txBox="1">
            <a:spLocks noGrp="1"/>
          </p:cNvSpPr>
          <p:nvPr>
            <p:ph type="title"/>
          </p:nvPr>
        </p:nvSpPr>
        <p:spPr>
          <a:xfrm>
            <a:off x="1458125" y="3033825"/>
            <a:ext cx="6227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1627" name="Google Shape;1627;p50"/>
          <p:cNvSpPr txBox="1">
            <a:spLocks noGrp="1"/>
          </p:cNvSpPr>
          <p:nvPr>
            <p:ph type="subTitle" idx="1"/>
          </p:nvPr>
        </p:nvSpPr>
        <p:spPr>
          <a:xfrm>
            <a:off x="1458125" y="1577775"/>
            <a:ext cx="6227700" cy="17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</a:t>
            </a:r>
            <a:endParaRPr/>
          </a:p>
        </p:txBody>
      </p:sp>
      <p:sp>
        <p:nvSpPr>
          <p:cNvPr id="1633" name="Google Shape;1633;p51"/>
          <p:cNvSpPr txBox="1">
            <a:spLocks noGrp="1"/>
          </p:cNvSpPr>
          <p:nvPr>
            <p:ph type="subTitle" idx="1"/>
          </p:nvPr>
        </p:nvSpPr>
        <p:spPr>
          <a:xfrm>
            <a:off x="1290763" y="2325525"/>
            <a:ext cx="29076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634" name="Google Shape;1634;p51"/>
          <p:cNvSpPr txBox="1">
            <a:spLocks noGrp="1"/>
          </p:cNvSpPr>
          <p:nvPr>
            <p:ph type="subTitle" idx="2"/>
          </p:nvPr>
        </p:nvSpPr>
        <p:spPr>
          <a:xfrm>
            <a:off x="4945638" y="2325525"/>
            <a:ext cx="29076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635" name="Google Shape;1635;p51"/>
          <p:cNvSpPr txBox="1">
            <a:spLocks noGrp="1"/>
          </p:cNvSpPr>
          <p:nvPr>
            <p:ph type="subTitle" idx="4"/>
          </p:nvPr>
        </p:nvSpPr>
        <p:spPr>
          <a:xfrm>
            <a:off x="4945638" y="2737825"/>
            <a:ext cx="29076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hotter than Mercury and its atmosphere is very poisonous</a:t>
            </a:r>
            <a:endParaRPr/>
          </a:p>
        </p:txBody>
      </p:sp>
      <p:sp>
        <p:nvSpPr>
          <p:cNvPr id="1636" name="Google Shape;1636;p51"/>
          <p:cNvSpPr txBox="1">
            <a:spLocks noGrp="1"/>
          </p:cNvSpPr>
          <p:nvPr>
            <p:ph type="subTitle" idx="3"/>
          </p:nvPr>
        </p:nvSpPr>
        <p:spPr>
          <a:xfrm>
            <a:off x="1290763" y="2737825"/>
            <a:ext cx="29076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grpSp>
        <p:nvGrpSpPr>
          <p:cNvPr id="1637" name="Google Shape;1637;p51"/>
          <p:cNvGrpSpPr/>
          <p:nvPr/>
        </p:nvGrpSpPr>
        <p:grpSpPr>
          <a:xfrm>
            <a:off x="6217763" y="1760742"/>
            <a:ext cx="363385" cy="363385"/>
            <a:chOff x="6344225" y="1456925"/>
            <a:chExt cx="363385" cy="363385"/>
          </a:xfrm>
        </p:grpSpPr>
        <p:sp>
          <p:nvSpPr>
            <p:cNvPr id="1638" name="Google Shape;1638;p51"/>
            <p:cNvSpPr/>
            <p:nvPr/>
          </p:nvSpPr>
          <p:spPr>
            <a:xfrm>
              <a:off x="6344225" y="1684162"/>
              <a:ext cx="363385" cy="136147"/>
            </a:xfrm>
            <a:custGeom>
              <a:avLst/>
              <a:gdLst/>
              <a:ahLst/>
              <a:cxnLst/>
              <a:rect l="l" t="t" r="r" b="b"/>
              <a:pathLst>
                <a:path w="10057" h="3768" extrusionOk="0">
                  <a:moveTo>
                    <a:pt x="7335" y="1"/>
                  </a:moveTo>
                  <a:lnTo>
                    <a:pt x="7279" y="1"/>
                  </a:lnTo>
                  <a:cubicBezTo>
                    <a:pt x="6685" y="545"/>
                    <a:pt x="5895" y="878"/>
                    <a:pt x="5028" y="878"/>
                  </a:cubicBezTo>
                  <a:cubicBezTo>
                    <a:pt x="4162" y="878"/>
                    <a:pt x="3372" y="545"/>
                    <a:pt x="2777" y="1"/>
                  </a:cubicBezTo>
                  <a:lnTo>
                    <a:pt x="2722" y="1"/>
                  </a:lnTo>
                  <a:cubicBezTo>
                    <a:pt x="1221" y="1"/>
                    <a:pt x="0" y="1219"/>
                    <a:pt x="0" y="2717"/>
                  </a:cubicBezTo>
                  <a:lnTo>
                    <a:pt x="0" y="3471"/>
                  </a:lnTo>
                  <a:cubicBezTo>
                    <a:pt x="0" y="3634"/>
                    <a:pt x="132" y="3766"/>
                    <a:pt x="295" y="3766"/>
                  </a:cubicBezTo>
                  <a:lnTo>
                    <a:pt x="6701" y="3766"/>
                  </a:lnTo>
                  <a:lnTo>
                    <a:pt x="6701" y="3340"/>
                  </a:lnTo>
                  <a:lnTo>
                    <a:pt x="6568" y="3340"/>
                  </a:lnTo>
                  <a:cubicBezTo>
                    <a:pt x="6130" y="3340"/>
                    <a:pt x="5775" y="2984"/>
                    <a:pt x="5775" y="2547"/>
                  </a:cubicBezTo>
                  <a:lnTo>
                    <a:pt x="5775" y="2398"/>
                  </a:lnTo>
                  <a:cubicBezTo>
                    <a:pt x="5661" y="2357"/>
                    <a:pt x="5580" y="2249"/>
                    <a:pt x="5580" y="2121"/>
                  </a:cubicBezTo>
                  <a:cubicBezTo>
                    <a:pt x="5580" y="1958"/>
                    <a:pt x="5712" y="1826"/>
                    <a:pt x="5874" y="1826"/>
                  </a:cubicBezTo>
                  <a:lnTo>
                    <a:pt x="5887" y="1826"/>
                  </a:lnTo>
                  <a:cubicBezTo>
                    <a:pt x="6149" y="1826"/>
                    <a:pt x="6364" y="2040"/>
                    <a:pt x="6364" y="2304"/>
                  </a:cubicBezTo>
                  <a:lnTo>
                    <a:pt x="6364" y="2547"/>
                  </a:lnTo>
                  <a:cubicBezTo>
                    <a:pt x="6364" y="2658"/>
                    <a:pt x="6458" y="2751"/>
                    <a:pt x="6568" y="2751"/>
                  </a:cubicBezTo>
                  <a:lnTo>
                    <a:pt x="6701" y="2751"/>
                  </a:lnTo>
                  <a:lnTo>
                    <a:pt x="6701" y="2134"/>
                  </a:lnTo>
                  <a:cubicBezTo>
                    <a:pt x="6701" y="1970"/>
                    <a:pt x="6833" y="1839"/>
                    <a:pt x="6996" y="1839"/>
                  </a:cubicBezTo>
                  <a:cubicBezTo>
                    <a:pt x="7158" y="1839"/>
                    <a:pt x="7290" y="1970"/>
                    <a:pt x="7290" y="2134"/>
                  </a:cubicBezTo>
                  <a:lnTo>
                    <a:pt x="7290" y="2751"/>
                  </a:lnTo>
                  <a:lnTo>
                    <a:pt x="7423" y="2751"/>
                  </a:lnTo>
                  <a:cubicBezTo>
                    <a:pt x="7533" y="2751"/>
                    <a:pt x="7627" y="2658"/>
                    <a:pt x="7627" y="2547"/>
                  </a:cubicBezTo>
                  <a:lnTo>
                    <a:pt x="7627" y="2304"/>
                  </a:lnTo>
                  <a:cubicBezTo>
                    <a:pt x="7627" y="2040"/>
                    <a:pt x="7842" y="1826"/>
                    <a:pt x="8104" y="1826"/>
                  </a:cubicBezTo>
                  <a:lnTo>
                    <a:pt x="8117" y="1826"/>
                  </a:lnTo>
                  <a:cubicBezTo>
                    <a:pt x="8279" y="1826"/>
                    <a:pt x="8411" y="1958"/>
                    <a:pt x="8411" y="2121"/>
                  </a:cubicBezTo>
                  <a:cubicBezTo>
                    <a:pt x="8411" y="2249"/>
                    <a:pt x="8330" y="2357"/>
                    <a:pt x="8216" y="2398"/>
                  </a:cubicBezTo>
                  <a:lnTo>
                    <a:pt x="8216" y="2547"/>
                  </a:lnTo>
                  <a:cubicBezTo>
                    <a:pt x="8216" y="2984"/>
                    <a:pt x="7861" y="3340"/>
                    <a:pt x="7423" y="3340"/>
                  </a:cubicBezTo>
                  <a:lnTo>
                    <a:pt x="7290" y="3340"/>
                  </a:lnTo>
                  <a:lnTo>
                    <a:pt x="7290" y="3767"/>
                  </a:lnTo>
                  <a:lnTo>
                    <a:pt x="9762" y="3767"/>
                  </a:lnTo>
                  <a:lnTo>
                    <a:pt x="9762" y="3767"/>
                  </a:lnTo>
                  <a:cubicBezTo>
                    <a:pt x="9840" y="3767"/>
                    <a:pt x="9914" y="3736"/>
                    <a:pt x="9970" y="3681"/>
                  </a:cubicBezTo>
                  <a:cubicBezTo>
                    <a:pt x="10025" y="3626"/>
                    <a:pt x="10057" y="3551"/>
                    <a:pt x="10057" y="3472"/>
                  </a:cubicBezTo>
                  <a:lnTo>
                    <a:pt x="10057" y="2717"/>
                  </a:lnTo>
                  <a:cubicBezTo>
                    <a:pt x="10057" y="1219"/>
                    <a:pt x="8835" y="1"/>
                    <a:pt x="7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/>
            <p:cNvSpPr/>
            <p:nvPr/>
          </p:nvSpPr>
          <p:spPr>
            <a:xfrm>
              <a:off x="6474772" y="1586098"/>
              <a:ext cx="21354" cy="21282"/>
            </a:xfrm>
            <a:custGeom>
              <a:avLst/>
              <a:gdLst/>
              <a:ahLst/>
              <a:cxnLst/>
              <a:rect l="l" t="t" r="r" b="b"/>
              <a:pathLst>
                <a:path w="591" h="589" extrusionOk="0">
                  <a:moveTo>
                    <a:pt x="296" y="588"/>
                  </a:moveTo>
                  <a:cubicBezTo>
                    <a:pt x="458" y="588"/>
                    <a:pt x="590" y="457"/>
                    <a:pt x="590" y="294"/>
                  </a:cubicBezTo>
                  <a:cubicBezTo>
                    <a:pt x="590" y="132"/>
                    <a:pt x="458" y="0"/>
                    <a:pt x="296" y="0"/>
                  </a:cubicBezTo>
                  <a:cubicBezTo>
                    <a:pt x="134" y="0"/>
                    <a:pt x="1" y="132"/>
                    <a:pt x="1" y="294"/>
                  </a:cubicBezTo>
                  <a:cubicBezTo>
                    <a:pt x="1" y="457"/>
                    <a:pt x="134" y="588"/>
                    <a:pt x="296" y="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/>
            <p:cNvSpPr/>
            <p:nvPr/>
          </p:nvSpPr>
          <p:spPr>
            <a:xfrm>
              <a:off x="6432099" y="1456925"/>
              <a:ext cx="187672" cy="70784"/>
            </a:xfrm>
            <a:custGeom>
              <a:avLst/>
              <a:gdLst/>
              <a:ahLst/>
              <a:cxnLst/>
              <a:rect l="l" t="t" r="r" b="b"/>
              <a:pathLst>
                <a:path w="5194" h="1959" extrusionOk="0">
                  <a:moveTo>
                    <a:pt x="2352" y="956"/>
                  </a:moveTo>
                  <a:cubicBezTo>
                    <a:pt x="2403" y="863"/>
                    <a:pt x="2502" y="805"/>
                    <a:pt x="2609" y="805"/>
                  </a:cubicBezTo>
                  <a:cubicBezTo>
                    <a:pt x="2715" y="805"/>
                    <a:pt x="2813" y="863"/>
                    <a:pt x="2865" y="956"/>
                  </a:cubicBezTo>
                  <a:cubicBezTo>
                    <a:pt x="3213" y="1575"/>
                    <a:pt x="3869" y="1959"/>
                    <a:pt x="4578" y="1959"/>
                  </a:cubicBezTo>
                  <a:cubicBezTo>
                    <a:pt x="4789" y="1959"/>
                    <a:pt x="4996" y="1926"/>
                    <a:pt x="5194" y="1860"/>
                  </a:cubicBezTo>
                  <a:cubicBezTo>
                    <a:pt x="4820" y="780"/>
                    <a:pt x="3794" y="0"/>
                    <a:pt x="2596" y="0"/>
                  </a:cubicBezTo>
                  <a:cubicBezTo>
                    <a:pt x="1401" y="0"/>
                    <a:pt x="378" y="777"/>
                    <a:pt x="1" y="1852"/>
                  </a:cubicBezTo>
                  <a:cubicBezTo>
                    <a:pt x="206" y="1923"/>
                    <a:pt x="421" y="1959"/>
                    <a:pt x="640" y="1959"/>
                  </a:cubicBezTo>
                  <a:cubicBezTo>
                    <a:pt x="1348" y="1959"/>
                    <a:pt x="2004" y="1575"/>
                    <a:pt x="2352" y="9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/>
            <p:cNvSpPr/>
            <p:nvPr/>
          </p:nvSpPr>
          <p:spPr>
            <a:xfrm>
              <a:off x="6555709" y="1586098"/>
              <a:ext cx="21318" cy="21282"/>
            </a:xfrm>
            <a:custGeom>
              <a:avLst/>
              <a:gdLst/>
              <a:ahLst/>
              <a:cxnLst/>
              <a:rect l="l" t="t" r="r" b="b"/>
              <a:pathLst>
                <a:path w="590" h="589" extrusionOk="0">
                  <a:moveTo>
                    <a:pt x="295" y="588"/>
                  </a:moveTo>
                  <a:cubicBezTo>
                    <a:pt x="457" y="588"/>
                    <a:pt x="590" y="457"/>
                    <a:pt x="590" y="294"/>
                  </a:cubicBezTo>
                  <a:cubicBezTo>
                    <a:pt x="590" y="132"/>
                    <a:pt x="457" y="0"/>
                    <a:pt x="295" y="0"/>
                  </a:cubicBezTo>
                  <a:cubicBezTo>
                    <a:pt x="132" y="0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/>
            <p:cNvSpPr/>
            <p:nvPr/>
          </p:nvSpPr>
          <p:spPr>
            <a:xfrm>
              <a:off x="6426535" y="1515423"/>
              <a:ext cx="198729" cy="179217"/>
            </a:xfrm>
            <a:custGeom>
              <a:avLst/>
              <a:gdLst/>
              <a:ahLst/>
              <a:cxnLst/>
              <a:rect l="l" t="t" r="r" b="b"/>
              <a:pathLst>
                <a:path w="5500" h="4960" extrusionOk="0">
                  <a:moveTo>
                    <a:pt x="1631" y="1367"/>
                  </a:moveTo>
                  <a:cubicBezTo>
                    <a:pt x="1957" y="1367"/>
                    <a:pt x="2241" y="1544"/>
                    <a:pt x="2394" y="1806"/>
                  </a:cubicBezTo>
                  <a:cubicBezTo>
                    <a:pt x="2507" y="1760"/>
                    <a:pt x="2627" y="1735"/>
                    <a:pt x="2750" y="1735"/>
                  </a:cubicBezTo>
                  <a:cubicBezTo>
                    <a:pt x="2875" y="1735"/>
                    <a:pt x="2996" y="1760"/>
                    <a:pt x="3107" y="1805"/>
                  </a:cubicBezTo>
                  <a:cubicBezTo>
                    <a:pt x="3260" y="1543"/>
                    <a:pt x="3545" y="1367"/>
                    <a:pt x="3870" y="1367"/>
                  </a:cubicBezTo>
                  <a:cubicBezTo>
                    <a:pt x="4357" y="1367"/>
                    <a:pt x="4753" y="1763"/>
                    <a:pt x="4753" y="2250"/>
                  </a:cubicBezTo>
                  <a:cubicBezTo>
                    <a:pt x="4753" y="2737"/>
                    <a:pt x="4357" y="3134"/>
                    <a:pt x="3870" y="3134"/>
                  </a:cubicBezTo>
                  <a:cubicBezTo>
                    <a:pt x="3446" y="3134"/>
                    <a:pt x="3091" y="2834"/>
                    <a:pt x="3005" y="2435"/>
                  </a:cubicBezTo>
                  <a:cubicBezTo>
                    <a:pt x="2940" y="2365"/>
                    <a:pt x="2848" y="2324"/>
                    <a:pt x="2750" y="2324"/>
                  </a:cubicBezTo>
                  <a:cubicBezTo>
                    <a:pt x="2653" y="2324"/>
                    <a:pt x="2561" y="2366"/>
                    <a:pt x="2495" y="2435"/>
                  </a:cubicBezTo>
                  <a:cubicBezTo>
                    <a:pt x="2410" y="2834"/>
                    <a:pt x="2055" y="3134"/>
                    <a:pt x="1631" y="3134"/>
                  </a:cubicBezTo>
                  <a:cubicBezTo>
                    <a:pt x="1144" y="3134"/>
                    <a:pt x="747" y="2737"/>
                    <a:pt x="747" y="2250"/>
                  </a:cubicBezTo>
                  <a:cubicBezTo>
                    <a:pt x="747" y="1763"/>
                    <a:pt x="1144" y="1367"/>
                    <a:pt x="1631" y="1367"/>
                  </a:cubicBezTo>
                  <a:close/>
                  <a:moveTo>
                    <a:pt x="2750" y="4960"/>
                  </a:moveTo>
                  <a:cubicBezTo>
                    <a:pt x="4263" y="4960"/>
                    <a:pt x="5500" y="3716"/>
                    <a:pt x="5500" y="2197"/>
                  </a:cubicBezTo>
                  <a:lnTo>
                    <a:pt x="5500" y="1143"/>
                  </a:lnTo>
                  <a:cubicBezTo>
                    <a:pt x="5500" y="1033"/>
                    <a:pt x="5494" y="924"/>
                    <a:pt x="5481" y="817"/>
                  </a:cubicBezTo>
                  <a:cubicBezTo>
                    <a:pt x="5239" y="892"/>
                    <a:pt x="4987" y="929"/>
                    <a:pt x="4732" y="929"/>
                  </a:cubicBezTo>
                  <a:cubicBezTo>
                    <a:pt x="3963" y="929"/>
                    <a:pt x="3243" y="582"/>
                    <a:pt x="2763" y="0"/>
                  </a:cubicBezTo>
                  <a:cubicBezTo>
                    <a:pt x="2282" y="582"/>
                    <a:pt x="1562" y="929"/>
                    <a:pt x="794" y="929"/>
                  </a:cubicBezTo>
                  <a:cubicBezTo>
                    <a:pt x="529" y="929"/>
                    <a:pt x="270" y="889"/>
                    <a:pt x="21" y="810"/>
                  </a:cubicBezTo>
                  <a:cubicBezTo>
                    <a:pt x="8" y="920"/>
                    <a:pt x="1" y="1030"/>
                    <a:pt x="1" y="1143"/>
                  </a:cubicBezTo>
                  <a:lnTo>
                    <a:pt x="1" y="2197"/>
                  </a:lnTo>
                  <a:cubicBezTo>
                    <a:pt x="1" y="3716"/>
                    <a:pt x="1238" y="4960"/>
                    <a:pt x="2750" y="49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3" name="Google Shape;1643;p51"/>
          <p:cNvGrpSpPr/>
          <p:nvPr/>
        </p:nvGrpSpPr>
        <p:grpSpPr>
          <a:xfrm>
            <a:off x="2562431" y="1760760"/>
            <a:ext cx="364288" cy="363348"/>
            <a:chOff x="5560981" y="2617645"/>
            <a:chExt cx="364288" cy="363348"/>
          </a:xfrm>
        </p:grpSpPr>
        <p:sp>
          <p:nvSpPr>
            <p:cNvPr id="1644" name="Google Shape;1644;p51"/>
            <p:cNvSpPr/>
            <p:nvPr/>
          </p:nvSpPr>
          <p:spPr>
            <a:xfrm>
              <a:off x="5799817" y="2617645"/>
              <a:ext cx="125452" cy="193562"/>
            </a:xfrm>
            <a:custGeom>
              <a:avLst/>
              <a:gdLst/>
              <a:ahLst/>
              <a:cxnLst/>
              <a:rect l="l" t="t" r="r" b="b"/>
              <a:pathLst>
                <a:path w="3472" h="5357" extrusionOk="0">
                  <a:moveTo>
                    <a:pt x="600" y="0"/>
                  </a:moveTo>
                  <a:cubicBezTo>
                    <a:pt x="481" y="0"/>
                    <a:pt x="361" y="13"/>
                    <a:pt x="243" y="37"/>
                  </a:cubicBezTo>
                  <a:cubicBezTo>
                    <a:pt x="162" y="54"/>
                    <a:pt x="81" y="78"/>
                    <a:pt x="0" y="106"/>
                  </a:cubicBezTo>
                  <a:cubicBezTo>
                    <a:pt x="1046" y="672"/>
                    <a:pt x="1758" y="1783"/>
                    <a:pt x="1758" y="3057"/>
                  </a:cubicBezTo>
                  <a:lnTo>
                    <a:pt x="1758" y="4111"/>
                  </a:lnTo>
                  <a:cubicBezTo>
                    <a:pt x="1758" y="4538"/>
                    <a:pt x="1678" y="4945"/>
                    <a:pt x="1532" y="5321"/>
                  </a:cubicBezTo>
                  <a:cubicBezTo>
                    <a:pt x="1653" y="5344"/>
                    <a:pt x="1775" y="5357"/>
                    <a:pt x="1898" y="5357"/>
                  </a:cubicBezTo>
                  <a:cubicBezTo>
                    <a:pt x="2073" y="5357"/>
                    <a:pt x="2248" y="5331"/>
                    <a:pt x="2414" y="5280"/>
                  </a:cubicBezTo>
                  <a:cubicBezTo>
                    <a:pt x="2958" y="5111"/>
                    <a:pt x="3331" y="4691"/>
                    <a:pt x="3441" y="4126"/>
                  </a:cubicBezTo>
                  <a:cubicBezTo>
                    <a:pt x="3472" y="3969"/>
                    <a:pt x="3371" y="3816"/>
                    <a:pt x="3213" y="3782"/>
                  </a:cubicBezTo>
                  <a:cubicBezTo>
                    <a:pt x="2506" y="3632"/>
                    <a:pt x="2473" y="3114"/>
                    <a:pt x="2502" y="2279"/>
                  </a:cubicBezTo>
                  <a:cubicBezTo>
                    <a:pt x="2505" y="2168"/>
                    <a:pt x="2509" y="2063"/>
                    <a:pt x="2509" y="1961"/>
                  </a:cubicBezTo>
                  <a:cubicBezTo>
                    <a:pt x="2510" y="1213"/>
                    <a:pt x="1994" y="448"/>
                    <a:pt x="1285" y="142"/>
                  </a:cubicBezTo>
                  <a:cubicBezTo>
                    <a:pt x="1065" y="48"/>
                    <a:pt x="833" y="0"/>
                    <a:pt x="6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1"/>
            <p:cNvSpPr/>
            <p:nvPr/>
          </p:nvSpPr>
          <p:spPr>
            <a:xfrm>
              <a:off x="5691564" y="2751733"/>
              <a:ext cx="21318" cy="21318"/>
            </a:xfrm>
            <a:custGeom>
              <a:avLst/>
              <a:gdLst/>
              <a:ahLst/>
              <a:cxnLst/>
              <a:rect l="l" t="t" r="r" b="b"/>
              <a:pathLst>
                <a:path w="590" h="590" extrusionOk="0">
                  <a:moveTo>
                    <a:pt x="295" y="1"/>
                  </a:moveTo>
                  <a:cubicBezTo>
                    <a:pt x="132" y="1"/>
                    <a:pt x="1" y="133"/>
                    <a:pt x="1" y="296"/>
                  </a:cubicBezTo>
                  <a:cubicBezTo>
                    <a:pt x="1" y="458"/>
                    <a:pt x="132" y="590"/>
                    <a:pt x="295" y="590"/>
                  </a:cubicBezTo>
                  <a:cubicBezTo>
                    <a:pt x="458" y="590"/>
                    <a:pt x="590" y="458"/>
                    <a:pt x="590" y="296"/>
                  </a:cubicBezTo>
                  <a:cubicBezTo>
                    <a:pt x="590" y="133"/>
                    <a:pt x="458" y="1"/>
                    <a:pt x="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1"/>
            <p:cNvSpPr/>
            <p:nvPr/>
          </p:nvSpPr>
          <p:spPr>
            <a:xfrm>
              <a:off x="5772464" y="2751733"/>
              <a:ext cx="21318" cy="21318"/>
            </a:xfrm>
            <a:custGeom>
              <a:avLst/>
              <a:gdLst/>
              <a:ahLst/>
              <a:cxnLst/>
              <a:rect l="l" t="t" r="r" b="b"/>
              <a:pathLst>
                <a:path w="590" h="590" extrusionOk="0">
                  <a:moveTo>
                    <a:pt x="295" y="1"/>
                  </a:moveTo>
                  <a:cubicBezTo>
                    <a:pt x="133" y="1"/>
                    <a:pt x="0" y="133"/>
                    <a:pt x="0" y="296"/>
                  </a:cubicBezTo>
                  <a:cubicBezTo>
                    <a:pt x="0" y="458"/>
                    <a:pt x="133" y="590"/>
                    <a:pt x="295" y="590"/>
                  </a:cubicBezTo>
                  <a:cubicBezTo>
                    <a:pt x="458" y="590"/>
                    <a:pt x="590" y="458"/>
                    <a:pt x="590" y="296"/>
                  </a:cubicBezTo>
                  <a:cubicBezTo>
                    <a:pt x="590" y="133"/>
                    <a:pt x="458" y="1"/>
                    <a:pt x="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/>
            <p:cNvSpPr/>
            <p:nvPr/>
          </p:nvSpPr>
          <p:spPr>
            <a:xfrm>
              <a:off x="5650879" y="2628268"/>
              <a:ext cx="183734" cy="65075"/>
            </a:xfrm>
            <a:custGeom>
              <a:avLst/>
              <a:gdLst/>
              <a:ahLst/>
              <a:cxnLst/>
              <a:rect l="l" t="t" r="r" b="b"/>
              <a:pathLst>
                <a:path w="5085" h="1801" extrusionOk="0">
                  <a:moveTo>
                    <a:pt x="2541" y="0"/>
                  </a:moveTo>
                  <a:cubicBezTo>
                    <a:pt x="1399" y="0"/>
                    <a:pt x="414" y="708"/>
                    <a:pt x="0" y="1710"/>
                  </a:cubicBezTo>
                  <a:cubicBezTo>
                    <a:pt x="190" y="1769"/>
                    <a:pt x="388" y="1801"/>
                    <a:pt x="590" y="1801"/>
                  </a:cubicBezTo>
                  <a:cubicBezTo>
                    <a:pt x="1296" y="1801"/>
                    <a:pt x="1950" y="1417"/>
                    <a:pt x="2296" y="801"/>
                  </a:cubicBezTo>
                  <a:cubicBezTo>
                    <a:pt x="2348" y="708"/>
                    <a:pt x="2446" y="651"/>
                    <a:pt x="2552" y="651"/>
                  </a:cubicBezTo>
                  <a:cubicBezTo>
                    <a:pt x="2659" y="651"/>
                    <a:pt x="2758" y="708"/>
                    <a:pt x="2810" y="801"/>
                  </a:cubicBezTo>
                  <a:cubicBezTo>
                    <a:pt x="3156" y="1417"/>
                    <a:pt x="3810" y="1801"/>
                    <a:pt x="4515" y="1801"/>
                  </a:cubicBezTo>
                  <a:cubicBezTo>
                    <a:pt x="4710" y="1801"/>
                    <a:pt x="4901" y="1772"/>
                    <a:pt x="5084" y="1716"/>
                  </a:cubicBezTo>
                  <a:cubicBezTo>
                    <a:pt x="4671" y="712"/>
                    <a:pt x="3685" y="0"/>
                    <a:pt x="2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/>
            <p:cNvSpPr/>
            <p:nvPr/>
          </p:nvSpPr>
          <p:spPr>
            <a:xfrm>
              <a:off x="5643291" y="2681166"/>
              <a:ext cx="198765" cy="184818"/>
            </a:xfrm>
            <a:custGeom>
              <a:avLst/>
              <a:gdLst/>
              <a:ahLst/>
              <a:cxnLst/>
              <a:rect l="l" t="t" r="r" b="b"/>
              <a:pathLst>
                <a:path w="5501" h="5115" extrusionOk="0">
                  <a:moveTo>
                    <a:pt x="3870" y="1364"/>
                  </a:moveTo>
                  <a:cubicBezTo>
                    <a:pt x="4358" y="1364"/>
                    <a:pt x="4754" y="1762"/>
                    <a:pt x="4754" y="2249"/>
                  </a:cubicBezTo>
                  <a:cubicBezTo>
                    <a:pt x="4754" y="2736"/>
                    <a:pt x="4358" y="3132"/>
                    <a:pt x="3870" y="3132"/>
                  </a:cubicBezTo>
                  <a:cubicBezTo>
                    <a:pt x="3447" y="3132"/>
                    <a:pt x="3092" y="2833"/>
                    <a:pt x="3006" y="2434"/>
                  </a:cubicBezTo>
                  <a:cubicBezTo>
                    <a:pt x="2940" y="2363"/>
                    <a:pt x="2849" y="2323"/>
                    <a:pt x="2751" y="2323"/>
                  </a:cubicBezTo>
                  <a:cubicBezTo>
                    <a:pt x="2654" y="2323"/>
                    <a:pt x="2561" y="2364"/>
                    <a:pt x="2495" y="2434"/>
                  </a:cubicBezTo>
                  <a:cubicBezTo>
                    <a:pt x="2410" y="2833"/>
                    <a:pt x="2055" y="3132"/>
                    <a:pt x="1632" y="3132"/>
                  </a:cubicBezTo>
                  <a:cubicBezTo>
                    <a:pt x="1144" y="3132"/>
                    <a:pt x="747" y="2736"/>
                    <a:pt x="747" y="2249"/>
                  </a:cubicBezTo>
                  <a:cubicBezTo>
                    <a:pt x="747" y="1762"/>
                    <a:pt x="1144" y="1364"/>
                    <a:pt x="1631" y="1364"/>
                  </a:cubicBezTo>
                  <a:cubicBezTo>
                    <a:pt x="1956" y="1364"/>
                    <a:pt x="2242" y="1542"/>
                    <a:pt x="2395" y="1804"/>
                  </a:cubicBezTo>
                  <a:cubicBezTo>
                    <a:pt x="2507" y="1758"/>
                    <a:pt x="2628" y="1734"/>
                    <a:pt x="2751" y="1734"/>
                  </a:cubicBezTo>
                  <a:cubicBezTo>
                    <a:pt x="2875" y="1734"/>
                    <a:pt x="2995" y="1758"/>
                    <a:pt x="3107" y="1803"/>
                  </a:cubicBezTo>
                  <a:cubicBezTo>
                    <a:pt x="3261" y="1542"/>
                    <a:pt x="3546" y="1364"/>
                    <a:pt x="3870" y="1364"/>
                  </a:cubicBezTo>
                  <a:close/>
                  <a:moveTo>
                    <a:pt x="2762" y="0"/>
                  </a:moveTo>
                  <a:cubicBezTo>
                    <a:pt x="2284" y="579"/>
                    <a:pt x="1565" y="926"/>
                    <a:pt x="800" y="926"/>
                  </a:cubicBezTo>
                  <a:cubicBezTo>
                    <a:pt x="541" y="926"/>
                    <a:pt x="288" y="888"/>
                    <a:pt x="44" y="812"/>
                  </a:cubicBezTo>
                  <a:cubicBezTo>
                    <a:pt x="15" y="970"/>
                    <a:pt x="1" y="1132"/>
                    <a:pt x="1" y="1299"/>
                  </a:cubicBezTo>
                  <a:lnTo>
                    <a:pt x="1" y="2353"/>
                  </a:lnTo>
                  <a:cubicBezTo>
                    <a:pt x="1" y="3872"/>
                    <a:pt x="1239" y="5114"/>
                    <a:pt x="2751" y="5114"/>
                  </a:cubicBezTo>
                  <a:cubicBezTo>
                    <a:pt x="4263" y="5114"/>
                    <a:pt x="5501" y="3872"/>
                    <a:pt x="5501" y="2353"/>
                  </a:cubicBezTo>
                  <a:lnTo>
                    <a:pt x="5501" y="1299"/>
                  </a:lnTo>
                  <a:cubicBezTo>
                    <a:pt x="5501" y="1135"/>
                    <a:pt x="5486" y="974"/>
                    <a:pt x="5459" y="819"/>
                  </a:cubicBezTo>
                  <a:cubicBezTo>
                    <a:pt x="5222" y="889"/>
                    <a:pt x="4976" y="926"/>
                    <a:pt x="4725" y="926"/>
                  </a:cubicBezTo>
                  <a:cubicBezTo>
                    <a:pt x="3960" y="926"/>
                    <a:pt x="3242" y="579"/>
                    <a:pt x="27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1"/>
            <p:cNvSpPr/>
            <p:nvPr/>
          </p:nvSpPr>
          <p:spPr>
            <a:xfrm>
              <a:off x="5560981" y="2845171"/>
              <a:ext cx="363385" cy="135822"/>
            </a:xfrm>
            <a:custGeom>
              <a:avLst/>
              <a:gdLst/>
              <a:ahLst/>
              <a:cxnLst/>
              <a:rect l="l" t="t" r="r" b="b"/>
              <a:pathLst>
                <a:path w="10057" h="3759" extrusionOk="0">
                  <a:moveTo>
                    <a:pt x="2501" y="1"/>
                  </a:moveTo>
                  <a:cubicBezTo>
                    <a:pt x="1103" y="113"/>
                    <a:pt x="1" y="1285"/>
                    <a:pt x="1" y="2708"/>
                  </a:cubicBezTo>
                  <a:lnTo>
                    <a:pt x="1" y="3463"/>
                  </a:lnTo>
                  <a:cubicBezTo>
                    <a:pt x="1" y="3626"/>
                    <a:pt x="132" y="3758"/>
                    <a:pt x="295" y="3758"/>
                  </a:cubicBezTo>
                  <a:lnTo>
                    <a:pt x="6701" y="3759"/>
                  </a:lnTo>
                  <a:lnTo>
                    <a:pt x="6701" y="3332"/>
                  </a:lnTo>
                  <a:lnTo>
                    <a:pt x="6568" y="3332"/>
                  </a:lnTo>
                  <a:cubicBezTo>
                    <a:pt x="6131" y="3332"/>
                    <a:pt x="5775" y="2977"/>
                    <a:pt x="5775" y="2539"/>
                  </a:cubicBezTo>
                  <a:lnTo>
                    <a:pt x="5775" y="2390"/>
                  </a:lnTo>
                  <a:cubicBezTo>
                    <a:pt x="5661" y="2350"/>
                    <a:pt x="5581" y="2240"/>
                    <a:pt x="5581" y="2113"/>
                  </a:cubicBezTo>
                  <a:cubicBezTo>
                    <a:pt x="5581" y="1951"/>
                    <a:pt x="5713" y="1819"/>
                    <a:pt x="5875" y="1819"/>
                  </a:cubicBezTo>
                  <a:lnTo>
                    <a:pt x="5887" y="1819"/>
                  </a:lnTo>
                  <a:cubicBezTo>
                    <a:pt x="6150" y="1819"/>
                    <a:pt x="6364" y="2033"/>
                    <a:pt x="6364" y="2295"/>
                  </a:cubicBezTo>
                  <a:lnTo>
                    <a:pt x="6364" y="2539"/>
                  </a:lnTo>
                  <a:cubicBezTo>
                    <a:pt x="6364" y="2649"/>
                    <a:pt x="6457" y="2743"/>
                    <a:pt x="6568" y="2743"/>
                  </a:cubicBezTo>
                  <a:lnTo>
                    <a:pt x="6701" y="2743"/>
                  </a:lnTo>
                  <a:lnTo>
                    <a:pt x="6701" y="2125"/>
                  </a:lnTo>
                  <a:cubicBezTo>
                    <a:pt x="6701" y="1963"/>
                    <a:pt x="6833" y="1830"/>
                    <a:pt x="6996" y="1830"/>
                  </a:cubicBezTo>
                  <a:cubicBezTo>
                    <a:pt x="7159" y="1830"/>
                    <a:pt x="7290" y="1963"/>
                    <a:pt x="7290" y="2125"/>
                  </a:cubicBezTo>
                  <a:lnTo>
                    <a:pt x="7290" y="2743"/>
                  </a:lnTo>
                  <a:lnTo>
                    <a:pt x="7423" y="2743"/>
                  </a:lnTo>
                  <a:cubicBezTo>
                    <a:pt x="7534" y="2743"/>
                    <a:pt x="7627" y="2649"/>
                    <a:pt x="7627" y="2539"/>
                  </a:cubicBezTo>
                  <a:lnTo>
                    <a:pt x="7627" y="2295"/>
                  </a:lnTo>
                  <a:cubicBezTo>
                    <a:pt x="7627" y="2033"/>
                    <a:pt x="7841" y="1818"/>
                    <a:pt x="8105" y="1818"/>
                  </a:cubicBezTo>
                  <a:lnTo>
                    <a:pt x="8116" y="1818"/>
                  </a:lnTo>
                  <a:cubicBezTo>
                    <a:pt x="8280" y="1818"/>
                    <a:pt x="8412" y="1951"/>
                    <a:pt x="8412" y="2113"/>
                  </a:cubicBezTo>
                  <a:cubicBezTo>
                    <a:pt x="8412" y="2240"/>
                    <a:pt x="8330" y="2349"/>
                    <a:pt x="8217" y="2390"/>
                  </a:cubicBezTo>
                  <a:lnTo>
                    <a:pt x="8217" y="2539"/>
                  </a:lnTo>
                  <a:cubicBezTo>
                    <a:pt x="8217" y="2977"/>
                    <a:pt x="7861" y="3332"/>
                    <a:pt x="7423" y="3332"/>
                  </a:cubicBezTo>
                  <a:lnTo>
                    <a:pt x="7290" y="3332"/>
                  </a:lnTo>
                  <a:lnTo>
                    <a:pt x="7290" y="3759"/>
                  </a:lnTo>
                  <a:lnTo>
                    <a:pt x="9762" y="3759"/>
                  </a:lnTo>
                  <a:cubicBezTo>
                    <a:pt x="9840" y="3759"/>
                    <a:pt x="9915" y="3727"/>
                    <a:pt x="9970" y="3672"/>
                  </a:cubicBezTo>
                  <a:cubicBezTo>
                    <a:pt x="10026" y="3617"/>
                    <a:pt x="10057" y="3542"/>
                    <a:pt x="10057" y="3465"/>
                  </a:cubicBezTo>
                  <a:lnTo>
                    <a:pt x="10057" y="2708"/>
                  </a:lnTo>
                  <a:cubicBezTo>
                    <a:pt x="10057" y="1285"/>
                    <a:pt x="8954" y="113"/>
                    <a:pt x="7556" y="1"/>
                  </a:cubicBezTo>
                  <a:cubicBezTo>
                    <a:pt x="6943" y="713"/>
                    <a:pt x="6037" y="1165"/>
                    <a:pt x="5029" y="1165"/>
                  </a:cubicBezTo>
                  <a:cubicBezTo>
                    <a:pt x="4020" y="1165"/>
                    <a:pt x="3114" y="713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MONITORING</a:t>
            </a:r>
            <a:endParaRPr/>
          </a:p>
        </p:txBody>
      </p:sp>
      <p:sp>
        <p:nvSpPr>
          <p:cNvPr id="1655" name="Google Shape;1655;p52"/>
          <p:cNvSpPr txBox="1"/>
          <p:nvPr/>
        </p:nvSpPr>
        <p:spPr>
          <a:xfrm>
            <a:off x="927581" y="1235638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Week 1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6" name="Google Shape;1656;p52"/>
          <p:cNvSpPr txBox="1"/>
          <p:nvPr/>
        </p:nvSpPr>
        <p:spPr>
          <a:xfrm>
            <a:off x="2081900" y="1235650"/>
            <a:ext cx="2132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Venus is the second planet from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57" name="Google Shape;1657;p52"/>
          <p:cNvSpPr txBox="1"/>
          <p:nvPr/>
        </p:nvSpPr>
        <p:spPr>
          <a:xfrm>
            <a:off x="927581" y="1728838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18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8" name="Google Shape;1658;p52"/>
          <p:cNvSpPr/>
          <p:nvPr/>
        </p:nvSpPr>
        <p:spPr>
          <a:xfrm>
            <a:off x="2176431" y="1728838"/>
            <a:ext cx="20382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52"/>
          <p:cNvSpPr/>
          <p:nvPr/>
        </p:nvSpPr>
        <p:spPr>
          <a:xfrm>
            <a:off x="2176456" y="1728838"/>
            <a:ext cx="523800" cy="3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52"/>
          <p:cNvSpPr txBox="1"/>
          <p:nvPr/>
        </p:nvSpPr>
        <p:spPr>
          <a:xfrm>
            <a:off x="4929256" y="1235638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Week 2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1" name="Google Shape;1661;p52"/>
          <p:cNvSpPr txBox="1"/>
          <p:nvPr/>
        </p:nvSpPr>
        <p:spPr>
          <a:xfrm>
            <a:off x="6083650" y="1235650"/>
            <a:ext cx="2132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Jupiter is the biggest planet of them all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62" name="Google Shape;1662;p52"/>
          <p:cNvSpPr txBox="1"/>
          <p:nvPr/>
        </p:nvSpPr>
        <p:spPr>
          <a:xfrm>
            <a:off x="4929256" y="1728838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18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3" name="Google Shape;1663;p52"/>
          <p:cNvSpPr/>
          <p:nvPr/>
        </p:nvSpPr>
        <p:spPr>
          <a:xfrm>
            <a:off x="6178181" y="1728838"/>
            <a:ext cx="20382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52"/>
          <p:cNvSpPr/>
          <p:nvPr/>
        </p:nvSpPr>
        <p:spPr>
          <a:xfrm>
            <a:off x="6178206" y="1728838"/>
            <a:ext cx="1027500" cy="3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52"/>
          <p:cNvSpPr txBox="1"/>
          <p:nvPr/>
        </p:nvSpPr>
        <p:spPr>
          <a:xfrm>
            <a:off x="927581" y="3016813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Week 3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6" name="Google Shape;1666;p52"/>
          <p:cNvSpPr txBox="1"/>
          <p:nvPr/>
        </p:nvSpPr>
        <p:spPr>
          <a:xfrm>
            <a:off x="2081900" y="3016825"/>
            <a:ext cx="2132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Despite being red, Mars is a cold place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67" name="Google Shape;1667;p52"/>
          <p:cNvSpPr txBox="1"/>
          <p:nvPr/>
        </p:nvSpPr>
        <p:spPr>
          <a:xfrm>
            <a:off x="927581" y="3510013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18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8" name="Google Shape;1668;p52"/>
          <p:cNvSpPr/>
          <p:nvPr/>
        </p:nvSpPr>
        <p:spPr>
          <a:xfrm>
            <a:off x="2176431" y="3510013"/>
            <a:ext cx="20382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52"/>
          <p:cNvSpPr/>
          <p:nvPr/>
        </p:nvSpPr>
        <p:spPr>
          <a:xfrm>
            <a:off x="2176468" y="3510025"/>
            <a:ext cx="2038200" cy="3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52"/>
          <p:cNvSpPr txBox="1"/>
          <p:nvPr/>
        </p:nvSpPr>
        <p:spPr>
          <a:xfrm>
            <a:off x="4929256" y="3016813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Week 4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1" name="Google Shape;1671;p52"/>
          <p:cNvSpPr txBox="1"/>
          <p:nvPr/>
        </p:nvSpPr>
        <p:spPr>
          <a:xfrm>
            <a:off x="6083650" y="3016825"/>
            <a:ext cx="2132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Saturn is a gas giant and has several rings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72" name="Google Shape;1672;p52"/>
          <p:cNvSpPr txBox="1"/>
          <p:nvPr/>
        </p:nvSpPr>
        <p:spPr>
          <a:xfrm>
            <a:off x="4929256" y="3510013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18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3" name="Google Shape;1673;p52"/>
          <p:cNvSpPr/>
          <p:nvPr/>
        </p:nvSpPr>
        <p:spPr>
          <a:xfrm>
            <a:off x="6178181" y="3510013"/>
            <a:ext cx="20382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52"/>
          <p:cNvSpPr/>
          <p:nvPr/>
        </p:nvSpPr>
        <p:spPr>
          <a:xfrm>
            <a:off x="6178219" y="3510025"/>
            <a:ext cx="2038200" cy="3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52"/>
          <p:cNvSpPr txBox="1"/>
          <p:nvPr/>
        </p:nvSpPr>
        <p:spPr>
          <a:xfrm>
            <a:off x="927581" y="2205638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1800"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6" name="Google Shape;1676;p52"/>
          <p:cNvSpPr/>
          <p:nvPr/>
        </p:nvSpPr>
        <p:spPr>
          <a:xfrm>
            <a:off x="2176431" y="2205638"/>
            <a:ext cx="20382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52"/>
          <p:cNvSpPr/>
          <p:nvPr/>
        </p:nvSpPr>
        <p:spPr>
          <a:xfrm>
            <a:off x="2176481" y="2205650"/>
            <a:ext cx="1027500" cy="365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52"/>
          <p:cNvSpPr txBox="1"/>
          <p:nvPr/>
        </p:nvSpPr>
        <p:spPr>
          <a:xfrm>
            <a:off x="4929256" y="2205638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1800"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9" name="Google Shape;1679;p52"/>
          <p:cNvSpPr/>
          <p:nvPr/>
        </p:nvSpPr>
        <p:spPr>
          <a:xfrm>
            <a:off x="6178181" y="2205638"/>
            <a:ext cx="20382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52"/>
          <p:cNvSpPr/>
          <p:nvPr/>
        </p:nvSpPr>
        <p:spPr>
          <a:xfrm>
            <a:off x="6178212" y="2205650"/>
            <a:ext cx="523800" cy="365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52"/>
          <p:cNvSpPr txBox="1"/>
          <p:nvPr/>
        </p:nvSpPr>
        <p:spPr>
          <a:xfrm>
            <a:off x="927581" y="3986813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1800"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2" name="Google Shape;1682;p52"/>
          <p:cNvSpPr/>
          <p:nvPr/>
        </p:nvSpPr>
        <p:spPr>
          <a:xfrm>
            <a:off x="2176431" y="3986813"/>
            <a:ext cx="20382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52"/>
          <p:cNvSpPr/>
          <p:nvPr/>
        </p:nvSpPr>
        <p:spPr>
          <a:xfrm>
            <a:off x="2176456" y="3986813"/>
            <a:ext cx="1514400" cy="365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52"/>
          <p:cNvSpPr txBox="1"/>
          <p:nvPr/>
        </p:nvSpPr>
        <p:spPr>
          <a:xfrm>
            <a:off x="4929256" y="3986813"/>
            <a:ext cx="115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1800"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5" name="Google Shape;1685;p52"/>
          <p:cNvSpPr/>
          <p:nvPr/>
        </p:nvSpPr>
        <p:spPr>
          <a:xfrm>
            <a:off x="6178181" y="3986813"/>
            <a:ext cx="20382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52"/>
          <p:cNvSpPr/>
          <p:nvPr/>
        </p:nvSpPr>
        <p:spPr>
          <a:xfrm>
            <a:off x="6178212" y="3986825"/>
            <a:ext cx="1027500" cy="365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FOR ONE YEAR</a:t>
            </a:r>
            <a:endParaRPr/>
          </a:p>
        </p:txBody>
      </p:sp>
      <p:pic>
        <p:nvPicPr>
          <p:cNvPr id="1692" name="Google Shape;1692;p53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512600"/>
            <a:ext cx="3974276" cy="245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53"/>
          <p:cNvSpPr txBox="1"/>
          <p:nvPr/>
        </p:nvSpPr>
        <p:spPr>
          <a:xfrm>
            <a:off x="5008748" y="1609925"/>
            <a:ext cx="157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Mercury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4" name="Google Shape;1694;p53"/>
          <p:cNvSpPr txBox="1"/>
          <p:nvPr/>
        </p:nvSpPr>
        <p:spPr>
          <a:xfrm>
            <a:off x="5008725" y="2027834"/>
            <a:ext cx="157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Mercury is small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5" name="Google Shape;1695;p53"/>
          <p:cNvSpPr txBox="1"/>
          <p:nvPr/>
        </p:nvSpPr>
        <p:spPr>
          <a:xfrm>
            <a:off x="6851104" y="1609925"/>
            <a:ext cx="157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Mars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6" name="Google Shape;1696;p53"/>
          <p:cNvSpPr txBox="1"/>
          <p:nvPr/>
        </p:nvSpPr>
        <p:spPr>
          <a:xfrm>
            <a:off x="6851070" y="2027834"/>
            <a:ext cx="157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Mars is cold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7" name="Google Shape;1697;p53"/>
          <p:cNvSpPr txBox="1"/>
          <p:nvPr/>
        </p:nvSpPr>
        <p:spPr>
          <a:xfrm>
            <a:off x="5008748" y="2852647"/>
            <a:ext cx="157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Venus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8" name="Google Shape;1698;p53"/>
          <p:cNvSpPr txBox="1"/>
          <p:nvPr/>
        </p:nvSpPr>
        <p:spPr>
          <a:xfrm>
            <a:off x="5008725" y="3270550"/>
            <a:ext cx="157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Venus is very hot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9" name="Google Shape;1699;p53"/>
          <p:cNvSpPr txBox="1"/>
          <p:nvPr/>
        </p:nvSpPr>
        <p:spPr>
          <a:xfrm>
            <a:off x="6851104" y="2852647"/>
            <a:ext cx="157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Saturn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0" name="Google Shape;1700;p53"/>
          <p:cNvSpPr txBox="1"/>
          <p:nvPr/>
        </p:nvSpPr>
        <p:spPr>
          <a:xfrm>
            <a:off x="6851070" y="3270550"/>
            <a:ext cx="1577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Saturn has rings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01" name="Google Shape;1701;p53"/>
          <p:cNvSpPr/>
          <p:nvPr/>
        </p:nvSpPr>
        <p:spPr>
          <a:xfrm>
            <a:off x="4780925" y="1759425"/>
            <a:ext cx="187200" cy="18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p53"/>
          <p:cNvSpPr/>
          <p:nvPr/>
        </p:nvSpPr>
        <p:spPr>
          <a:xfrm>
            <a:off x="4780925" y="2987275"/>
            <a:ext cx="187200" cy="18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53"/>
          <p:cNvSpPr/>
          <p:nvPr/>
        </p:nvSpPr>
        <p:spPr>
          <a:xfrm>
            <a:off x="6630200" y="1759425"/>
            <a:ext cx="187200" cy="18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53"/>
          <p:cNvSpPr/>
          <p:nvPr/>
        </p:nvSpPr>
        <p:spPr>
          <a:xfrm>
            <a:off x="6630200" y="2987275"/>
            <a:ext cx="187200" cy="18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53"/>
          <p:cNvSpPr txBox="1"/>
          <p:nvPr/>
        </p:nvSpPr>
        <p:spPr>
          <a:xfrm>
            <a:off x="714300" y="4246400"/>
            <a:ext cx="771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55"/>
          <p:cNvSpPr txBox="1">
            <a:spLocks noGrp="1"/>
          </p:cNvSpPr>
          <p:nvPr>
            <p:ph type="title"/>
          </p:nvPr>
        </p:nvSpPr>
        <p:spPr>
          <a:xfrm>
            <a:off x="2223600" y="690683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1717" name="Google Shape;1717;p55"/>
          <p:cNvSpPr txBox="1">
            <a:spLocks noGrp="1"/>
          </p:cNvSpPr>
          <p:nvPr>
            <p:ph type="subTitle" idx="1"/>
          </p:nvPr>
        </p:nvSpPr>
        <p:spPr>
          <a:xfrm>
            <a:off x="2223600" y="1459587"/>
            <a:ext cx="46968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Jupiter’s rotation period</a:t>
            </a:r>
            <a:endParaRPr/>
          </a:p>
        </p:txBody>
      </p:sp>
      <p:sp>
        <p:nvSpPr>
          <p:cNvPr id="1718" name="Google Shape;1718;p55"/>
          <p:cNvSpPr txBox="1">
            <a:spLocks noGrp="1"/>
          </p:cNvSpPr>
          <p:nvPr>
            <p:ph type="title" idx="2"/>
          </p:nvPr>
        </p:nvSpPr>
        <p:spPr>
          <a:xfrm>
            <a:off x="2223600" y="198841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1719" name="Google Shape;1719;p55"/>
          <p:cNvSpPr txBox="1">
            <a:spLocks noGrp="1"/>
          </p:cNvSpPr>
          <p:nvPr>
            <p:ph type="subTitle" idx="3"/>
          </p:nvPr>
        </p:nvSpPr>
        <p:spPr>
          <a:xfrm>
            <a:off x="2223600" y="2757310"/>
            <a:ext cx="46968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1720" name="Google Shape;1720;p55"/>
          <p:cNvSpPr txBox="1">
            <a:spLocks noGrp="1"/>
          </p:cNvSpPr>
          <p:nvPr>
            <p:ph type="title" idx="4"/>
          </p:nvPr>
        </p:nvSpPr>
        <p:spPr>
          <a:xfrm>
            <a:off x="2223600" y="328612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1721" name="Google Shape;1721;p55"/>
          <p:cNvSpPr txBox="1">
            <a:spLocks noGrp="1"/>
          </p:cNvSpPr>
          <p:nvPr>
            <p:ph type="subTitle" idx="5"/>
          </p:nvPr>
        </p:nvSpPr>
        <p:spPr>
          <a:xfrm>
            <a:off x="2223600" y="4055017"/>
            <a:ext cx="46968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Earth and the Moon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56"/>
          <p:cNvSpPr txBox="1">
            <a:spLocks noGrp="1"/>
          </p:cNvSpPr>
          <p:nvPr>
            <p:ph type="subTitle" idx="1"/>
          </p:nvPr>
        </p:nvSpPr>
        <p:spPr>
          <a:xfrm>
            <a:off x="938500" y="36291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of them all</a:t>
            </a:r>
            <a:endParaRPr/>
          </a:p>
        </p:txBody>
      </p:sp>
      <p:sp>
        <p:nvSpPr>
          <p:cNvPr id="1727" name="Google Shape;1727;p56"/>
          <p:cNvSpPr txBox="1">
            <a:spLocks noGrp="1"/>
          </p:cNvSpPr>
          <p:nvPr>
            <p:ph type="subTitle" idx="2"/>
          </p:nvPr>
        </p:nvSpPr>
        <p:spPr>
          <a:xfrm>
            <a:off x="938500" y="31971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728" name="Google Shape;1728;p56"/>
          <p:cNvSpPr txBox="1">
            <a:spLocks noGrp="1"/>
          </p:cNvSpPr>
          <p:nvPr>
            <p:ph type="subTitle" idx="4"/>
          </p:nvPr>
        </p:nvSpPr>
        <p:spPr>
          <a:xfrm>
            <a:off x="3485400" y="36291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729" name="Google Shape;1729;p56"/>
          <p:cNvSpPr txBox="1">
            <a:spLocks noGrp="1"/>
          </p:cNvSpPr>
          <p:nvPr>
            <p:ph type="subTitle" idx="5"/>
          </p:nvPr>
        </p:nvSpPr>
        <p:spPr>
          <a:xfrm>
            <a:off x="3485400" y="31971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730" name="Google Shape;1730;p56"/>
          <p:cNvSpPr txBox="1">
            <a:spLocks noGrp="1"/>
          </p:cNvSpPr>
          <p:nvPr>
            <p:ph type="subTitle" idx="7"/>
          </p:nvPr>
        </p:nvSpPr>
        <p:spPr>
          <a:xfrm>
            <a:off x="6032300" y="36291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sp>
        <p:nvSpPr>
          <p:cNvPr id="1731" name="Google Shape;1731;p56"/>
          <p:cNvSpPr txBox="1">
            <a:spLocks noGrp="1"/>
          </p:cNvSpPr>
          <p:nvPr>
            <p:ph type="subTitle" idx="8"/>
          </p:nvPr>
        </p:nvSpPr>
        <p:spPr>
          <a:xfrm>
            <a:off x="6032300" y="31971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732" name="Google Shape;1732;p56"/>
          <p:cNvSpPr/>
          <p:nvPr/>
        </p:nvSpPr>
        <p:spPr>
          <a:xfrm>
            <a:off x="1333825" y="1474275"/>
            <a:ext cx="1382829" cy="1382829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56"/>
          <p:cNvSpPr/>
          <p:nvPr/>
        </p:nvSpPr>
        <p:spPr>
          <a:xfrm flipH="1">
            <a:off x="1326200" y="1466650"/>
            <a:ext cx="1397802" cy="1397802"/>
          </a:xfrm>
          <a:prstGeom prst="blockArc">
            <a:avLst>
              <a:gd name="adj1" fmla="val 11944142"/>
              <a:gd name="adj2" fmla="val 16256715"/>
              <a:gd name="adj3" fmla="val 1271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56"/>
          <p:cNvSpPr/>
          <p:nvPr/>
        </p:nvSpPr>
        <p:spPr>
          <a:xfrm>
            <a:off x="3880725" y="1474275"/>
            <a:ext cx="1382829" cy="1382829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56"/>
          <p:cNvSpPr/>
          <p:nvPr/>
        </p:nvSpPr>
        <p:spPr>
          <a:xfrm flipH="1">
            <a:off x="3873100" y="1466650"/>
            <a:ext cx="1397802" cy="1397802"/>
          </a:xfrm>
          <a:prstGeom prst="blockArc">
            <a:avLst>
              <a:gd name="adj1" fmla="val 9027545"/>
              <a:gd name="adj2" fmla="val 16256715"/>
              <a:gd name="adj3" fmla="val 1271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56"/>
          <p:cNvSpPr/>
          <p:nvPr/>
        </p:nvSpPr>
        <p:spPr>
          <a:xfrm>
            <a:off x="6427625" y="1474275"/>
            <a:ext cx="1382829" cy="1382829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56"/>
          <p:cNvSpPr/>
          <p:nvPr/>
        </p:nvSpPr>
        <p:spPr>
          <a:xfrm flipH="1">
            <a:off x="6420102" y="1466650"/>
            <a:ext cx="1397700" cy="1397700"/>
          </a:xfrm>
          <a:prstGeom prst="blockArc">
            <a:avLst>
              <a:gd name="adj1" fmla="val 5409608"/>
              <a:gd name="adj2" fmla="val 16256715"/>
              <a:gd name="adj3" fmla="val 1271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5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 ADVANCES</a:t>
            </a:r>
            <a:endParaRPr/>
          </a:p>
        </p:txBody>
      </p:sp>
      <p:sp>
        <p:nvSpPr>
          <p:cNvPr id="1739" name="Google Shape;1739;p56"/>
          <p:cNvSpPr txBox="1">
            <a:spLocks noGrp="1"/>
          </p:cNvSpPr>
          <p:nvPr>
            <p:ph type="title" idx="3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</a:t>
            </a:r>
            <a:endParaRPr/>
          </a:p>
        </p:txBody>
      </p:sp>
      <p:sp>
        <p:nvSpPr>
          <p:cNvPr id="1740" name="Google Shape;1740;p56"/>
          <p:cNvSpPr txBox="1">
            <a:spLocks noGrp="1"/>
          </p:cNvSpPr>
          <p:nvPr>
            <p:ph type="title" idx="6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sp>
        <p:nvSpPr>
          <p:cNvPr id="1741" name="Google Shape;1741;p56"/>
          <p:cNvSpPr txBox="1">
            <a:spLocks noGrp="1"/>
          </p:cNvSpPr>
          <p:nvPr>
            <p:ph type="title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57"/>
          <p:cNvSpPr txBox="1">
            <a:spLocks noGrp="1"/>
          </p:cNvSpPr>
          <p:nvPr>
            <p:ph type="title"/>
          </p:nvPr>
        </p:nvSpPr>
        <p:spPr>
          <a:xfrm>
            <a:off x="4770400" y="1180475"/>
            <a:ext cx="365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47" name="Google Shape;1747;p57"/>
          <p:cNvSpPr txBox="1">
            <a:spLocks noGrp="1"/>
          </p:cNvSpPr>
          <p:nvPr>
            <p:ph type="body" idx="1"/>
          </p:nvPr>
        </p:nvSpPr>
        <p:spPr>
          <a:xfrm>
            <a:off x="4770400" y="1753175"/>
            <a:ext cx="36585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 you know what helps you make your point crystal clear?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Lists like this one: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They’re simple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 can organize your ideas clearly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You’ll never forget to buy milk!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the most important thing: the audience won’t miss the point of your presentation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CONTRAINDICATIONS &amp; INDICATIONS </a:t>
            </a:r>
            <a:endParaRPr/>
          </a:p>
        </p:txBody>
      </p:sp>
      <p:sp>
        <p:nvSpPr>
          <p:cNvPr id="1754" name="Google Shape;1754;p58"/>
          <p:cNvSpPr txBox="1">
            <a:spLocks noGrp="1"/>
          </p:cNvSpPr>
          <p:nvPr>
            <p:ph type="subTitle" idx="1"/>
          </p:nvPr>
        </p:nvSpPr>
        <p:spPr>
          <a:xfrm>
            <a:off x="1290763" y="2061063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Contraindications</a:t>
            </a:r>
            <a:endParaRPr/>
          </a:p>
        </p:txBody>
      </p:sp>
      <p:sp>
        <p:nvSpPr>
          <p:cNvPr id="1755" name="Google Shape;1755;p58"/>
          <p:cNvSpPr txBox="1">
            <a:spLocks noGrp="1"/>
          </p:cNvSpPr>
          <p:nvPr>
            <p:ph type="subTitle" idx="2"/>
          </p:nvPr>
        </p:nvSpPr>
        <p:spPr>
          <a:xfrm>
            <a:off x="4945638" y="2061063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Indications</a:t>
            </a:r>
            <a:endParaRPr/>
          </a:p>
        </p:txBody>
      </p:sp>
      <p:sp>
        <p:nvSpPr>
          <p:cNvPr id="1756" name="Google Shape;1756;p58"/>
          <p:cNvSpPr txBox="1">
            <a:spLocks noGrp="1"/>
          </p:cNvSpPr>
          <p:nvPr>
            <p:ph type="subTitle" idx="3"/>
          </p:nvPr>
        </p:nvSpPr>
        <p:spPr>
          <a:xfrm>
            <a:off x="1290763" y="2608970"/>
            <a:ext cx="2907600" cy="18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stop the treatment here</a:t>
            </a:r>
            <a:endParaRPr/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stop the treatment here</a:t>
            </a:r>
            <a:endParaRPr/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stop the treatment here</a:t>
            </a:r>
            <a:endParaRPr/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stop the treatment here</a:t>
            </a:r>
            <a:endParaRPr/>
          </a:p>
        </p:txBody>
      </p:sp>
      <p:sp>
        <p:nvSpPr>
          <p:cNvPr id="1757" name="Google Shape;1757;p58"/>
          <p:cNvSpPr txBox="1">
            <a:spLocks noGrp="1"/>
          </p:cNvSpPr>
          <p:nvPr>
            <p:ph type="subTitle" idx="4"/>
          </p:nvPr>
        </p:nvSpPr>
        <p:spPr>
          <a:xfrm>
            <a:off x="4945638" y="2608970"/>
            <a:ext cx="2907600" cy="18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start the treatment here</a:t>
            </a:r>
            <a:endParaRPr/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start the treatment here</a:t>
            </a:r>
            <a:endParaRPr/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start the treatment here</a:t>
            </a:r>
            <a:endParaRPr/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Describe the reasons to start the treatment here</a:t>
            </a:r>
            <a:endParaRPr/>
          </a:p>
        </p:txBody>
      </p:sp>
      <p:grpSp>
        <p:nvGrpSpPr>
          <p:cNvPr id="1758" name="Google Shape;1758;p58"/>
          <p:cNvGrpSpPr/>
          <p:nvPr/>
        </p:nvGrpSpPr>
        <p:grpSpPr>
          <a:xfrm>
            <a:off x="6217751" y="1622257"/>
            <a:ext cx="363392" cy="363392"/>
            <a:chOff x="1492675" y="4992125"/>
            <a:chExt cx="481825" cy="481825"/>
          </a:xfrm>
        </p:grpSpPr>
        <p:sp>
          <p:nvSpPr>
            <p:cNvPr id="1759" name="Google Shape;1759;p58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60" name="Google Shape;1760;p58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61" name="Google Shape;1761;p58"/>
          <p:cNvGrpSpPr/>
          <p:nvPr/>
        </p:nvGrpSpPr>
        <p:grpSpPr>
          <a:xfrm>
            <a:off x="2562887" y="1622257"/>
            <a:ext cx="363392" cy="363392"/>
            <a:chOff x="2085525" y="4992125"/>
            <a:chExt cx="481825" cy="481825"/>
          </a:xfrm>
        </p:grpSpPr>
        <p:sp>
          <p:nvSpPr>
            <p:cNvPr id="1762" name="Google Shape;1762;p58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63" name="Google Shape;1763;p58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POST-PREVENTION</a:t>
            </a:r>
            <a:endParaRPr/>
          </a:p>
        </p:txBody>
      </p:sp>
      <p:cxnSp>
        <p:nvCxnSpPr>
          <p:cNvPr id="1769" name="Google Shape;1769;p59"/>
          <p:cNvCxnSpPr>
            <a:stCxn id="1770" idx="3"/>
            <a:endCxn id="1771" idx="1"/>
          </p:cNvCxnSpPr>
          <p:nvPr/>
        </p:nvCxnSpPr>
        <p:spPr>
          <a:xfrm rot="10800000" flipH="1">
            <a:off x="4856300" y="3480750"/>
            <a:ext cx="1176900" cy="336000"/>
          </a:xfrm>
          <a:prstGeom prst="bentConnector3">
            <a:avLst>
              <a:gd name="adj1" fmla="val 6167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72" name="Google Shape;1772;p59"/>
          <p:cNvSpPr/>
          <p:nvPr/>
        </p:nvSpPr>
        <p:spPr>
          <a:xfrm rot="2699062">
            <a:off x="4192618" y="1870068"/>
            <a:ext cx="777464" cy="77746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59"/>
          <p:cNvSpPr/>
          <p:nvPr/>
        </p:nvSpPr>
        <p:spPr>
          <a:xfrm rot="2699062">
            <a:off x="4192618" y="3153218"/>
            <a:ext cx="777464" cy="77746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59"/>
          <p:cNvSpPr/>
          <p:nvPr/>
        </p:nvSpPr>
        <p:spPr>
          <a:xfrm rot="2699062">
            <a:off x="4834418" y="2511643"/>
            <a:ext cx="777464" cy="77746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59"/>
          <p:cNvSpPr/>
          <p:nvPr/>
        </p:nvSpPr>
        <p:spPr>
          <a:xfrm rot="2699062">
            <a:off x="3551368" y="2511643"/>
            <a:ext cx="777464" cy="77746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" name="Google Shape;1775;p59"/>
          <p:cNvSpPr txBox="1"/>
          <p:nvPr/>
        </p:nvSpPr>
        <p:spPr>
          <a:xfrm>
            <a:off x="1002831" y="1609925"/>
            <a:ext cx="2107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Mercury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6" name="Google Shape;1776;p59"/>
          <p:cNvSpPr txBox="1"/>
          <p:nvPr/>
        </p:nvSpPr>
        <p:spPr>
          <a:xfrm>
            <a:off x="1002800" y="2027834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Mercury is the smallest planet of them all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77" name="Google Shape;1777;p59"/>
          <p:cNvSpPr txBox="1"/>
          <p:nvPr/>
        </p:nvSpPr>
        <p:spPr>
          <a:xfrm>
            <a:off x="6033145" y="1609925"/>
            <a:ext cx="2107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Mars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8" name="Google Shape;1778;p59"/>
          <p:cNvSpPr txBox="1"/>
          <p:nvPr/>
        </p:nvSpPr>
        <p:spPr>
          <a:xfrm>
            <a:off x="6033100" y="2027834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Despite being red, Mars is actually a cold place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79" name="Google Shape;1779;p59"/>
          <p:cNvSpPr txBox="1"/>
          <p:nvPr/>
        </p:nvSpPr>
        <p:spPr>
          <a:xfrm>
            <a:off x="1002831" y="3271924"/>
            <a:ext cx="2107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Venus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0" name="Google Shape;1780;p59"/>
          <p:cNvSpPr txBox="1"/>
          <p:nvPr/>
        </p:nvSpPr>
        <p:spPr>
          <a:xfrm>
            <a:off x="1002800" y="3689827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Venus is the second planet from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71" name="Google Shape;1771;p59"/>
          <p:cNvSpPr txBox="1"/>
          <p:nvPr/>
        </p:nvSpPr>
        <p:spPr>
          <a:xfrm>
            <a:off x="6033145" y="3271924"/>
            <a:ext cx="2107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Saturn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1" name="Google Shape;1781;p59"/>
          <p:cNvSpPr txBox="1"/>
          <p:nvPr/>
        </p:nvSpPr>
        <p:spPr>
          <a:xfrm>
            <a:off x="6033100" y="3689827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Saturn is composed of hydrogen and helium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782" name="Google Shape;1782;p59"/>
          <p:cNvCxnSpPr>
            <a:stCxn id="1772" idx="1"/>
            <a:endCxn id="1775" idx="3"/>
          </p:cNvCxnSpPr>
          <p:nvPr/>
        </p:nvCxnSpPr>
        <p:spPr>
          <a:xfrm rot="10800000">
            <a:off x="3110600" y="1819000"/>
            <a:ext cx="1195800" cy="165000"/>
          </a:xfrm>
          <a:prstGeom prst="bentConnector3">
            <a:avLst>
              <a:gd name="adj1" fmla="val 614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83" name="Google Shape;1783;p59"/>
          <p:cNvCxnSpPr>
            <a:stCxn id="1773" idx="0"/>
            <a:endCxn id="1777" idx="1"/>
          </p:cNvCxnSpPr>
          <p:nvPr/>
        </p:nvCxnSpPr>
        <p:spPr>
          <a:xfrm rot="-5400000">
            <a:off x="5362200" y="1954475"/>
            <a:ext cx="806700" cy="5352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84" name="Google Shape;1784;p59"/>
          <p:cNvCxnSpPr>
            <a:stCxn id="1774" idx="2"/>
            <a:endCxn id="1779" idx="3"/>
          </p:cNvCxnSpPr>
          <p:nvPr/>
        </p:nvCxnSpPr>
        <p:spPr>
          <a:xfrm rot="5400000">
            <a:off x="3235250" y="3050675"/>
            <a:ext cx="305400" cy="5547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1785" name="Google Shape;1785;p59"/>
          <p:cNvGrpSpPr/>
          <p:nvPr/>
        </p:nvGrpSpPr>
        <p:grpSpPr>
          <a:xfrm>
            <a:off x="5041463" y="2718684"/>
            <a:ext cx="363385" cy="363385"/>
            <a:chOff x="6344225" y="2617609"/>
            <a:chExt cx="363385" cy="363385"/>
          </a:xfrm>
        </p:grpSpPr>
        <p:sp>
          <p:nvSpPr>
            <p:cNvPr id="1786" name="Google Shape;1786;p59"/>
            <p:cNvSpPr/>
            <p:nvPr/>
          </p:nvSpPr>
          <p:spPr>
            <a:xfrm>
              <a:off x="6344225" y="2617609"/>
              <a:ext cx="172497" cy="172497"/>
            </a:xfrm>
            <a:custGeom>
              <a:avLst/>
              <a:gdLst/>
              <a:ahLst/>
              <a:cxnLst/>
              <a:rect l="l" t="t" r="r" b="b"/>
              <a:pathLst>
                <a:path w="4774" h="4774" extrusionOk="0">
                  <a:moveTo>
                    <a:pt x="1778" y="1513"/>
                  </a:moveTo>
                  <a:cubicBezTo>
                    <a:pt x="1940" y="1513"/>
                    <a:pt x="2072" y="1646"/>
                    <a:pt x="2072" y="1808"/>
                  </a:cubicBezTo>
                  <a:cubicBezTo>
                    <a:pt x="2072" y="1970"/>
                    <a:pt x="1940" y="2103"/>
                    <a:pt x="1778" y="2103"/>
                  </a:cubicBezTo>
                  <a:cubicBezTo>
                    <a:pt x="1615" y="2103"/>
                    <a:pt x="1483" y="1970"/>
                    <a:pt x="1483" y="1808"/>
                  </a:cubicBezTo>
                  <a:cubicBezTo>
                    <a:pt x="1483" y="1646"/>
                    <a:pt x="1615" y="1513"/>
                    <a:pt x="1778" y="1513"/>
                  </a:cubicBezTo>
                  <a:close/>
                  <a:moveTo>
                    <a:pt x="2996" y="1513"/>
                  </a:moveTo>
                  <a:cubicBezTo>
                    <a:pt x="3158" y="1513"/>
                    <a:pt x="3290" y="1646"/>
                    <a:pt x="3290" y="1808"/>
                  </a:cubicBezTo>
                  <a:cubicBezTo>
                    <a:pt x="3290" y="1970"/>
                    <a:pt x="3158" y="2103"/>
                    <a:pt x="2996" y="2103"/>
                  </a:cubicBezTo>
                  <a:cubicBezTo>
                    <a:pt x="2833" y="2103"/>
                    <a:pt x="2701" y="1970"/>
                    <a:pt x="2701" y="1808"/>
                  </a:cubicBezTo>
                  <a:cubicBezTo>
                    <a:pt x="2701" y="1646"/>
                    <a:pt x="2833" y="1513"/>
                    <a:pt x="2996" y="1513"/>
                  </a:cubicBezTo>
                  <a:close/>
                  <a:moveTo>
                    <a:pt x="1734" y="2629"/>
                  </a:moveTo>
                  <a:cubicBezTo>
                    <a:pt x="1828" y="2629"/>
                    <a:pt x="1922" y="2674"/>
                    <a:pt x="1979" y="2759"/>
                  </a:cubicBezTo>
                  <a:cubicBezTo>
                    <a:pt x="2070" y="2895"/>
                    <a:pt x="2222" y="2977"/>
                    <a:pt x="2386" y="2977"/>
                  </a:cubicBezTo>
                  <a:cubicBezTo>
                    <a:pt x="2549" y="2977"/>
                    <a:pt x="2700" y="2896"/>
                    <a:pt x="2791" y="2763"/>
                  </a:cubicBezTo>
                  <a:cubicBezTo>
                    <a:pt x="2848" y="2679"/>
                    <a:pt x="2941" y="2634"/>
                    <a:pt x="3035" y="2634"/>
                  </a:cubicBezTo>
                  <a:cubicBezTo>
                    <a:pt x="3092" y="2634"/>
                    <a:pt x="3150" y="2651"/>
                    <a:pt x="3201" y="2686"/>
                  </a:cubicBezTo>
                  <a:cubicBezTo>
                    <a:pt x="3335" y="2778"/>
                    <a:pt x="3369" y="2961"/>
                    <a:pt x="3278" y="3095"/>
                  </a:cubicBezTo>
                  <a:cubicBezTo>
                    <a:pt x="3077" y="3390"/>
                    <a:pt x="2743" y="3566"/>
                    <a:pt x="2386" y="3566"/>
                  </a:cubicBezTo>
                  <a:cubicBezTo>
                    <a:pt x="2026" y="3566"/>
                    <a:pt x="1690" y="3387"/>
                    <a:pt x="1489" y="3087"/>
                  </a:cubicBezTo>
                  <a:cubicBezTo>
                    <a:pt x="1399" y="2952"/>
                    <a:pt x="1435" y="2769"/>
                    <a:pt x="1570" y="2679"/>
                  </a:cubicBezTo>
                  <a:cubicBezTo>
                    <a:pt x="1620" y="2645"/>
                    <a:pt x="1677" y="2629"/>
                    <a:pt x="1734" y="2629"/>
                  </a:cubicBezTo>
                  <a:close/>
                  <a:moveTo>
                    <a:pt x="2386" y="1"/>
                  </a:moveTo>
                  <a:cubicBezTo>
                    <a:pt x="1070" y="1"/>
                    <a:pt x="0" y="1071"/>
                    <a:pt x="0" y="2387"/>
                  </a:cubicBezTo>
                  <a:cubicBezTo>
                    <a:pt x="0" y="3703"/>
                    <a:pt x="1070" y="4773"/>
                    <a:pt x="2386" y="4773"/>
                  </a:cubicBezTo>
                  <a:cubicBezTo>
                    <a:pt x="3702" y="4773"/>
                    <a:pt x="4773" y="3703"/>
                    <a:pt x="4773" y="2387"/>
                  </a:cubicBezTo>
                  <a:cubicBezTo>
                    <a:pt x="4773" y="1071"/>
                    <a:pt x="3702" y="1"/>
                    <a:pt x="23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9"/>
            <p:cNvSpPr/>
            <p:nvPr/>
          </p:nvSpPr>
          <p:spPr>
            <a:xfrm>
              <a:off x="6344225" y="2808533"/>
              <a:ext cx="172497" cy="172460"/>
            </a:xfrm>
            <a:custGeom>
              <a:avLst/>
              <a:gdLst/>
              <a:ahLst/>
              <a:cxnLst/>
              <a:rect l="l" t="t" r="r" b="b"/>
              <a:pathLst>
                <a:path w="4774" h="4773" extrusionOk="0">
                  <a:moveTo>
                    <a:pt x="1778" y="1513"/>
                  </a:moveTo>
                  <a:cubicBezTo>
                    <a:pt x="1940" y="1513"/>
                    <a:pt x="2072" y="1645"/>
                    <a:pt x="2072" y="1808"/>
                  </a:cubicBezTo>
                  <a:cubicBezTo>
                    <a:pt x="2072" y="1969"/>
                    <a:pt x="1940" y="2102"/>
                    <a:pt x="1778" y="2102"/>
                  </a:cubicBezTo>
                  <a:cubicBezTo>
                    <a:pt x="1615" y="2102"/>
                    <a:pt x="1483" y="1969"/>
                    <a:pt x="1483" y="1808"/>
                  </a:cubicBezTo>
                  <a:cubicBezTo>
                    <a:pt x="1483" y="1645"/>
                    <a:pt x="1615" y="1513"/>
                    <a:pt x="1778" y="1513"/>
                  </a:cubicBezTo>
                  <a:close/>
                  <a:moveTo>
                    <a:pt x="2996" y="1513"/>
                  </a:moveTo>
                  <a:cubicBezTo>
                    <a:pt x="3158" y="1513"/>
                    <a:pt x="3290" y="1645"/>
                    <a:pt x="3290" y="1808"/>
                  </a:cubicBezTo>
                  <a:cubicBezTo>
                    <a:pt x="3290" y="1969"/>
                    <a:pt x="3158" y="2102"/>
                    <a:pt x="2996" y="2102"/>
                  </a:cubicBezTo>
                  <a:cubicBezTo>
                    <a:pt x="2833" y="2102"/>
                    <a:pt x="2701" y="1969"/>
                    <a:pt x="2701" y="1808"/>
                  </a:cubicBezTo>
                  <a:cubicBezTo>
                    <a:pt x="2701" y="1645"/>
                    <a:pt x="2833" y="1513"/>
                    <a:pt x="2996" y="1513"/>
                  </a:cubicBezTo>
                  <a:close/>
                  <a:moveTo>
                    <a:pt x="2386" y="2628"/>
                  </a:moveTo>
                  <a:cubicBezTo>
                    <a:pt x="2743" y="2628"/>
                    <a:pt x="3077" y="2804"/>
                    <a:pt x="3278" y="3098"/>
                  </a:cubicBezTo>
                  <a:cubicBezTo>
                    <a:pt x="3369" y="3233"/>
                    <a:pt x="3335" y="3416"/>
                    <a:pt x="3201" y="3508"/>
                  </a:cubicBezTo>
                  <a:cubicBezTo>
                    <a:pt x="3150" y="3543"/>
                    <a:pt x="3092" y="3559"/>
                    <a:pt x="3035" y="3559"/>
                  </a:cubicBezTo>
                  <a:cubicBezTo>
                    <a:pt x="2941" y="3559"/>
                    <a:pt x="2848" y="3514"/>
                    <a:pt x="2791" y="3431"/>
                  </a:cubicBezTo>
                  <a:cubicBezTo>
                    <a:pt x="2700" y="3297"/>
                    <a:pt x="2549" y="3217"/>
                    <a:pt x="2386" y="3217"/>
                  </a:cubicBezTo>
                  <a:cubicBezTo>
                    <a:pt x="2222" y="3217"/>
                    <a:pt x="2069" y="3298"/>
                    <a:pt x="1979" y="3434"/>
                  </a:cubicBezTo>
                  <a:cubicBezTo>
                    <a:pt x="1922" y="3519"/>
                    <a:pt x="1828" y="3565"/>
                    <a:pt x="1733" y="3565"/>
                  </a:cubicBezTo>
                  <a:cubicBezTo>
                    <a:pt x="1677" y="3565"/>
                    <a:pt x="1620" y="3549"/>
                    <a:pt x="1570" y="3516"/>
                  </a:cubicBezTo>
                  <a:cubicBezTo>
                    <a:pt x="1435" y="3425"/>
                    <a:pt x="1399" y="3241"/>
                    <a:pt x="1489" y="3107"/>
                  </a:cubicBezTo>
                  <a:cubicBezTo>
                    <a:pt x="1690" y="2807"/>
                    <a:pt x="2026" y="2628"/>
                    <a:pt x="2386" y="2628"/>
                  </a:cubicBezTo>
                  <a:close/>
                  <a:moveTo>
                    <a:pt x="2386" y="0"/>
                  </a:moveTo>
                  <a:cubicBezTo>
                    <a:pt x="1070" y="0"/>
                    <a:pt x="0" y="1071"/>
                    <a:pt x="0" y="2387"/>
                  </a:cubicBezTo>
                  <a:cubicBezTo>
                    <a:pt x="0" y="3702"/>
                    <a:pt x="1070" y="4773"/>
                    <a:pt x="2386" y="4773"/>
                  </a:cubicBezTo>
                  <a:cubicBezTo>
                    <a:pt x="3702" y="4773"/>
                    <a:pt x="4773" y="3702"/>
                    <a:pt x="4773" y="2387"/>
                  </a:cubicBezTo>
                  <a:cubicBezTo>
                    <a:pt x="4773" y="1071"/>
                    <a:pt x="3702" y="0"/>
                    <a:pt x="23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9"/>
            <p:cNvSpPr/>
            <p:nvPr/>
          </p:nvSpPr>
          <p:spPr>
            <a:xfrm>
              <a:off x="6535113" y="2617609"/>
              <a:ext cx="172497" cy="172497"/>
            </a:xfrm>
            <a:custGeom>
              <a:avLst/>
              <a:gdLst/>
              <a:ahLst/>
              <a:cxnLst/>
              <a:rect l="l" t="t" r="r" b="b"/>
              <a:pathLst>
                <a:path w="4774" h="4774" extrusionOk="0">
                  <a:moveTo>
                    <a:pt x="1778" y="1513"/>
                  </a:moveTo>
                  <a:cubicBezTo>
                    <a:pt x="1940" y="1513"/>
                    <a:pt x="2073" y="1646"/>
                    <a:pt x="2073" y="1808"/>
                  </a:cubicBezTo>
                  <a:cubicBezTo>
                    <a:pt x="2073" y="1970"/>
                    <a:pt x="1940" y="2103"/>
                    <a:pt x="1778" y="2103"/>
                  </a:cubicBezTo>
                  <a:cubicBezTo>
                    <a:pt x="1616" y="2103"/>
                    <a:pt x="1484" y="1970"/>
                    <a:pt x="1484" y="1808"/>
                  </a:cubicBezTo>
                  <a:cubicBezTo>
                    <a:pt x="1484" y="1646"/>
                    <a:pt x="1616" y="1513"/>
                    <a:pt x="1778" y="1513"/>
                  </a:cubicBezTo>
                  <a:close/>
                  <a:moveTo>
                    <a:pt x="2996" y="1513"/>
                  </a:moveTo>
                  <a:cubicBezTo>
                    <a:pt x="3158" y="1513"/>
                    <a:pt x="3290" y="1646"/>
                    <a:pt x="3290" y="1808"/>
                  </a:cubicBezTo>
                  <a:cubicBezTo>
                    <a:pt x="3290" y="1970"/>
                    <a:pt x="3158" y="2103"/>
                    <a:pt x="2996" y="2103"/>
                  </a:cubicBezTo>
                  <a:cubicBezTo>
                    <a:pt x="2834" y="2103"/>
                    <a:pt x="2701" y="1970"/>
                    <a:pt x="2701" y="1808"/>
                  </a:cubicBezTo>
                  <a:cubicBezTo>
                    <a:pt x="2701" y="1646"/>
                    <a:pt x="2834" y="1513"/>
                    <a:pt x="2996" y="1513"/>
                  </a:cubicBezTo>
                  <a:close/>
                  <a:moveTo>
                    <a:pt x="3006" y="2771"/>
                  </a:moveTo>
                  <a:cubicBezTo>
                    <a:pt x="3168" y="2771"/>
                    <a:pt x="3301" y="2902"/>
                    <a:pt x="3301" y="3065"/>
                  </a:cubicBezTo>
                  <a:cubicBezTo>
                    <a:pt x="3301" y="3228"/>
                    <a:pt x="3168" y="3360"/>
                    <a:pt x="3006" y="3360"/>
                  </a:cubicBezTo>
                  <a:lnTo>
                    <a:pt x="1768" y="3360"/>
                  </a:lnTo>
                  <a:cubicBezTo>
                    <a:pt x="1605" y="3360"/>
                    <a:pt x="1473" y="3228"/>
                    <a:pt x="1473" y="3065"/>
                  </a:cubicBezTo>
                  <a:cubicBezTo>
                    <a:pt x="1473" y="2902"/>
                    <a:pt x="1605" y="2771"/>
                    <a:pt x="1768" y="2771"/>
                  </a:cubicBezTo>
                  <a:close/>
                  <a:moveTo>
                    <a:pt x="2387" y="1"/>
                  </a:moveTo>
                  <a:cubicBezTo>
                    <a:pt x="1071" y="1"/>
                    <a:pt x="0" y="1071"/>
                    <a:pt x="0" y="2387"/>
                  </a:cubicBezTo>
                  <a:cubicBezTo>
                    <a:pt x="0" y="3703"/>
                    <a:pt x="1071" y="4773"/>
                    <a:pt x="2387" y="4773"/>
                  </a:cubicBezTo>
                  <a:cubicBezTo>
                    <a:pt x="3702" y="4773"/>
                    <a:pt x="4774" y="3703"/>
                    <a:pt x="4774" y="2387"/>
                  </a:cubicBezTo>
                  <a:cubicBezTo>
                    <a:pt x="4774" y="1071"/>
                    <a:pt x="3702" y="1"/>
                    <a:pt x="23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9"/>
            <p:cNvSpPr/>
            <p:nvPr/>
          </p:nvSpPr>
          <p:spPr>
            <a:xfrm>
              <a:off x="6535113" y="2808533"/>
              <a:ext cx="172497" cy="172460"/>
            </a:xfrm>
            <a:custGeom>
              <a:avLst/>
              <a:gdLst/>
              <a:ahLst/>
              <a:cxnLst/>
              <a:rect l="l" t="t" r="r" b="b"/>
              <a:pathLst>
                <a:path w="4774" h="4773" extrusionOk="0">
                  <a:moveTo>
                    <a:pt x="1553" y="1374"/>
                  </a:moveTo>
                  <a:cubicBezTo>
                    <a:pt x="1610" y="1374"/>
                    <a:pt x="1668" y="1391"/>
                    <a:pt x="1719" y="1425"/>
                  </a:cubicBezTo>
                  <a:lnTo>
                    <a:pt x="2012" y="1623"/>
                  </a:lnTo>
                  <a:cubicBezTo>
                    <a:pt x="2147" y="1715"/>
                    <a:pt x="2181" y="1898"/>
                    <a:pt x="2091" y="2033"/>
                  </a:cubicBezTo>
                  <a:cubicBezTo>
                    <a:pt x="2033" y="2117"/>
                    <a:pt x="1940" y="2162"/>
                    <a:pt x="1846" y="2162"/>
                  </a:cubicBezTo>
                  <a:cubicBezTo>
                    <a:pt x="1789" y="2162"/>
                    <a:pt x="1732" y="2146"/>
                    <a:pt x="1681" y="2112"/>
                  </a:cubicBezTo>
                  <a:lnTo>
                    <a:pt x="1388" y="1912"/>
                  </a:lnTo>
                  <a:cubicBezTo>
                    <a:pt x="1253" y="1821"/>
                    <a:pt x="1218" y="1637"/>
                    <a:pt x="1310" y="1503"/>
                  </a:cubicBezTo>
                  <a:cubicBezTo>
                    <a:pt x="1367" y="1419"/>
                    <a:pt x="1459" y="1374"/>
                    <a:pt x="1553" y="1374"/>
                  </a:cubicBezTo>
                  <a:close/>
                  <a:moveTo>
                    <a:pt x="3221" y="1374"/>
                  </a:moveTo>
                  <a:cubicBezTo>
                    <a:pt x="3315" y="1374"/>
                    <a:pt x="3408" y="1419"/>
                    <a:pt x="3464" y="1503"/>
                  </a:cubicBezTo>
                  <a:cubicBezTo>
                    <a:pt x="3556" y="1637"/>
                    <a:pt x="3521" y="1821"/>
                    <a:pt x="3386" y="1912"/>
                  </a:cubicBezTo>
                  <a:lnTo>
                    <a:pt x="3093" y="2112"/>
                  </a:lnTo>
                  <a:cubicBezTo>
                    <a:pt x="3042" y="2146"/>
                    <a:pt x="2985" y="2162"/>
                    <a:pt x="2928" y="2162"/>
                  </a:cubicBezTo>
                  <a:cubicBezTo>
                    <a:pt x="2834" y="2162"/>
                    <a:pt x="2741" y="2117"/>
                    <a:pt x="2683" y="2033"/>
                  </a:cubicBezTo>
                  <a:cubicBezTo>
                    <a:pt x="2593" y="1898"/>
                    <a:pt x="2628" y="1715"/>
                    <a:pt x="2762" y="1623"/>
                  </a:cubicBezTo>
                  <a:lnTo>
                    <a:pt x="3055" y="1425"/>
                  </a:lnTo>
                  <a:cubicBezTo>
                    <a:pt x="3106" y="1391"/>
                    <a:pt x="3164" y="1374"/>
                    <a:pt x="3221" y="1374"/>
                  </a:cubicBezTo>
                  <a:close/>
                  <a:moveTo>
                    <a:pt x="1734" y="2628"/>
                  </a:moveTo>
                  <a:cubicBezTo>
                    <a:pt x="1829" y="2628"/>
                    <a:pt x="1922" y="2674"/>
                    <a:pt x="1979" y="2759"/>
                  </a:cubicBezTo>
                  <a:cubicBezTo>
                    <a:pt x="2071" y="2895"/>
                    <a:pt x="2222" y="2976"/>
                    <a:pt x="2387" y="2976"/>
                  </a:cubicBezTo>
                  <a:cubicBezTo>
                    <a:pt x="2549" y="2976"/>
                    <a:pt x="2700" y="2896"/>
                    <a:pt x="2792" y="2762"/>
                  </a:cubicBezTo>
                  <a:cubicBezTo>
                    <a:pt x="2849" y="2679"/>
                    <a:pt x="2941" y="2634"/>
                    <a:pt x="3035" y="2634"/>
                  </a:cubicBezTo>
                  <a:cubicBezTo>
                    <a:pt x="3092" y="2634"/>
                    <a:pt x="3150" y="2650"/>
                    <a:pt x="3201" y="2685"/>
                  </a:cubicBezTo>
                  <a:cubicBezTo>
                    <a:pt x="3336" y="2777"/>
                    <a:pt x="3371" y="2960"/>
                    <a:pt x="3278" y="3095"/>
                  </a:cubicBezTo>
                  <a:cubicBezTo>
                    <a:pt x="3077" y="3389"/>
                    <a:pt x="2744" y="3565"/>
                    <a:pt x="2387" y="3565"/>
                  </a:cubicBezTo>
                  <a:cubicBezTo>
                    <a:pt x="2026" y="3565"/>
                    <a:pt x="1691" y="3386"/>
                    <a:pt x="1489" y="3087"/>
                  </a:cubicBezTo>
                  <a:cubicBezTo>
                    <a:pt x="1399" y="2951"/>
                    <a:pt x="1435" y="2768"/>
                    <a:pt x="1570" y="2678"/>
                  </a:cubicBezTo>
                  <a:cubicBezTo>
                    <a:pt x="1621" y="2644"/>
                    <a:pt x="1678" y="2628"/>
                    <a:pt x="1734" y="2628"/>
                  </a:cubicBezTo>
                  <a:close/>
                  <a:moveTo>
                    <a:pt x="2387" y="0"/>
                  </a:moveTo>
                  <a:cubicBezTo>
                    <a:pt x="1071" y="0"/>
                    <a:pt x="0" y="1071"/>
                    <a:pt x="0" y="2387"/>
                  </a:cubicBezTo>
                  <a:cubicBezTo>
                    <a:pt x="0" y="3702"/>
                    <a:pt x="1071" y="4773"/>
                    <a:pt x="2387" y="4773"/>
                  </a:cubicBezTo>
                  <a:cubicBezTo>
                    <a:pt x="3703" y="4773"/>
                    <a:pt x="4774" y="3702"/>
                    <a:pt x="4774" y="2387"/>
                  </a:cubicBezTo>
                  <a:cubicBezTo>
                    <a:pt x="4774" y="1071"/>
                    <a:pt x="3703" y="0"/>
                    <a:pt x="2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0" name="Google Shape;1790;p59"/>
          <p:cNvGrpSpPr/>
          <p:nvPr/>
        </p:nvGrpSpPr>
        <p:grpSpPr>
          <a:xfrm>
            <a:off x="3814471" y="2718690"/>
            <a:ext cx="251265" cy="363385"/>
            <a:chOff x="909608" y="3203028"/>
            <a:chExt cx="251265" cy="363385"/>
          </a:xfrm>
        </p:grpSpPr>
        <p:sp>
          <p:nvSpPr>
            <p:cNvPr id="1791" name="Google Shape;1791;p59"/>
            <p:cNvSpPr/>
            <p:nvPr/>
          </p:nvSpPr>
          <p:spPr>
            <a:xfrm>
              <a:off x="1045864" y="3397601"/>
              <a:ext cx="65617" cy="62365"/>
            </a:xfrm>
            <a:custGeom>
              <a:avLst/>
              <a:gdLst/>
              <a:ahLst/>
              <a:cxnLst/>
              <a:rect l="l" t="t" r="r" b="b"/>
              <a:pathLst>
                <a:path w="1816" h="1726" extrusionOk="0">
                  <a:moveTo>
                    <a:pt x="490" y="0"/>
                  </a:moveTo>
                  <a:cubicBezTo>
                    <a:pt x="323" y="96"/>
                    <a:pt x="159" y="161"/>
                    <a:pt x="1" y="198"/>
                  </a:cubicBezTo>
                  <a:lnTo>
                    <a:pt x="1" y="1726"/>
                  </a:lnTo>
                  <a:lnTo>
                    <a:pt x="1816" y="1726"/>
                  </a:lnTo>
                  <a:cubicBezTo>
                    <a:pt x="1467" y="1037"/>
                    <a:pt x="970" y="386"/>
                    <a:pt x="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9"/>
            <p:cNvSpPr/>
            <p:nvPr/>
          </p:nvSpPr>
          <p:spPr>
            <a:xfrm>
              <a:off x="959110" y="3397601"/>
              <a:ext cx="65508" cy="62365"/>
            </a:xfrm>
            <a:custGeom>
              <a:avLst/>
              <a:gdLst/>
              <a:ahLst/>
              <a:cxnLst/>
              <a:rect l="l" t="t" r="r" b="b"/>
              <a:pathLst>
                <a:path w="1813" h="1726" extrusionOk="0">
                  <a:moveTo>
                    <a:pt x="0" y="1726"/>
                  </a:moveTo>
                  <a:lnTo>
                    <a:pt x="1812" y="1726"/>
                  </a:lnTo>
                  <a:lnTo>
                    <a:pt x="1812" y="198"/>
                  </a:lnTo>
                  <a:cubicBezTo>
                    <a:pt x="1653" y="161"/>
                    <a:pt x="1491" y="96"/>
                    <a:pt x="1324" y="0"/>
                  </a:cubicBezTo>
                  <a:cubicBezTo>
                    <a:pt x="846" y="386"/>
                    <a:pt x="349" y="1037"/>
                    <a:pt x="0" y="17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9"/>
            <p:cNvSpPr/>
            <p:nvPr/>
          </p:nvSpPr>
          <p:spPr>
            <a:xfrm>
              <a:off x="943825" y="3481248"/>
              <a:ext cx="182867" cy="21282"/>
            </a:xfrm>
            <a:custGeom>
              <a:avLst/>
              <a:gdLst/>
              <a:ahLst/>
              <a:cxnLst/>
              <a:rect l="l" t="t" r="r" b="b"/>
              <a:pathLst>
                <a:path w="5061" h="589" extrusionOk="0">
                  <a:moveTo>
                    <a:pt x="5061" y="589"/>
                  </a:moveTo>
                  <a:cubicBezTo>
                    <a:pt x="5026" y="399"/>
                    <a:pt x="4969" y="200"/>
                    <a:pt x="4896" y="0"/>
                  </a:cubicBezTo>
                  <a:lnTo>
                    <a:pt x="166" y="0"/>
                  </a:lnTo>
                  <a:cubicBezTo>
                    <a:pt x="93" y="200"/>
                    <a:pt x="37" y="399"/>
                    <a:pt x="1" y="5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9"/>
            <p:cNvSpPr/>
            <p:nvPr/>
          </p:nvSpPr>
          <p:spPr>
            <a:xfrm>
              <a:off x="943862" y="3266910"/>
              <a:ext cx="182830" cy="55391"/>
            </a:xfrm>
            <a:custGeom>
              <a:avLst/>
              <a:gdLst/>
              <a:ahLst/>
              <a:cxnLst/>
              <a:rect l="l" t="t" r="r" b="b"/>
              <a:pathLst>
                <a:path w="5060" h="1533" extrusionOk="0">
                  <a:moveTo>
                    <a:pt x="1" y="0"/>
                  </a:moveTo>
                  <a:cubicBezTo>
                    <a:pt x="92" y="490"/>
                    <a:pt x="320" y="1033"/>
                    <a:pt x="615" y="1532"/>
                  </a:cubicBezTo>
                  <a:lnTo>
                    <a:pt x="4446" y="1532"/>
                  </a:lnTo>
                  <a:cubicBezTo>
                    <a:pt x="4741" y="1032"/>
                    <a:pt x="4969" y="490"/>
                    <a:pt x="5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9"/>
            <p:cNvSpPr/>
            <p:nvPr/>
          </p:nvSpPr>
          <p:spPr>
            <a:xfrm>
              <a:off x="980355" y="3343547"/>
              <a:ext cx="109915" cy="41191"/>
            </a:xfrm>
            <a:custGeom>
              <a:avLst/>
              <a:gdLst/>
              <a:ahLst/>
              <a:cxnLst/>
              <a:rect l="l" t="t" r="r" b="b"/>
              <a:pathLst>
                <a:path w="3042" h="1140" extrusionOk="0">
                  <a:moveTo>
                    <a:pt x="3041" y="1"/>
                  </a:moveTo>
                  <a:lnTo>
                    <a:pt x="0" y="1"/>
                  </a:lnTo>
                  <a:cubicBezTo>
                    <a:pt x="497" y="659"/>
                    <a:pt x="1076" y="1139"/>
                    <a:pt x="1518" y="1139"/>
                  </a:cubicBezTo>
                  <a:cubicBezTo>
                    <a:pt x="1962" y="1139"/>
                    <a:pt x="2543" y="659"/>
                    <a:pt x="30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9"/>
            <p:cNvSpPr/>
            <p:nvPr/>
          </p:nvSpPr>
          <p:spPr>
            <a:xfrm>
              <a:off x="909608" y="3203028"/>
              <a:ext cx="251265" cy="42600"/>
            </a:xfrm>
            <a:custGeom>
              <a:avLst/>
              <a:gdLst/>
              <a:ahLst/>
              <a:cxnLst/>
              <a:rect l="l" t="t" r="r" b="b"/>
              <a:pathLst>
                <a:path w="6954" h="1179" extrusionOk="0">
                  <a:moveTo>
                    <a:pt x="6658" y="1"/>
                  </a:moveTo>
                  <a:lnTo>
                    <a:pt x="295" y="1"/>
                  </a:lnTo>
                  <a:cubicBezTo>
                    <a:pt x="132" y="1"/>
                    <a:pt x="0" y="133"/>
                    <a:pt x="0" y="295"/>
                  </a:cubicBezTo>
                  <a:lnTo>
                    <a:pt x="0" y="590"/>
                  </a:lnTo>
                  <a:cubicBezTo>
                    <a:pt x="0" y="914"/>
                    <a:pt x="265" y="1179"/>
                    <a:pt x="590" y="1179"/>
                  </a:cubicBezTo>
                  <a:lnTo>
                    <a:pt x="6364" y="1179"/>
                  </a:lnTo>
                  <a:cubicBezTo>
                    <a:pt x="6688" y="1179"/>
                    <a:pt x="6953" y="914"/>
                    <a:pt x="6953" y="590"/>
                  </a:cubicBezTo>
                  <a:lnTo>
                    <a:pt x="6953" y="295"/>
                  </a:lnTo>
                  <a:cubicBezTo>
                    <a:pt x="6953" y="133"/>
                    <a:pt x="6821" y="1"/>
                    <a:pt x="6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9"/>
            <p:cNvSpPr/>
            <p:nvPr/>
          </p:nvSpPr>
          <p:spPr>
            <a:xfrm>
              <a:off x="909608" y="3523812"/>
              <a:ext cx="251265" cy="42600"/>
            </a:xfrm>
            <a:custGeom>
              <a:avLst/>
              <a:gdLst/>
              <a:ahLst/>
              <a:cxnLst/>
              <a:rect l="l" t="t" r="r" b="b"/>
              <a:pathLst>
                <a:path w="6954" h="1179" extrusionOk="0">
                  <a:moveTo>
                    <a:pt x="6364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89"/>
                  </a:cubicBezTo>
                  <a:lnTo>
                    <a:pt x="0" y="1179"/>
                  </a:lnTo>
                  <a:lnTo>
                    <a:pt x="6953" y="1179"/>
                  </a:lnTo>
                  <a:lnTo>
                    <a:pt x="6953" y="589"/>
                  </a:lnTo>
                  <a:cubicBezTo>
                    <a:pt x="6953" y="265"/>
                    <a:pt x="6689" y="0"/>
                    <a:pt x="63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8" name="Google Shape;1798;p59"/>
          <p:cNvGrpSpPr/>
          <p:nvPr/>
        </p:nvGrpSpPr>
        <p:grpSpPr>
          <a:xfrm>
            <a:off x="4426242" y="3361115"/>
            <a:ext cx="291517" cy="363385"/>
            <a:chOff x="2459692" y="3203028"/>
            <a:chExt cx="291517" cy="363385"/>
          </a:xfrm>
        </p:grpSpPr>
        <p:sp>
          <p:nvSpPr>
            <p:cNvPr id="1799" name="Google Shape;1799;p59"/>
            <p:cNvSpPr/>
            <p:nvPr/>
          </p:nvSpPr>
          <p:spPr>
            <a:xfrm>
              <a:off x="2459692" y="3203028"/>
              <a:ext cx="291517" cy="363385"/>
            </a:xfrm>
            <a:custGeom>
              <a:avLst/>
              <a:gdLst/>
              <a:ahLst/>
              <a:cxnLst/>
              <a:rect l="l" t="t" r="r" b="b"/>
              <a:pathLst>
                <a:path w="8068" h="10057" extrusionOk="0">
                  <a:moveTo>
                    <a:pt x="4828" y="1179"/>
                  </a:moveTo>
                  <a:cubicBezTo>
                    <a:pt x="4966" y="1179"/>
                    <a:pt x="5083" y="1275"/>
                    <a:pt x="5114" y="1404"/>
                  </a:cubicBezTo>
                  <a:cubicBezTo>
                    <a:pt x="5243" y="1435"/>
                    <a:pt x="5338" y="1552"/>
                    <a:pt x="5338" y="1689"/>
                  </a:cubicBezTo>
                  <a:cubicBezTo>
                    <a:pt x="5338" y="1828"/>
                    <a:pt x="5243" y="1944"/>
                    <a:pt x="5114" y="1976"/>
                  </a:cubicBezTo>
                  <a:cubicBezTo>
                    <a:pt x="5083" y="2104"/>
                    <a:pt x="4966" y="2200"/>
                    <a:pt x="4828" y="2200"/>
                  </a:cubicBezTo>
                  <a:cubicBezTo>
                    <a:pt x="4690" y="2200"/>
                    <a:pt x="4574" y="2104"/>
                    <a:pt x="4542" y="1976"/>
                  </a:cubicBezTo>
                  <a:cubicBezTo>
                    <a:pt x="4413" y="1944"/>
                    <a:pt x="4318" y="1828"/>
                    <a:pt x="4318" y="1689"/>
                  </a:cubicBezTo>
                  <a:cubicBezTo>
                    <a:pt x="4318" y="1552"/>
                    <a:pt x="4413" y="1435"/>
                    <a:pt x="4542" y="1404"/>
                  </a:cubicBezTo>
                  <a:cubicBezTo>
                    <a:pt x="4574" y="1275"/>
                    <a:pt x="4690" y="1179"/>
                    <a:pt x="4828" y="1179"/>
                  </a:cubicBezTo>
                  <a:close/>
                  <a:moveTo>
                    <a:pt x="5613" y="2456"/>
                  </a:moveTo>
                  <a:cubicBezTo>
                    <a:pt x="5752" y="2456"/>
                    <a:pt x="5868" y="2551"/>
                    <a:pt x="5900" y="2680"/>
                  </a:cubicBezTo>
                  <a:cubicBezTo>
                    <a:pt x="6028" y="2712"/>
                    <a:pt x="6124" y="2828"/>
                    <a:pt x="6124" y="2966"/>
                  </a:cubicBezTo>
                  <a:cubicBezTo>
                    <a:pt x="6124" y="3105"/>
                    <a:pt x="6028" y="3221"/>
                    <a:pt x="5900" y="3252"/>
                  </a:cubicBezTo>
                  <a:cubicBezTo>
                    <a:pt x="5868" y="3382"/>
                    <a:pt x="5752" y="3477"/>
                    <a:pt x="5613" y="3477"/>
                  </a:cubicBezTo>
                  <a:cubicBezTo>
                    <a:pt x="5476" y="3477"/>
                    <a:pt x="5359" y="3382"/>
                    <a:pt x="5328" y="3252"/>
                  </a:cubicBezTo>
                  <a:cubicBezTo>
                    <a:pt x="5199" y="3221"/>
                    <a:pt x="5103" y="3105"/>
                    <a:pt x="5103" y="2966"/>
                  </a:cubicBezTo>
                  <a:cubicBezTo>
                    <a:pt x="5103" y="2828"/>
                    <a:pt x="5199" y="2712"/>
                    <a:pt x="5328" y="2680"/>
                  </a:cubicBezTo>
                  <a:cubicBezTo>
                    <a:pt x="5359" y="2551"/>
                    <a:pt x="5476" y="2456"/>
                    <a:pt x="5613" y="2456"/>
                  </a:cubicBezTo>
                  <a:close/>
                  <a:moveTo>
                    <a:pt x="3468" y="1452"/>
                  </a:moveTo>
                  <a:cubicBezTo>
                    <a:pt x="3534" y="1452"/>
                    <a:pt x="3599" y="1474"/>
                    <a:pt x="3652" y="1517"/>
                  </a:cubicBezTo>
                  <a:cubicBezTo>
                    <a:pt x="3747" y="1593"/>
                    <a:pt x="3785" y="1718"/>
                    <a:pt x="3749" y="1834"/>
                  </a:cubicBezTo>
                  <a:cubicBezTo>
                    <a:pt x="3579" y="2384"/>
                    <a:pt x="3678" y="2968"/>
                    <a:pt x="4022" y="3435"/>
                  </a:cubicBezTo>
                  <a:cubicBezTo>
                    <a:pt x="4364" y="3899"/>
                    <a:pt x="4891" y="4165"/>
                    <a:pt x="5468" y="4165"/>
                  </a:cubicBezTo>
                  <a:cubicBezTo>
                    <a:pt x="5779" y="4165"/>
                    <a:pt x="6087" y="4084"/>
                    <a:pt x="6357" y="3930"/>
                  </a:cubicBezTo>
                  <a:cubicBezTo>
                    <a:pt x="6402" y="3904"/>
                    <a:pt x="6452" y="3891"/>
                    <a:pt x="6502" y="3891"/>
                  </a:cubicBezTo>
                  <a:cubicBezTo>
                    <a:pt x="6568" y="3891"/>
                    <a:pt x="6633" y="3913"/>
                    <a:pt x="6687" y="3956"/>
                  </a:cubicBezTo>
                  <a:cubicBezTo>
                    <a:pt x="6781" y="4031"/>
                    <a:pt x="6819" y="4157"/>
                    <a:pt x="6783" y="4273"/>
                  </a:cubicBezTo>
                  <a:cubicBezTo>
                    <a:pt x="6636" y="4749"/>
                    <a:pt x="6334" y="5177"/>
                    <a:pt x="5932" y="5477"/>
                  </a:cubicBezTo>
                  <a:cubicBezTo>
                    <a:pt x="5517" y="5788"/>
                    <a:pt x="5023" y="5953"/>
                    <a:pt x="4503" y="5953"/>
                  </a:cubicBezTo>
                  <a:cubicBezTo>
                    <a:pt x="3187" y="5953"/>
                    <a:pt x="2116" y="4882"/>
                    <a:pt x="2116" y="3565"/>
                  </a:cubicBezTo>
                  <a:cubicBezTo>
                    <a:pt x="2116" y="2710"/>
                    <a:pt x="2578" y="1915"/>
                    <a:pt x="3322" y="1490"/>
                  </a:cubicBezTo>
                  <a:cubicBezTo>
                    <a:pt x="3368" y="1465"/>
                    <a:pt x="3418" y="1452"/>
                    <a:pt x="3468" y="1452"/>
                  </a:cubicBezTo>
                  <a:close/>
                  <a:moveTo>
                    <a:pt x="4503" y="1"/>
                  </a:moveTo>
                  <a:cubicBezTo>
                    <a:pt x="3555" y="1"/>
                    <a:pt x="2661" y="373"/>
                    <a:pt x="1986" y="1048"/>
                  </a:cubicBezTo>
                  <a:cubicBezTo>
                    <a:pt x="1310" y="1723"/>
                    <a:pt x="939" y="2617"/>
                    <a:pt x="939" y="3566"/>
                  </a:cubicBezTo>
                  <a:lnTo>
                    <a:pt x="939" y="4303"/>
                  </a:lnTo>
                  <a:lnTo>
                    <a:pt x="50" y="5970"/>
                  </a:lnTo>
                  <a:cubicBezTo>
                    <a:pt x="1" y="6062"/>
                    <a:pt x="4" y="6172"/>
                    <a:pt x="57" y="6260"/>
                  </a:cubicBezTo>
                  <a:cubicBezTo>
                    <a:pt x="110" y="6349"/>
                    <a:pt x="206" y="6404"/>
                    <a:pt x="310" y="6404"/>
                  </a:cubicBezTo>
                  <a:lnTo>
                    <a:pt x="939" y="6404"/>
                  </a:lnTo>
                  <a:lnTo>
                    <a:pt x="939" y="7130"/>
                  </a:lnTo>
                  <a:cubicBezTo>
                    <a:pt x="939" y="8148"/>
                    <a:pt x="1766" y="8977"/>
                    <a:pt x="2785" y="8977"/>
                  </a:cubicBezTo>
                  <a:lnTo>
                    <a:pt x="3885" y="8977"/>
                  </a:lnTo>
                  <a:lnTo>
                    <a:pt x="3885" y="9762"/>
                  </a:lnTo>
                  <a:cubicBezTo>
                    <a:pt x="3885" y="9925"/>
                    <a:pt x="4017" y="10057"/>
                    <a:pt x="4179" y="10057"/>
                  </a:cubicBezTo>
                  <a:lnTo>
                    <a:pt x="7774" y="10057"/>
                  </a:lnTo>
                  <a:cubicBezTo>
                    <a:pt x="7936" y="10057"/>
                    <a:pt x="8068" y="9925"/>
                    <a:pt x="8068" y="9762"/>
                  </a:cubicBezTo>
                  <a:lnTo>
                    <a:pt x="8068" y="3566"/>
                  </a:lnTo>
                  <a:cubicBezTo>
                    <a:pt x="8068" y="2617"/>
                    <a:pt x="7696" y="1723"/>
                    <a:pt x="7021" y="1048"/>
                  </a:cubicBezTo>
                  <a:cubicBezTo>
                    <a:pt x="6346" y="373"/>
                    <a:pt x="5452" y="1"/>
                    <a:pt x="4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9"/>
            <p:cNvSpPr/>
            <p:nvPr/>
          </p:nvSpPr>
          <p:spPr>
            <a:xfrm>
              <a:off x="2557431" y="3292167"/>
              <a:ext cx="114974" cy="104676"/>
            </a:xfrm>
            <a:custGeom>
              <a:avLst/>
              <a:gdLst/>
              <a:ahLst/>
              <a:cxnLst/>
              <a:rect l="l" t="t" r="r" b="b"/>
              <a:pathLst>
                <a:path w="3182" h="2897" extrusionOk="0">
                  <a:moveTo>
                    <a:pt x="375" y="0"/>
                  </a:moveTo>
                  <a:cubicBezTo>
                    <a:pt x="136" y="310"/>
                    <a:pt x="0" y="695"/>
                    <a:pt x="0" y="1098"/>
                  </a:cubicBezTo>
                  <a:cubicBezTo>
                    <a:pt x="0" y="2090"/>
                    <a:pt x="807" y="2897"/>
                    <a:pt x="1798" y="2897"/>
                  </a:cubicBezTo>
                  <a:cubicBezTo>
                    <a:pt x="2348" y="2897"/>
                    <a:pt x="2848" y="2652"/>
                    <a:pt x="3182" y="2250"/>
                  </a:cubicBezTo>
                  <a:lnTo>
                    <a:pt x="3182" y="2250"/>
                  </a:lnTo>
                  <a:cubicBezTo>
                    <a:pt x="3044" y="2274"/>
                    <a:pt x="2903" y="2286"/>
                    <a:pt x="2762" y="2286"/>
                  </a:cubicBezTo>
                  <a:cubicBezTo>
                    <a:pt x="1996" y="2286"/>
                    <a:pt x="1297" y="1934"/>
                    <a:pt x="843" y="1317"/>
                  </a:cubicBezTo>
                  <a:cubicBezTo>
                    <a:pt x="553" y="924"/>
                    <a:pt x="394" y="468"/>
                    <a:pt x="3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59"/>
          <p:cNvGrpSpPr/>
          <p:nvPr/>
        </p:nvGrpSpPr>
        <p:grpSpPr>
          <a:xfrm>
            <a:off x="4435591" y="2077115"/>
            <a:ext cx="291517" cy="363385"/>
            <a:chOff x="7167179" y="3203028"/>
            <a:chExt cx="291517" cy="363385"/>
          </a:xfrm>
        </p:grpSpPr>
        <p:sp>
          <p:nvSpPr>
            <p:cNvPr id="1802" name="Google Shape;1802;p59"/>
            <p:cNvSpPr/>
            <p:nvPr/>
          </p:nvSpPr>
          <p:spPr>
            <a:xfrm>
              <a:off x="7301809" y="3273486"/>
              <a:ext cx="56078" cy="116744"/>
            </a:xfrm>
            <a:custGeom>
              <a:avLst/>
              <a:gdLst/>
              <a:ahLst/>
              <a:cxnLst/>
              <a:rect l="l" t="t" r="r" b="b"/>
              <a:pathLst>
                <a:path w="1552" h="3231" extrusionOk="0">
                  <a:moveTo>
                    <a:pt x="776" y="1"/>
                  </a:moveTo>
                  <a:cubicBezTo>
                    <a:pt x="287" y="392"/>
                    <a:pt x="0" y="982"/>
                    <a:pt x="0" y="1615"/>
                  </a:cubicBezTo>
                  <a:cubicBezTo>
                    <a:pt x="0" y="2249"/>
                    <a:pt x="287" y="2839"/>
                    <a:pt x="776" y="3230"/>
                  </a:cubicBezTo>
                  <a:cubicBezTo>
                    <a:pt x="1265" y="2839"/>
                    <a:pt x="1552" y="2249"/>
                    <a:pt x="1552" y="1615"/>
                  </a:cubicBezTo>
                  <a:cubicBezTo>
                    <a:pt x="1552" y="982"/>
                    <a:pt x="1265" y="392"/>
                    <a:pt x="7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9"/>
            <p:cNvSpPr/>
            <p:nvPr/>
          </p:nvSpPr>
          <p:spPr>
            <a:xfrm>
              <a:off x="7260762" y="3312618"/>
              <a:ext cx="35663" cy="72157"/>
            </a:xfrm>
            <a:custGeom>
              <a:avLst/>
              <a:gdLst/>
              <a:ahLst/>
              <a:cxnLst/>
              <a:rect l="l" t="t" r="r" b="b"/>
              <a:pathLst>
                <a:path w="987" h="1997" extrusionOk="0">
                  <a:moveTo>
                    <a:pt x="134" y="0"/>
                  </a:moveTo>
                  <a:lnTo>
                    <a:pt x="134" y="0"/>
                  </a:lnTo>
                  <a:cubicBezTo>
                    <a:pt x="0" y="508"/>
                    <a:pt x="97" y="1048"/>
                    <a:pt x="406" y="1479"/>
                  </a:cubicBezTo>
                  <a:cubicBezTo>
                    <a:pt x="562" y="1697"/>
                    <a:pt x="761" y="1871"/>
                    <a:pt x="986" y="1996"/>
                  </a:cubicBezTo>
                  <a:cubicBezTo>
                    <a:pt x="704" y="1569"/>
                    <a:pt x="547" y="1063"/>
                    <a:pt x="547" y="533"/>
                  </a:cubicBezTo>
                  <a:cubicBezTo>
                    <a:pt x="547" y="384"/>
                    <a:pt x="560" y="236"/>
                    <a:pt x="584" y="92"/>
                  </a:cubicBezTo>
                  <a:cubicBezTo>
                    <a:pt x="439" y="42"/>
                    <a:pt x="287" y="12"/>
                    <a:pt x="1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9"/>
            <p:cNvSpPr/>
            <p:nvPr/>
          </p:nvSpPr>
          <p:spPr>
            <a:xfrm>
              <a:off x="7167179" y="3203028"/>
              <a:ext cx="291517" cy="363385"/>
            </a:xfrm>
            <a:custGeom>
              <a:avLst/>
              <a:gdLst/>
              <a:ahLst/>
              <a:cxnLst/>
              <a:rect l="l" t="t" r="r" b="b"/>
              <a:pathLst>
                <a:path w="8068" h="10057" extrusionOk="0">
                  <a:moveTo>
                    <a:pt x="4502" y="1293"/>
                  </a:moveTo>
                  <a:cubicBezTo>
                    <a:pt x="4558" y="1293"/>
                    <a:pt x="4615" y="1309"/>
                    <a:pt x="4664" y="1341"/>
                  </a:cubicBezTo>
                  <a:cubicBezTo>
                    <a:pt x="5165" y="1669"/>
                    <a:pt x="5532" y="2148"/>
                    <a:pt x="5721" y="2696"/>
                  </a:cubicBezTo>
                  <a:cubicBezTo>
                    <a:pt x="5969" y="2611"/>
                    <a:pt x="6229" y="2567"/>
                    <a:pt x="6491" y="2567"/>
                  </a:cubicBezTo>
                  <a:cubicBezTo>
                    <a:pt x="6576" y="2567"/>
                    <a:pt x="6661" y="2572"/>
                    <a:pt x="6745" y="2581"/>
                  </a:cubicBezTo>
                  <a:cubicBezTo>
                    <a:pt x="6862" y="2594"/>
                    <a:pt x="6960" y="2674"/>
                    <a:pt x="6995" y="2786"/>
                  </a:cubicBezTo>
                  <a:cubicBezTo>
                    <a:pt x="7234" y="3548"/>
                    <a:pt x="7075" y="4372"/>
                    <a:pt x="6568" y="4989"/>
                  </a:cubicBezTo>
                  <a:cubicBezTo>
                    <a:pt x="6118" y="5537"/>
                    <a:pt x="5449" y="5851"/>
                    <a:pt x="4746" y="5851"/>
                  </a:cubicBezTo>
                  <a:cubicBezTo>
                    <a:pt x="4642" y="5851"/>
                    <a:pt x="4538" y="5840"/>
                    <a:pt x="4434" y="5840"/>
                  </a:cubicBezTo>
                  <a:cubicBezTo>
                    <a:pt x="3674" y="5840"/>
                    <a:pt x="2963" y="5477"/>
                    <a:pt x="2518" y="4855"/>
                  </a:cubicBezTo>
                  <a:cubicBezTo>
                    <a:pt x="2053" y="4207"/>
                    <a:pt x="1948" y="3375"/>
                    <a:pt x="2237" y="2630"/>
                  </a:cubicBezTo>
                  <a:cubicBezTo>
                    <a:pt x="2279" y="2521"/>
                    <a:pt x="2382" y="2446"/>
                    <a:pt x="2499" y="2442"/>
                  </a:cubicBezTo>
                  <a:cubicBezTo>
                    <a:pt x="2532" y="2441"/>
                    <a:pt x="2565" y="2440"/>
                    <a:pt x="2598" y="2440"/>
                  </a:cubicBezTo>
                  <a:cubicBezTo>
                    <a:pt x="2848" y="2440"/>
                    <a:pt x="3098" y="2480"/>
                    <a:pt x="3335" y="2557"/>
                  </a:cubicBezTo>
                  <a:cubicBezTo>
                    <a:pt x="3536" y="2068"/>
                    <a:pt x="3882" y="1641"/>
                    <a:pt x="4341" y="1341"/>
                  </a:cubicBezTo>
                  <a:cubicBezTo>
                    <a:pt x="4390" y="1309"/>
                    <a:pt x="4446" y="1293"/>
                    <a:pt x="4502" y="1293"/>
                  </a:cubicBezTo>
                  <a:close/>
                  <a:moveTo>
                    <a:pt x="4502" y="1"/>
                  </a:moveTo>
                  <a:cubicBezTo>
                    <a:pt x="3553" y="1"/>
                    <a:pt x="2659" y="373"/>
                    <a:pt x="1984" y="1048"/>
                  </a:cubicBezTo>
                  <a:cubicBezTo>
                    <a:pt x="1309" y="1723"/>
                    <a:pt x="937" y="2617"/>
                    <a:pt x="937" y="3566"/>
                  </a:cubicBezTo>
                  <a:lnTo>
                    <a:pt x="937" y="4303"/>
                  </a:lnTo>
                  <a:lnTo>
                    <a:pt x="49" y="5970"/>
                  </a:lnTo>
                  <a:cubicBezTo>
                    <a:pt x="1" y="6062"/>
                    <a:pt x="3" y="6172"/>
                    <a:pt x="56" y="6260"/>
                  </a:cubicBezTo>
                  <a:cubicBezTo>
                    <a:pt x="110" y="6349"/>
                    <a:pt x="206" y="6404"/>
                    <a:pt x="309" y="6404"/>
                  </a:cubicBezTo>
                  <a:lnTo>
                    <a:pt x="937" y="6404"/>
                  </a:lnTo>
                  <a:lnTo>
                    <a:pt x="937" y="7130"/>
                  </a:lnTo>
                  <a:cubicBezTo>
                    <a:pt x="937" y="8148"/>
                    <a:pt x="1766" y="8977"/>
                    <a:pt x="2784" y="8977"/>
                  </a:cubicBezTo>
                  <a:lnTo>
                    <a:pt x="3883" y="8977"/>
                  </a:lnTo>
                  <a:lnTo>
                    <a:pt x="3883" y="9762"/>
                  </a:lnTo>
                  <a:cubicBezTo>
                    <a:pt x="3883" y="9925"/>
                    <a:pt x="4015" y="10057"/>
                    <a:pt x="4178" y="10057"/>
                  </a:cubicBezTo>
                  <a:lnTo>
                    <a:pt x="7772" y="10057"/>
                  </a:lnTo>
                  <a:cubicBezTo>
                    <a:pt x="7936" y="10057"/>
                    <a:pt x="8067" y="9925"/>
                    <a:pt x="8067" y="9762"/>
                  </a:cubicBezTo>
                  <a:lnTo>
                    <a:pt x="8067" y="3566"/>
                  </a:lnTo>
                  <a:cubicBezTo>
                    <a:pt x="8067" y="2617"/>
                    <a:pt x="7695" y="1723"/>
                    <a:pt x="7021" y="1048"/>
                  </a:cubicBezTo>
                  <a:cubicBezTo>
                    <a:pt x="6345" y="373"/>
                    <a:pt x="5451" y="1"/>
                    <a:pt x="4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9"/>
            <p:cNvSpPr/>
            <p:nvPr/>
          </p:nvSpPr>
          <p:spPr>
            <a:xfrm>
              <a:off x="7359982" y="3317062"/>
              <a:ext cx="45057" cy="72446"/>
            </a:xfrm>
            <a:custGeom>
              <a:avLst/>
              <a:gdLst/>
              <a:ahLst/>
              <a:cxnLst/>
              <a:rect l="l" t="t" r="r" b="b"/>
              <a:pathLst>
                <a:path w="1247" h="2005" extrusionOk="0">
                  <a:moveTo>
                    <a:pt x="1146" y="0"/>
                  </a:moveTo>
                  <a:cubicBezTo>
                    <a:pt x="930" y="1"/>
                    <a:pt x="716" y="42"/>
                    <a:pt x="515" y="120"/>
                  </a:cubicBezTo>
                  <a:cubicBezTo>
                    <a:pt x="526" y="215"/>
                    <a:pt x="531" y="312"/>
                    <a:pt x="531" y="409"/>
                  </a:cubicBezTo>
                  <a:cubicBezTo>
                    <a:pt x="531" y="995"/>
                    <a:pt x="341" y="1551"/>
                    <a:pt x="0" y="2004"/>
                  </a:cubicBezTo>
                  <a:cubicBezTo>
                    <a:pt x="300" y="1898"/>
                    <a:pt x="570" y="1712"/>
                    <a:pt x="776" y="1459"/>
                  </a:cubicBezTo>
                  <a:cubicBezTo>
                    <a:pt x="1114" y="1048"/>
                    <a:pt x="1246" y="516"/>
                    <a:pt x="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0" name="Google Shape;1810;p60"/>
          <p:cNvGrpSpPr/>
          <p:nvPr/>
        </p:nvGrpSpPr>
        <p:grpSpPr>
          <a:xfrm>
            <a:off x="4746475" y="1373600"/>
            <a:ext cx="3383400" cy="2396300"/>
            <a:chOff x="4746475" y="1314450"/>
            <a:chExt cx="3383400" cy="2396300"/>
          </a:xfrm>
        </p:grpSpPr>
        <p:sp>
          <p:nvSpPr>
            <p:cNvPr id="1811" name="Google Shape;1811;p60"/>
            <p:cNvSpPr/>
            <p:nvPr/>
          </p:nvSpPr>
          <p:spPr>
            <a:xfrm>
              <a:off x="4746475" y="1314450"/>
              <a:ext cx="3383400" cy="1993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60"/>
            <p:cNvSpPr/>
            <p:nvPr/>
          </p:nvSpPr>
          <p:spPr>
            <a:xfrm>
              <a:off x="6325825" y="3264275"/>
              <a:ext cx="224700" cy="3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60"/>
            <p:cNvSpPr/>
            <p:nvPr/>
          </p:nvSpPr>
          <p:spPr>
            <a:xfrm>
              <a:off x="5760625" y="3563750"/>
              <a:ext cx="1355100" cy="147000"/>
            </a:xfrm>
            <a:prstGeom prst="trapezoid">
              <a:avLst>
                <a:gd name="adj" fmla="val 13751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4" name="Google Shape;1814;p60"/>
          <p:cNvSpPr txBox="1">
            <a:spLocks noGrp="1"/>
          </p:cNvSpPr>
          <p:nvPr>
            <p:ph type="title"/>
          </p:nvPr>
        </p:nvSpPr>
        <p:spPr>
          <a:xfrm>
            <a:off x="720000" y="1830900"/>
            <a:ext cx="3383400" cy="5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</a:t>
            </a:r>
            <a:endParaRPr/>
          </a:p>
        </p:txBody>
      </p:sp>
      <p:sp>
        <p:nvSpPr>
          <p:cNvPr id="1815" name="Google Shape;1815;p60"/>
          <p:cNvSpPr txBox="1">
            <a:spLocks noGrp="1"/>
          </p:cNvSpPr>
          <p:nvPr>
            <p:ph type="subTitle" idx="1"/>
          </p:nvPr>
        </p:nvSpPr>
        <p:spPr>
          <a:xfrm>
            <a:off x="720000" y="2402131"/>
            <a:ext cx="33834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right-click on it and select “Replace image”</a:t>
            </a:r>
            <a:endParaRPr/>
          </a:p>
        </p:txBody>
      </p:sp>
      <p:pic>
        <p:nvPicPr>
          <p:cNvPr id="1816" name="Google Shape;18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250" y="1418526"/>
            <a:ext cx="3291840" cy="1854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61"/>
          <p:cNvSpPr/>
          <p:nvPr/>
        </p:nvSpPr>
        <p:spPr>
          <a:xfrm>
            <a:off x="1417687" y="2543850"/>
            <a:ext cx="7914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2" name="Google Shape;1822;p61"/>
          <p:cNvSpPr/>
          <p:nvPr/>
        </p:nvSpPr>
        <p:spPr>
          <a:xfrm>
            <a:off x="2795896" y="2543850"/>
            <a:ext cx="7914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3" name="Google Shape;1823;p61"/>
          <p:cNvSpPr/>
          <p:nvPr/>
        </p:nvSpPr>
        <p:spPr>
          <a:xfrm>
            <a:off x="4174055" y="2543850"/>
            <a:ext cx="7914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4" name="Google Shape;1824;p61"/>
          <p:cNvSpPr/>
          <p:nvPr/>
        </p:nvSpPr>
        <p:spPr>
          <a:xfrm>
            <a:off x="5552215" y="2543850"/>
            <a:ext cx="7914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5" name="Google Shape;1825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TIMELINE</a:t>
            </a:r>
            <a:endParaRPr/>
          </a:p>
        </p:txBody>
      </p:sp>
      <p:sp>
        <p:nvSpPr>
          <p:cNvPr id="1826" name="Google Shape;1826;p61"/>
          <p:cNvSpPr txBox="1"/>
          <p:nvPr/>
        </p:nvSpPr>
        <p:spPr>
          <a:xfrm>
            <a:off x="835237" y="13005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Venus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7" name="Google Shape;1827;p61"/>
          <p:cNvSpPr txBox="1"/>
          <p:nvPr/>
        </p:nvSpPr>
        <p:spPr>
          <a:xfrm>
            <a:off x="835237" y="16873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Venus is the second planet from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28" name="Google Shape;1828;p61"/>
          <p:cNvSpPr txBox="1"/>
          <p:nvPr/>
        </p:nvSpPr>
        <p:spPr>
          <a:xfrm>
            <a:off x="2215340" y="35553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Mercury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9" name="Google Shape;1829;p61"/>
          <p:cNvSpPr txBox="1"/>
          <p:nvPr/>
        </p:nvSpPr>
        <p:spPr>
          <a:xfrm>
            <a:off x="2215340" y="3947323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Mercury is the closest planet to the Sun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30" name="Google Shape;1830;p61"/>
          <p:cNvSpPr txBox="1"/>
          <p:nvPr/>
        </p:nvSpPr>
        <p:spPr>
          <a:xfrm>
            <a:off x="3593043" y="13005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Mars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1" name="Google Shape;1831;p61"/>
          <p:cNvSpPr txBox="1"/>
          <p:nvPr/>
        </p:nvSpPr>
        <p:spPr>
          <a:xfrm>
            <a:off x="3593043" y="16873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Despite being red, Mars is a cold place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32" name="Google Shape;1832;p61"/>
          <p:cNvSpPr txBox="1"/>
          <p:nvPr/>
        </p:nvSpPr>
        <p:spPr>
          <a:xfrm>
            <a:off x="4973146" y="35500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Saturn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3" name="Google Shape;1833;p61"/>
          <p:cNvSpPr txBox="1"/>
          <p:nvPr/>
        </p:nvSpPr>
        <p:spPr>
          <a:xfrm>
            <a:off x="4973146" y="3940004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Saturn is a gas giant and has several rings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834" name="Google Shape;1834;p61"/>
          <p:cNvCxnSpPr>
            <a:stCxn id="1821" idx="3"/>
            <a:endCxn id="1822" idx="1"/>
          </p:cNvCxnSpPr>
          <p:nvPr/>
        </p:nvCxnSpPr>
        <p:spPr>
          <a:xfrm>
            <a:off x="2209087" y="2916300"/>
            <a:ext cx="58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5" name="Google Shape;1835;p61"/>
          <p:cNvCxnSpPr>
            <a:stCxn id="1822" idx="3"/>
            <a:endCxn id="1823" idx="1"/>
          </p:cNvCxnSpPr>
          <p:nvPr/>
        </p:nvCxnSpPr>
        <p:spPr>
          <a:xfrm>
            <a:off x="3587296" y="2916300"/>
            <a:ext cx="58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6" name="Google Shape;1836;p61"/>
          <p:cNvCxnSpPr>
            <a:stCxn id="1823" idx="3"/>
            <a:endCxn id="1824" idx="1"/>
          </p:cNvCxnSpPr>
          <p:nvPr/>
        </p:nvCxnSpPr>
        <p:spPr>
          <a:xfrm>
            <a:off x="4965455" y="2916300"/>
            <a:ext cx="58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7" name="Google Shape;1837;p61"/>
          <p:cNvSpPr/>
          <p:nvPr/>
        </p:nvSpPr>
        <p:spPr>
          <a:xfrm>
            <a:off x="6933298" y="2543850"/>
            <a:ext cx="7914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30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38" name="Google Shape;1838;p61"/>
          <p:cNvCxnSpPr>
            <a:stCxn id="1824" idx="3"/>
            <a:endCxn id="1837" idx="1"/>
          </p:cNvCxnSpPr>
          <p:nvPr/>
        </p:nvCxnSpPr>
        <p:spPr>
          <a:xfrm>
            <a:off x="6343615" y="2916300"/>
            <a:ext cx="58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9" name="Google Shape;1839;p61"/>
          <p:cNvSpPr txBox="1"/>
          <p:nvPr/>
        </p:nvSpPr>
        <p:spPr>
          <a:xfrm>
            <a:off x="6350848" y="13005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Jupiter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0" name="Google Shape;1840;p61"/>
          <p:cNvSpPr txBox="1"/>
          <p:nvPr/>
        </p:nvSpPr>
        <p:spPr>
          <a:xfrm>
            <a:off x="6350848" y="16873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Jupiter is the biggest planet of them all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62"/>
          <p:cNvSpPr txBox="1">
            <a:spLocks noGrp="1"/>
          </p:cNvSpPr>
          <p:nvPr>
            <p:ph type="subTitle" idx="1"/>
          </p:nvPr>
        </p:nvSpPr>
        <p:spPr>
          <a:xfrm>
            <a:off x="720000" y="1499900"/>
            <a:ext cx="5425200" cy="27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Mercury is the closest planet to the Sun and the smallest one in the Solar System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Mercury’s name has nothing to do with the liquid metal, since Mercury was named after a Roman god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Venus has a beautiful name and is the second planet from the Sun. It’s terribly hot, even hotter than Mercury, and its atmosphere is extremely poisonous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Earth is the third planet from the Sun and the only one that harbors life in the Solar System</a:t>
            </a:r>
            <a:endParaRPr/>
          </a:p>
        </p:txBody>
      </p:sp>
      <p:sp>
        <p:nvSpPr>
          <p:cNvPr id="1846" name="Google Shape;184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63"/>
          <p:cNvSpPr txBox="1">
            <a:spLocks noGrp="1"/>
          </p:cNvSpPr>
          <p:nvPr>
            <p:ph type="subTitle" idx="1"/>
          </p:nvPr>
        </p:nvSpPr>
        <p:spPr>
          <a:xfrm>
            <a:off x="2338688" y="1606650"/>
            <a:ext cx="44667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Do you have any questions?</a:t>
            </a:r>
            <a:endParaRPr sz="18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youremail@freepik.com </a:t>
            </a:r>
            <a:endParaRPr sz="1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+91  620 421 838 </a:t>
            </a:r>
            <a:endParaRPr sz="1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yourwebsite.com</a:t>
            </a:r>
            <a:endParaRPr sz="1400"/>
          </a:p>
        </p:txBody>
      </p:sp>
      <p:sp>
        <p:nvSpPr>
          <p:cNvPr id="1852" name="Google Shape;1852;p63"/>
          <p:cNvSpPr txBox="1">
            <a:spLocks noGrp="1"/>
          </p:cNvSpPr>
          <p:nvPr>
            <p:ph type="ctrTitle"/>
          </p:nvPr>
        </p:nvSpPr>
        <p:spPr>
          <a:xfrm>
            <a:off x="2338613" y="706175"/>
            <a:ext cx="4466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853" name="Google Shape;1853;p63"/>
          <p:cNvSpPr txBox="1"/>
          <p:nvPr/>
        </p:nvSpPr>
        <p:spPr>
          <a:xfrm>
            <a:off x="2338675" y="3479150"/>
            <a:ext cx="44667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1854" name="Google Shape;1854;p63"/>
          <p:cNvGrpSpPr/>
          <p:nvPr/>
        </p:nvGrpSpPr>
        <p:grpSpPr>
          <a:xfrm>
            <a:off x="3485424" y="2925500"/>
            <a:ext cx="387681" cy="387661"/>
            <a:chOff x="266768" y="1721375"/>
            <a:chExt cx="397907" cy="397887"/>
          </a:xfrm>
        </p:grpSpPr>
        <p:sp>
          <p:nvSpPr>
            <p:cNvPr id="1855" name="Google Shape;1855;p63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3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7" name="Google Shape;1857;p63"/>
          <p:cNvGrpSpPr/>
          <p:nvPr/>
        </p:nvGrpSpPr>
        <p:grpSpPr>
          <a:xfrm>
            <a:off x="5270920" y="2925262"/>
            <a:ext cx="387661" cy="387661"/>
            <a:chOff x="1379798" y="1723250"/>
            <a:chExt cx="397887" cy="397887"/>
          </a:xfrm>
        </p:grpSpPr>
        <p:sp>
          <p:nvSpPr>
            <p:cNvPr id="1858" name="Google Shape;1858;p63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3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3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3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2" name="Google Shape;1862;p63"/>
          <p:cNvGrpSpPr/>
          <p:nvPr/>
        </p:nvGrpSpPr>
        <p:grpSpPr>
          <a:xfrm>
            <a:off x="4385830" y="2925262"/>
            <a:ext cx="387641" cy="387661"/>
            <a:chOff x="864491" y="1723250"/>
            <a:chExt cx="397866" cy="397887"/>
          </a:xfrm>
        </p:grpSpPr>
        <p:sp>
          <p:nvSpPr>
            <p:cNvPr id="1863" name="Google Shape;1863;p63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3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3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bsessive-Compulsive Mood Disorder Treatment Case Report by Slidesgo">
  <a:themeElements>
    <a:clrScheme name="Simple Light">
      <a:dk1>
        <a:srgbClr val="5B1A31"/>
      </a:dk1>
      <a:lt1>
        <a:srgbClr val="F2E5DB"/>
      </a:lt1>
      <a:dk2>
        <a:srgbClr val="BB9566"/>
      </a:dk2>
      <a:lt2>
        <a:srgbClr val="A5482F"/>
      </a:lt2>
      <a:accent1>
        <a:srgbClr val="FFB229"/>
      </a:accent1>
      <a:accent2>
        <a:srgbClr val="968E29"/>
      </a:accent2>
      <a:accent3>
        <a:srgbClr val="6D6D14"/>
      </a:accent3>
      <a:accent4>
        <a:srgbClr val="BA6642"/>
      </a:accent4>
      <a:accent5>
        <a:srgbClr val="FFFFFF"/>
      </a:accent5>
      <a:accent6>
        <a:srgbClr val="FFFFFF"/>
      </a:accent6>
      <a:hlink>
        <a:srgbClr val="5B1A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1227</Words>
  <Application>Microsoft Office PowerPoint</Application>
  <PresentationFormat>Экран (16:9)</PresentationFormat>
  <Paragraphs>228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Nunito Sans</vt:lpstr>
      <vt:lpstr>Bebas Neue</vt:lpstr>
      <vt:lpstr>PT Sans</vt:lpstr>
      <vt:lpstr>Montserrat</vt:lpstr>
      <vt:lpstr>Anaheim</vt:lpstr>
      <vt:lpstr>Arial</vt:lpstr>
      <vt:lpstr>Obsessive-Compulsive Mood Disorder Treatment Case Report by Slidesgo</vt:lpstr>
      <vt:lpstr>OBSESSIVE-COMPULSIVE MOOD DISORDER TREATMENT CASE REPORT</vt:lpstr>
      <vt:lpstr>CONTENTS OF THIS TEMPLATE</vt:lpstr>
      <vt:lpstr>01</vt:lpstr>
      <vt:lpstr>IDENTIFYING INFORMATION</vt:lpstr>
      <vt:lpstr>PATIENT MEDICAL HISTORY</vt:lpstr>
      <vt:lpstr>REVIEW OF SYSTEMS</vt:lpstr>
      <vt:lpstr>PHYSICAL EXAMINATION</vt:lpstr>
      <vt:lpstr>DISCUSSION</vt:lpstr>
      <vt:lpstr>DISCUSSION SUMMARY</vt:lpstr>
      <vt:lpstr>COMPARISON</vt:lpstr>
      <vt:lpstr>DIAGNOSIS</vt:lpstr>
      <vt:lpstr>EXPERTS AROUND THE WORLD</vt:lpstr>
      <vt:lpstr>—SOMEONE FAMOUS</vt:lpstr>
      <vt:lpstr>TREATMENT</vt:lpstr>
      <vt:lpstr>PATIENT MONITORING</vt:lpstr>
      <vt:lpstr>MONITORING FOR ONE YEAR</vt:lpstr>
      <vt:lpstr>9h 55m 23s</vt:lpstr>
      <vt:lpstr>TREATMENT ADVANCES</vt:lpstr>
      <vt:lpstr>RESULTS</vt:lpstr>
      <vt:lpstr>CONTRAINDICATIONS &amp; INDICATIONS </vt:lpstr>
      <vt:lpstr>POST-PREVENTION</vt:lpstr>
      <vt:lpstr>MOCKUP</vt:lpstr>
      <vt:lpstr>CASE TIMELINE</vt:lpstr>
      <vt:lpstr>CONCLUSIONS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OBSESSIVE-COMPULSIVE MOOD DISORDER TREATMENT CASE REPORT</dc:title>
  <cp:lastModifiedBy>я</cp:lastModifiedBy>
  <cp:revision>1</cp:revision>
  <dcterms:modified xsi:type="dcterms:W3CDTF">2026-02-19T08:13:52Z</dcterms:modified>
</cp:coreProperties>
</file>
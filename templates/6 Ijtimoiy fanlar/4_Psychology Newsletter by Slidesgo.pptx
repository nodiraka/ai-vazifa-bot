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Open Sans" panose="020B0604020202020204" charset="0"/>
      <p:regular r:id="rId23"/>
      <p:bold r:id="rId24"/>
      <p:italic r:id="rId25"/>
      <p:boldItalic r:id="rId26"/>
    </p:embeddedFont>
    <p:embeddedFont>
      <p:font typeface="Bebas Neue" panose="020B0604020202020204" charset="0"/>
      <p:regular r:id="rId27"/>
    </p:embeddedFont>
    <p:embeddedFont>
      <p:font typeface="MuseoModerno Medium" panose="020B0604020202020204" charset="0"/>
      <p:regular r:id="rId28"/>
      <p:bold r:id="rId29"/>
      <p:italic r:id="rId30"/>
      <p:boldItalic r:id="rId31"/>
    </p:embeddedFont>
    <p:embeddedFont>
      <p:font typeface="Raleway" panose="020B0604020202020204" charset="-52"/>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709FF9-A131-4BEC-AD98-EF8B3A77F85B}">
  <a:tblStyle styleId="{C1709FF9-A131-4BEC-AD98-EF8B3A77F85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A355EC-7294-4A6D-AB41-C4AFD4352E7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0fb8bc67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0fb8bc67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44d137a73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44d137a7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12f97afb56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12f97afb56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212f97afb56_1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212f97afb56_1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12f97afb56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12f97afb56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212f97afb56_1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212f97afb56_1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12f97afb56_1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12f97afb56_1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12f97afb56_1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212f97afb56_1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12f97afb56_1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212f97afb56_1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212f97afb56_1_8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212f97afb56_1_8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212f97afb56_1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1" name="Google Shape;661;g212f97afb56_1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04fd32525d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204fd32525d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12f97afb56_1_1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6" name="Google Shape;746;g212f97afb56_1_1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212f97afb56_1_1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 name="Google Shape;784;g212f97afb56_1_1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1125d80b419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1125d80b419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jp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6.jpg"/><Relationship Id="rId4" Type="http://schemas.openxmlformats.org/officeDocument/2006/relationships/image" Target="../media/image3.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0" name="Google Shape;10;p2"/>
          <p:cNvSpPr txBox="1">
            <a:spLocks noGrp="1"/>
          </p:cNvSpPr>
          <p:nvPr>
            <p:ph type="ctrTitle"/>
          </p:nvPr>
        </p:nvSpPr>
        <p:spPr>
          <a:xfrm>
            <a:off x="3355950" y="1225713"/>
            <a:ext cx="5073000" cy="18717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Clr>
                <a:srgbClr val="191919"/>
              </a:buClr>
              <a:buSzPts val="5200"/>
              <a:buNone/>
              <a:defRPr sz="72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6127325" y="3229888"/>
            <a:ext cx="2301600" cy="6879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4" name="Google Shape;14;p3"/>
          <p:cNvSpPr txBox="1">
            <a:spLocks noGrp="1"/>
          </p:cNvSpPr>
          <p:nvPr>
            <p:ph type="title"/>
          </p:nvPr>
        </p:nvSpPr>
        <p:spPr>
          <a:xfrm>
            <a:off x="715100" y="535000"/>
            <a:ext cx="3635400" cy="1643100"/>
          </a:xfrm>
          <a:prstGeom prst="rect">
            <a:avLst/>
          </a:prstGeom>
        </p:spPr>
        <p:txBody>
          <a:bodyPr spcFirstLastPara="1" wrap="square" lIns="91425" tIns="91425" rIns="91425" bIns="91425" anchor="t" anchorCtr="0">
            <a:noAutofit/>
          </a:bodyPr>
          <a:lstStyle>
            <a:lvl1pPr lvl="0" algn="l">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15" name="Google Shape;15;p3"/>
          <p:cNvSpPr txBox="1">
            <a:spLocks noGrp="1"/>
          </p:cNvSpPr>
          <p:nvPr>
            <p:ph type="title" idx="2" hasCustomPrompt="1"/>
          </p:nvPr>
        </p:nvSpPr>
        <p:spPr>
          <a:xfrm>
            <a:off x="715100" y="3756600"/>
            <a:ext cx="1089900" cy="4830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pic>
        <p:nvPicPr>
          <p:cNvPr id="24" name="Google Shape;24;p5"/>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25" name="Google Shape;25;p5"/>
          <p:cNvSpPr txBox="1">
            <a:spLocks noGrp="1"/>
          </p:cNvSpPr>
          <p:nvPr>
            <p:ph type="subTitle" idx="1"/>
          </p:nvPr>
        </p:nvSpPr>
        <p:spPr>
          <a:xfrm>
            <a:off x="1563600" y="1402850"/>
            <a:ext cx="6016800" cy="460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6" name="Google Shape;26;p5"/>
          <p:cNvSpPr txBox="1">
            <a:spLocks noGrp="1"/>
          </p:cNvSpPr>
          <p:nvPr>
            <p:ph type="subTitle" idx="2"/>
          </p:nvPr>
        </p:nvSpPr>
        <p:spPr>
          <a:xfrm>
            <a:off x="1563600" y="2794425"/>
            <a:ext cx="6016800" cy="46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7" name="Google Shape;27;p5"/>
          <p:cNvSpPr txBox="1">
            <a:spLocks noGrp="1"/>
          </p:cNvSpPr>
          <p:nvPr>
            <p:ph type="subTitle" idx="3"/>
          </p:nvPr>
        </p:nvSpPr>
        <p:spPr>
          <a:xfrm>
            <a:off x="1563600" y="1791225"/>
            <a:ext cx="6016800" cy="92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4"/>
          </p:nvPr>
        </p:nvSpPr>
        <p:spPr>
          <a:xfrm>
            <a:off x="1563600" y="3182800"/>
            <a:ext cx="6016800" cy="92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 name="Google Shape;30;p5"/>
          <p:cNvSpPr/>
          <p:nvPr/>
        </p:nvSpPr>
        <p:spPr>
          <a:xfrm>
            <a:off x="8793625" y="3760400"/>
            <a:ext cx="98700" cy="1521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pic>
        <p:nvPicPr>
          <p:cNvPr id="32" name="Google Shape;32;p6"/>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33" name="Google Shape;3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4" name="Google Shape;34;p6"/>
          <p:cNvSpPr/>
          <p:nvPr/>
        </p:nvSpPr>
        <p:spPr>
          <a:xfrm>
            <a:off x="8793625" y="3760400"/>
            <a:ext cx="98700" cy="1521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pic>
        <p:nvPicPr>
          <p:cNvPr id="36" name="Google Shape;36;p7"/>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37" name="Google Shape;37;p7"/>
          <p:cNvSpPr txBox="1">
            <a:spLocks noGrp="1"/>
          </p:cNvSpPr>
          <p:nvPr>
            <p:ph type="title"/>
          </p:nvPr>
        </p:nvSpPr>
        <p:spPr>
          <a:xfrm>
            <a:off x="720000" y="445025"/>
            <a:ext cx="4549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38" name="Google Shape;38;p7"/>
          <p:cNvSpPr txBox="1">
            <a:spLocks noGrp="1"/>
          </p:cNvSpPr>
          <p:nvPr>
            <p:ph type="body" idx="1"/>
          </p:nvPr>
        </p:nvSpPr>
        <p:spPr>
          <a:xfrm>
            <a:off x="720000" y="1547575"/>
            <a:ext cx="4244400" cy="2664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39" name="Google Shape;39;p7"/>
          <p:cNvSpPr>
            <a:spLocks noGrp="1"/>
          </p:cNvSpPr>
          <p:nvPr>
            <p:ph type="pic" idx="2"/>
          </p:nvPr>
        </p:nvSpPr>
        <p:spPr>
          <a:xfrm>
            <a:off x="5726125" y="202925"/>
            <a:ext cx="3235800" cy="47376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sp>
      <p:sp>
        <p:nvSpPr>
          <p:cNvPr id="40" name="Google Shape;40;p7"/>
          <p:cNvSpPr/>
          <p:nvPr/>
        </p:nvSpPr>
        <p:spPr>
          <a:xfrm>
            <a:off x="-105675" y="4814300"/>
            <a:ext cx="5070000" cy="111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pic>
        <p:nvPicPr>
          <p:cNvPr id="42" name="Google Shape;42;p8"/>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43" name="Google Shape;43;p8"/>
          <p:cNvSpPr txBox="1">
            <a:spLocks noGrp="1"/>
          </p:cNvSpPr>
          <p:nvPr>
            <p:ph type="title"/>
          </p:nvPr>
        </p:nvSpPr>
        <p:spPr>
          <a:xfrm>
            <a:off x="715100" y="827475"/>
            <a:ext cx="5076600" cy="2529300"/>
          </a:xfrm>
          <a:prstGeom prst="rect">
            <a:avLst/>
          </a:prstGeom>
        </p:spPr>
        <p:txBody>
          <a:bodyPr spcFirstLastPara="1" wrap="square" lIns="91425" tIns="91425" rIns="91425" bIns="91425" anchor="ctr" anchorCtr="0">
            <a:noAutofit/>
          </a:bodyPr>
          <a:lstStyle>
            <a:lvl1pPr lvl="0" algn="l">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pic>
        <p:nvPicPr>
          <p:cNvPr id="45" name="Google Shape;45;p9"/>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46" name="Google Shape;46;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7" name="Google Shape;47;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a:spLocks noGrp="1"/>
          </p:cNvSpPr>
          <p:nvPr>
            <p:ph type="pic" idx="2"/>
          </p:nvPr>
        </p:nvSpPr>
        <p:spPr>
          <a:xfrm>
            <a:off x="0" y="0"/>
            <a:ext cx="9144000" cy="5143500"/>
          </a:xfrm>
          <a:prstGeom prst="rect">
            <a:avLst/>
          </a:prstGeom>
          <a:noFill/>
          <a:ln>
            <a:noFill/>
          </a:ln>
        </p:spPr>
      </p:sp>
      <p:sp>
        <p:nvSpPr>
          <p:cNvPr id="50" name="Google Shape;50;p10"/>
          <p:cNvSpPr txBox="1">
            <a:spLocks noGrp="1"/>
          </p:cNvSpPr>
          <p:nvPr>
            <p:ph type="title"/>
          </p:nvPr>
        </p:nvSpPr>
        <p:spPr>
          <a:xfrm>
            <a:off x="720000" y="3859100"/>
            <a:ext cx="7704000" cy="7494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pic>
        <p:nvPicPr>
          <p:cNvPr id="52" name="Google Shape;52;p11"/>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53" name="Google Shape;53;p11"/>
          <p:cNvSpPr txBox="1">
            <a:spLocks noGrp="1"/>
          </p:cNvSpPr>
          <p:nvPr>
            <p:ph type="title" hasCustomPrompt="1"/>
          </p:nvPr>
        </p:nvSpPr>
        <p:spPr>
          <a:xfrm>
            <a:off x="1284000" y="1366338"/>
            <a:ext cx="6576000" cy="1511100"/>
          </a:xfrm>
          <a:prstGeom prst="rect">
            <a:avLst/>
          </a:prstGeom>
        </p:spPr>
        <p:txBody>
          <a:bodyPr spcFirstLastPara="1" wrap="square" lIns="91425" tIns="91425" rIns="91425" bIns="91425" anchor="t" anchorCtr="0">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54" name="Google Shape;54;p11"/>
          <p:cNvSpPr txBox="1">
            <a:spLocks noGrp="1"/>
          </p:cNvSpPr>
          <p:nvPr>
            <p:ph type="subTitle" idx="1"/>
          </p:nvPr>
        </p:nvSpPr>
        <p:spPr>
          <a:xfrm>
            <a:off x="1284000" y="3063763"/>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6"/>
        <p:cNvGrpSpPr/>
        <p:nvPr/>
      </p:nvGrpSpPr>
      <p:grpSpPr>
        <a:xfrm>
          <a:off x="0" y="0"/>
          <a:ext cx="0" cy="0"/>
          <a:chOff x="0" y="0"/>
          <a:chExt cx="0" cy="0"/>
        </a:xfrm>
      </p:grpSpPr>
      <p:pic>
        <p:nvPicPr>
          <p:cNvPr id="57" name="Google Shape;57;p13"/>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58" name="Google Shape;5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 name="Google Shape;59;p13"/>
          <p:cNvSpPr txBox="1">
            <a:spLocks noGrp="1"/>
          </p:cNvSpPr>
          <p:nvPr>
            <p:ph type="title" idx="2" hasCustomPrompt="1"/>
          </p:nvPr>
        </p:nvSpPr>
        <p:spPr>
          <a:xfrm>
            <a:off x="1625236" y="1480875"/>
            <a:ext cx="923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a:spLocks noGrp="1"/>
          </p:cNvSpPr>
          <p:nvPr>
            <p:ph type="title" idx="3" hasCustomPrompt="1"/>
          </p:nvPr>
        </p:nvSpPr>
        <p:spPr>
          <a:xfrm>
            <a:off x="1625236" y="3105072"/>
            <a:ext cx="923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a:spLocks noGrp="1"/>
          </p:cNvSpPr>
          <p:nvPr>
            <p:ph type="title" idx="4" hasCustomPrompt="1"/>
          </p:nvPr>
        </p:nvSpPr>
        <p:spPr>
          <a:xfrm>
            <a:off x="4110285" y="1480875"/>
            <a:ext cx="923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2" name="Google Shape;62;p13"/>
          <p:cNvSpPr txBox="1">
            <a:spLocks noGrp="1"/>
          </p:cNvSpPr>
          <p:nvPr>
            <p:ph type="title" idx="5" hasCustomPrompt="1"/>
          </p:nvPr>
        </p:nvSpPr>
        <p:spPr>
          <a:xfrm>
            <a:off x="4110285" y="3105072"/>
            <a:ext cx="923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a:spLocks noGrp="1"/>
          </p:cNvSpPr>
          <p:nvPr>
            <p:ph type="title" idx="6" hasCustomPrompt="1"/>
          </p:nvPr>
        </p:nvSpPr>
        <p:spPr>
          <a:xfrm>
            <a:off x="6599231" y="1480875"/>
            <a:ext cx="923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4" name="Google Shape;64;p13"/>
          <p:cNvSpPr txBox="1">
            <a:spLocks noGrp="1"/>
          </p:cNvSpPr>
          <p:nvPr>
            <p:ph type="title" idx="7" hasCustomPrompt="1"/>
          </p:nvPr>
        </p:nvSpPr>
        <p:spPr>
          <a:xfrm>
            <a:off x="6599231" y="3105072"/>
            <a:ext cx="923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a:spLocks noGrp="1"/>
          </p:cNvSpPr>
          <p:nvPr>
            <p:ph type="subTitle" idx="1"/>
          </p:nvPr>
        </p:nvSpPr>
        <p:spPr>
          <a:xfrm>
            <a:off x="1222036" y="1932701"/>
            <a:ext cx="1730100" cy="74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6" name="Google Shape;66;p13"/>
          <p:cNvSpPr txBox="1">
            <a:spLocks noGrp="1"/>
          </p:cNvSpPr>
          <p:nvPr>
            <p:ph type="subTitle" idx="8"/>
          </p:nvPr>
        </p:nvSpPr>
        <p:spPr>
          <a:xfrm>
            <a:off x="3707085" y="1932701"/>
            <a:ext cx="1730100" cy="74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7" name="Google Shape;67;p13"/>
          <p:cNvSpPr txBox="1">
            <a:spLocks noGrp="1"/>
          </p:cNvSpPr>
          <p:nvPr>
            <p:ph type="subTitle" idx="9"/>
          </p:nvPr>
        </p:nvSpPr>
        <p:spPr>
          <a:xfrm>
            <a:off x="6196031" y="1932701"/>
            <a:ext cx="1730100" cy="74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8" name="Google Shape;68;p13"/>
          <p:cNvSpPr txBox="1">
            <a:spLocks noGrp="1"/>
          </p:cNvSpPr>
          <p:nvPr>
            <p:ph type="subTitle" idx="13"/>
          </p:nvPr>
        </p:nvSpPr>
        <p:spPr>
          <a:xfrm>
            <a:off x="1222036" y="3556957"/>
            <a:ext cx="1730100" cy="74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69" name="Google Shape;69;p13"/>
          <p:cNvSpPr txBox="1">
            <a:spLocks noGrp="1"/>
          </p:cNvSpPr>
          <p:nvPr>
            <p:ph type="subTitle" idx="14"/>
          </p:nvPr>
        </p:nvSpPr>
        <p:spPr>
          <a:xfrm>
            <a:off x="3707085" y="3556957"/>
            <a:ext cx="1730100" cy="74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70" name="Google Shape;70;p13"/>
          <p:cNvSpPr txBox="1">
            <a:spLocks noGrp="1"/>
          </p:cNvSpPr>
          <p:nvPr>
            <p:ph type="subTitle" idx="15"/>
          </p:nvPr>
        </p:nvSpPr>
        <p:spPr>
          <a:xfrm>
            <a:off x="6196031" y="3556957"/>
            <a:ext cx="1730100" cy="74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Raleway"/>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grpSp>
        <p:nvGrpSpPr>
          <p:cNvPr id="71" name="Google Shape;71;p13"/>
          <p:cNvGrpSpPr/>
          <p:nvPr/>
        </p:nvGrpSpPr>
        <p:grpSpPr>
          <a:xfrm>
            <a:off x="811625" y="217425"/>
            <a:ext cx="8444300" cy="4696400"/>
            <a:chOff x="811625" y="217425"/>
            <a:chExt cx="8444300" cy="4696400"/>
          </a:xfrm>
        </p:grpSpPr>
        <p:sp>
          <p:nvSpPr>
            <p:cNvPr id="72" name="Google Shape;72;p13"/>
            <p:cNvSpPr/>
            <p:nvPr/>
          </p:nvSpPr>
          <p:spPr>
            <a:xfrm>
              <a:off x="811625" y="483912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3"/>
            <p:cNvSpPr/>
            <p:nvPr/>
          </p:nvSpPr>
          <p:spPr>
            <a:xfrm>
              <a:off x="6066925" y="217425"/>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4"/>
        <p:cNvGrpSpPr/>
        <p:nvPr/>
      </p:nvGrpSpPr>
      <p:grpSpPr>
        <a:xfrm>
          <a:off x="0" y="0"/>
          <a:ext cx="0" cy="0"/>
          <a:chOff x="0" y="0"/>
          <a:chExt cx="0" cy="0"/>
        </a:xfrm>
      </p:grpSpPr>
      <p:pic>
        <p:nvPicPr>
          <p:cNvPr id="75" name="Google Shape;75;p14"/>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76" name="Google Shape;76;p14"/>
          <p:cNvSpPr/>
          <p:nvPr/>
        </p:nvSpPr>
        <p:spPr>
          <a:xfrm>
            <a:off x="8793625" y="3760400"/>
            <a:ext cx="98700" cy="1521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txBox="1">
            <a:spLocks noGrp="1"/>
          </p:cNvSpPr>
          <p:nvPr>
            <p:ph type="title"/>
          </p:nvPr>
        </p:nvSpPr>
        <p:spPr>
          <a:xfrm>
            <a:off x="2570025" y="3084423"/>
            <a:ext cx="5115900" cy="480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8" name="Google Shape;78;p14"/>
          <p:cNvSpPr txBox="1">
            <a:spLocks noGrp="1"/>
          </p:cNvSpPr>
          <p:nvPr>
            <p:ph type="subTitle" idx="1"/>
          </p:nvPr>
        </p:nvSpPr>
        <p:spPr>
          <a:xfrm>
            <a:off x="2570025" y="1402850"/>
            <a:ext cx="5115900" cy="17403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79"/>
        <p:cNvGrpSpPr/>
        <p:nvPr/>
      </p:nvGrpSpPr>
      <p:grpSpPr>
        <a:xfrm>
          <a:off x="0" y="0"/>
          <a:ext cx="0" cy="0"/>
          <a:chOff x="0" y="0"/>
          <a:chExt cx="0" cy="0"/>
        </a:xfrm>
      </p:grpSpPr>
      <p:pic>
        <p:nvPicPr>
          <p:cNvPr id="80" name="Google Shape;80;p15"/>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81" name="Google Shape;81;p15"/>
          <p:cNvSpPr txBox="1">
            <a:spLocks noGrp="1"/>
          </p:cNvSpPr>
          <p:nvPr>
            <p:ph type="subTitle" idx="1"/>
          </p:nvPr>
        </p:nvSpPr>
        <p:spPr>
          <a:xfrm>
            <a:off x="5122775" y="2335550"/>
            <a:ext cx="3315300" cy="92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82" name="Google Shape;82;p15"/>
          <p:cNvSpPr txBox="1">
            <a:spLocks noGrp="1"/>
          </p:cNvSpPr>
          <p:nvPr>
            <p:ph type="title"/>
          </p:nvPr>
        </p:nvSpPr>
        <p:spPr>
          <a:xfrm>
            <a:off x="5122775" y="1311425"/>
            <a:ext cx="3315300" cy="1102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BLANK_1_2_1">
    <p:spTree>
      <p:nvGrpSpPr>
        <p:cNvPr id="1" name="Shape 83"/>
        <p:cNvGrpSpPr/>
        <p:nvPr/>
      </p:nvGrpSpPr>
      <p:grpSpPr>
        <a:xfrm>
          <a:off x="0" y="0"/>
          <a:ext cx="0" cy="0"/>
          <a:chOff x="0" y="0"/>
          <a:chExt cx="0" cy="0"/>
        </a:xfrm>
      </p:grpSpPr>
      <p:pic>
        <p:nvPicPr>
          <p:cNvPr id="84" name="Google Shape;84;p16"/>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85" name="Google Shape;85;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6" name="Google Shape;86;p16"/>
          <p:cNvSpPr/>
          <p:nvPr/>
        </p:nvSpPr>
        <p:spPr>
          <a:xfrm>
            <a:off x="8793625" y="3760400"/>
            <a:ext cx="98700" cy="1521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BLANK_1_2_1_1">
    <p:spTree>
      <p:nvGrpSpPr>
        <p:cNvPr id="1" name="Shape 87"/>
        <p:cNvGrpSpPr/>
        <p:nvPr/>
      </p:nvGrpSpPr>
      <p:grpSpPr>
        <a:xfrm>
          <a:off x="0" y="0"/>
          <a:ext cx="0" cy="0"/>
          <a:chOff x="0" y="0"/>
          <a:chExt cx="0" cy="0"/>
        </a:xfrm>
      </p:grpSpPr>
      <p:pic>
        <p:nvPicPr>
          <p:cNvPr id="88" name="Google Shape;88;p17"/>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89" name="Google Shape;89;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0" name="Google Shape;90;p17"/>
          <p:cNvSpPr/>
          <p:nvPr/>
        </p:nvSpPr>
        <p:spPr>
          <a:xfrm>
            <a:off x="428750" y="161500"/>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p:nvPr/>
        </p:nvSpPr>
        <p:spPr>
          <a:xfrm>
            <a:off x="6141225" y="4829500"/>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BLANK_1_2_1_1_1">
    <p:spTree>
      <p:nvGrpSpPr>
        <p:cNvPr id="1" name="Shape 92"/>
        <p:cNvGrpSpPr/>
        <p:nvPr/>
      </p:nvGrpSpPr>
      <p:grpSpPr>
        <a:xfrm>
          <a:off x="0" y="0"/>
          <a:ext cx="0" cy="0"/>
          <a:chOff x="0" y="0"/>
          <a:chExt cx="0" cy="0"/>
        </a:xfrm>
      </p:grpSpPr>
      <p:pic>
        <p:nvPicPr>
          <p:cNvPr id="93" name="Google Shape;93;p18"/>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94" name="Google Shape;9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8"/>
          <p:cNvSpPr/>
          <p:nvPr/>
        </p:nvSpPr>
        <p:spPr>
          <a:xfrm>
            <a:off x="0" y="494047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p:nvPr/>
        </p:nvSpPr>
        <p:spPr>
          <a:xfrm>
            <a:off x="6066925" y="217425"/>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04"/>
        <p:cNvGrpSpPr/>
        <p:nvPr/>
      </p:nvGrpSpPr>
      <p:grpSpPr>
        <a:xfrm>
          <a:off x="0" y="0"/>
          <a:ext cx="0" cy="0"/>
          <a:chOff x="0" y="0"/>
          <a:chExt cx="0" cy="0"/>
        </a:xfrm>
      </p:grpSpPr>
      <p:pic>
        <p:nvPicPr>
          <p:cNvPr id="105" name="Google Shape;105;p20"/>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06" name="Google Shape;106;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7" name="Google Shape;107;p20"/>
          <p:cNvSpPr txBox="1">
            <a:spLocks noGrp="1"/>
          </p:cNvSpPr>
          <p:nvPr>
            <p:ph type="subTitle" idx="1"/>
          </p:nvPr>
        </p:nvSpPr>
        <p:spPr>
          <a:xfrm>
            <a:off x="1095975" y="1605525"/>
            <a:ext cx="2180400" cy="748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8" name="Google Shape;108;p20"/>
          <p:cNvSpPr txBox="1">
            <a:spLocks noGrp="1"/>
          </p:cNvSpPr>
          <p:nvPr>
            <p:ph type="subTitle" idx="2"/>
          </p:nvPr>
        </p:nvSpPr>
        <p:spPr>
          <a:xfrm>
            <a:off x="1095974" y="2410575"/>
            <a:ext cx="2180400" cy="18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9" name="Google Shape;109;p20"/>
          <p:cNvSpPr txBox="1">
            <a:spLocks noGrp="1"/>
          </p:cNvSpPr>
          <p:nvPr>
            <p:ph type="subTitle" idx="3"/>
          </p:nvPr>
        </p:nvSpPr>
        <p:spPr>
          <a:xfrm>
            <a:off x="3481800" y="2410575"/>
            <a:ext cx="2180400" cy="18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0" name="Google Shape;110;p20"/>
          <p:cNvSpPr txBox="1">
            <a:spLocks noGrp="1"/>
          </p:cNvSpPr>
          <p:nvPr>
            <p:ph type="subTitle" idx="4"/>
          </p:nvPr>
        </p:nvSpPr>
        <p:spPr>
          <a:xfrm>
            <a:off x="5867626" y="2410575"/>
            <a:ext cx="2180400" cy="18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1" name="Google Shape;111;p20"/>
          <p:cNvSpPr txBox="1">
            <a:spLocks noGrp="1"/>
          </p:cNvSpPr>
          <p:nvPr>
            <p:ph type="subTitle" idx="5"/>
          </p:nvPr>
        </p:nvSpPr>
        <p:spPr>
          <a:xfrm>
            <a:off x="3481788" y="1605525"/>
            <a:ext cx="2180400" cy="748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2" name="Google Shape;112;p20"/>
          <p:cNvSpPr txBox="1">
            <a:spLocks noGrp="1"/>
          </p:cNvSpPr>
          <p:nvPr>
            <p:ph type="subTitle" idx="6"/>
          </p:nvPr>
        </p:nvSpPr>
        <p:spPr>
          <a:xfrm>
            <a:off x="5867625" y="1605525"/>
            <a:ext cx="2180400" cy="7488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3" name="Google Shape;113;p20"/>
          <p:cNvSpPr/>
          <p:nvPr/>
        </p:nvSpPr>
        <p:spPr>
          <a:xfrm>
            <a:off x="428750" y="161500"/>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0"/>
          <p:cNvSpPr/>
          <p:nvPr/>
        </p:nvSpPr>
        <p:spPr>
          <a:xfrm>
            <a:off x="6141225" y="4829500"/>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115"/>
        <p:cNvGrpSpPr/>
        <p:nvPr/>
      </p:nvGrpSpPr>
      <p:grpSpPr>
        <a:xfrm>
          <a:off x="0" y="0"/>
          <a:ext cx="0" cy="0"/>
          <a:chOff x="0" y="0"/>
          <a:chExt cx="0" cy="0"/>
        </a:xfrm>
      </p:grpSpPr>
      <p:pic>
        <p:nvPicPr>
          <p:cNvPr id="116" name="Google Shape;116;p21"/>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17" name="Google Shape;117;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8" name="Google Shape;118;p21"/>
          <p:cNvSpPr txBox="1">
            <a:spLocks noGrp="1"/>
          </p:cNvSpPr>
          <p:nvPr>
            <p:ph type="subTitle" idx="1"/>
          </p:nvPr>
        </p:nvSpPr>
        <p:spPr>
          <a:xfrm>
            <a:off x="3131033" y="1619225"/>
            <a:ext cx="4377600" cy="52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9" name="Google Shape;119;p21"/>
          <p:cNvSpPr txBox="1">
            <a:spLocks noGrp="1"/>
          </p:cNvSpPr>
          <p:nvPr>
            <p:ph type="subTitle" idx="2"/>
          </p:nvPr>
        </p:nvSpPr>
        <p:spPr>
          <a:xfrm>
            <a:off x="3131033" y="2838925"/>
            <a:ext cx="4377600" cy="52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20" name="Google Shape;120;p21"/>
          <p:cNvSpPr txBox="1">
            <a:spLocks noGrp="1"/>
          </p:cNvSpPr>
          <p:nvPr>
            <p:ph type="subTitle" idx="3"/>
          </p:nvPr>
        </p:nvSpPr>
        <p:spPr>
          <a:xfrm>
            <a:off x="3131033" y="4058625"/>
            <a:ext cx="4377600" cy="526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21" name="Google Shape;121;p21"/>
          <p:cNvSpPr txBox="1">
            <a:spLocks noGrp="1"/>
          </p:cNvSpPr>
          <p:nvPr>
            <p:ph type="subTitle" idx="4"/>
          </p:nvPr>
        </p:nvSpPr>
        <p:spPr>
          <a:xfrm>
            <a:off x="3131033" y="1250275"/>
            <a:ext cx="43776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2" name="Google Shape;122;p21"/>
          <p:cNvSpPr txBox="1">
            <a:spLocks noGrp="1"/>
          </p:cNvSpPr>
          <p:nvPr>
            <p:ph type="subTitle" idx="5"/>
          </p:nvPr>
        </p:nvSpPr>
        <p:spPr>
          <a:xfrm>
            <a:off x="3131033" y="2469980"/>
            <a:ext cx="43776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3" name="Google Shape;123;p21"/>
          <p:cNvSpPr txBox="1">
            <a:spLocks noGrp="1"/>
          </p:cNvSpPr>
          <p:nvPr>
            <p:ph type="subTitle" idx="6"/>
          </p:nvPr>
        </p:nvSpPr>
        <p:spPr>
          <a:xfrm>
            <a:off x="3131033" y="3689685"/>
            <a:ext cx="4377600" cy="458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4" name="Google Shape;124;p21"/>
          <p:cNvSpPr/>
          <p:nvPr/>
        </p:nvSpPr>
        <p:spPr>
          <a:xfrm>
            <a:off x="811625" y="483912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1"/>
          <p:cNvSpPr/>
          <p:nvPr/>
        </p:nvSpPr>
        <p:spPr>
          <a:xfrm>
            <a:off x="6066925" y="217425"/>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26"/>
        <p:cNvGrpSpPr/>
        <p:nvPr/>
      </p:nvGrpSpPr>
      <p:grpSpPr>
        <a:xfrm>
          <a:off x="0" y="0"/>
          <a:ext cx="0" cy="0"/>
          <a:chOff x="0" y="0"/>
          <a:chExt cx="0" cy="0"/>
        </a:xfrm>
      </p:grpSpPr>
      <p:pic>
        <p:nvPicPr>
          <p:cNvPr id="127" name="Google Shape;127;p22"/>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28" name="Google Shape;128;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9" name="Google Shape;129;p22"/>
          <p:cNvSpPr txBox="1">
            <a:spLocks noGrp="1"/>
          </p:cNvSpPr>
          <p:nvPr>
            <p:ph type="subTitle" idx="1"/>
          </p:nvPr>
        </p:nvSpPr>
        <p:spPr>
          <a:xfrm>
            <a:off x="1240599" y="1154075"/>
            <a:ext cx="29670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0" name="Google Shape;130;p22"/>
          <p:cNvSpPr txBox="1">
            <a:spLocks noGrp="1"/>
          </p:cNvSpPr>
          <p:nvPr>
            <p:ph type="subTitle" idx="2"/>
          </p:nvPr>
        </p:nvSpPr>
        <p:spPr>
          <a:xfrm>
            <a:off x="1240600" y="1679975"/>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1" name="Google Shape;131;p22"/>
          <p:cNvSpPr txBox="1">
            <a:spLocks noGrp="1"/>
          </p:cNvSpPr>
          <p:nvPr>
            <p:ph type="subTitle" idx="3"/>
          </p:nvPr>
        </p:nvSpPr>
        <p:spPr>
          <a:xfrm>
            <a:off x="4936401" y="1679975"/>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2" name="Google Shape;132;p22"/>
          <p:cNvSpPr txBox="1">
            <a:spLocks noGrp="1"/>
          </p:cNvSpPr>
          <p:nvPr>
            <p:ph type="subTitle" idx="4"/>
          </p:nvPr>
        </p:nvSpPr>
        <p:spPr>
          <a:xfrm>
            <a:off x="1240600" y="3293200"/>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3" name="Google Shape;133;p22"/>
          <p:cNvSpPr txBox="1">
            <a:spLocks noGrp="1"/>
          </p:cNvSpPr>
          <p:nvPr>
            <p:ph type="subTitle" idx="5"/>
          </p:nvPr>
        </p:nvSpPr>
        <p:spPr>
          <a:xfrm>
            <a:off x="4936401" y="3293200"/>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4" name="Google Shape;134;p22"/>
          <p:cNvSpPr txBox="1">
            <a:spLocks noGrp="1"/>
          </p:cNvSpPr>
          <p:nvPr>
            <p:ph type="subTitle" idx="6"/>
          </p:nvPr>
        </p:nvSpPr>
        <p:spPr>
          <a:xfrm>
            <a:off x="1240599" y="2767300"/>
            <a:ext cx="29670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5" name="Google Shape;135;p22"/>
          <p:cNvSpPr txBox="1">
            <a:spLocks noGrp="1"/>
          </p:cNvSpPr>
          <p:nvPr>
            <p:ph type="subTitle" idx="7"/>
          </p:nvPr>
        </p:nvSpPr>
        <p:spPr>
          <a:xfrm>
            <a:off x="4936399" y="1154075"/>
            <a:ext cx="29670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6" name="Google Shape;136;p22"/>
          <p:cNvSpPr txBox="1">
            <a:spLocks noGrp="1"/>
          </p:cNvSpPr>
          <p:nvPr>
            <p:ph type="subTitle" idx="8"/>
          </p:nvPr>
        </p:nvSpPr>
        <p:spPr>
          <a:xfrm>
            <a:off x="4936399" y="2767300"/>
            <a:ext cx="2967000" cy="525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7" name="Google Shape;137;p22"/>
          <p:cNvSpPr/>
          <p:nvPr/>
        </p:nvSpPr>
        <p:spPr>
          <a:xfrm>
            <a:off x="8793625" y="3760400"/>
            <a:ext cx="98700" cy="1521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38"/>
        <p:cNvGrpSpPr/>
        <p:nvPr/>
      </p:nvGrpSpPr>
      <p:grpSpPr>
        <a:xfrm>
          <a:off x="0" y="0"/>
          <a:ext cx="0" cy="0"/>
          <a:chOff x="0" y="0"/>
          <a:chExt cx="0" cy="0"/>
        </a:xfrm>
      </p:grpSpPr>
      <p:pic>
        <p:nvPicPr>
          <p:cNvPr id="139" name="Google Shape;139;p23"/>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40" name="Google Shape;14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1" name="Google Shape;141;p23"/>
          <p:cNvSpPr txBox="1">
            <a:spLocks noGrp="1"/>
          </p:cNvSpPr>
          <p:nvPr>
            <p:ph type="subTitle" idx="1"/>
          </p:nvPr>
        </p:nvSpPr>
        <p:spPr>
          <a:xfrm>
            <a:off x="800344" y="1811513"/>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2" name="Google Shape;142;p23"/>
          <p:cNvSpPr txBox="1">
            <a:spLocks noGrp="1"/>
          </p:cNvSpPr>
          <p:nvPr>
            <p:ph type="subTitle" idx="2"/>
          </p:nvPr>
        </p:nvSpPr>
        <p:spPr>
          <a:xfrm>
            <a:off x="3343876" y="1811513"/>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3" name="Google Shape;143;p23"/>
          <p:cNvSpPr txBox="1">
            <a:spLocks noGrp="1"/>
          </p:cNvSpPr>
          <p:nvPr>
            <p:ph type="subTitle" idx="3"/>
          </p:nvPr>
        </p:nvSpPr>
        <p:spPr>
          <a:xfrm>
            <a:off x="5887407" y="1811513"/>
            <a:ext cx="24540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4" name="Google Shape;144;p23"/>
          <p:cNvSpPr txBox="1">
            <a:spLocks noGrp="1"/>
          </p:cNvSpPr>
          <p:nvPr>
            <p:ph type="subTitle" idx="4"/>
          </p:nvPr>
        </p:nvSpPr>
        <p:spPr>
          <a:xfrm>
            <a:off x="800219" y="3391025"/>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5" name="Google Shape;145;p23"/>
          <p:cNvSpPr txBox="1">
            <a:spLocks noGrp="1"/>
          </p:cNvSpPr>
          <p:nvPr>
            <p:ph type="subTitle" idx="5"/>
          </p:nvPr>
        </p:nvSpPr>
        <p:spPr>
          <a:xfrm>
            <a:off x="3341346" y="3391025"/>
            <a:ext cx="24591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6" name="Google Shape;146;p23"/>
          <p:cNvSpPr txBox="1">
            <a:spLocks noGrp="1"/>
          </p:cNvSpPr>
          <p:nvPr>
            <p:ph type="subTitle" idx="6"/>
          </p:nvPr>
        </p:nvSpPr>
        <p:spPr>
          <a:xfrm>
            <a:off x="5887282" y="3391025"/>
            <a:ext cx="2454000" cy="1055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47" name="Google Shape;147;p23"/>
          <p:cNvSpPr txBox="1">
            <a:spLocks noGrp="1"/>
          </p:cNvSpPr>
          <p:nvPr>
            <p:ph type="subTitle" idx="7"/>
          </p:nvPr>
        </p:nvSpPr>
        <p:spPr>
          <a:xfrm>
            <a:off x="795076" y="13528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48" name="Google Shape;148;p23"/>
          <p:cNvSpPr txBox="1">
            <a:spLocks noGrp="1"/>
          </p:cNvSpPr>
          <p:nvPr>
            <p:ph type="subTitle" idx="8"/>
          </p:nvPr>
        </p:nvSpPr>
        <p:spPr>
          <a:xfrm>
            <a:off x="3341355" y="13528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49" name="Google Shape;149;p23"/>
          <p:cNvSpPr txBox="1">
            <a:spLocks noGrp="1"/>
          </p:cNvSpPr>
          <p:nvPr>
            <p:ph type="subTitle" idx="9"/>
          </p:nvPr>
        </p:nvSpPr>
        <p:spPr>
          <a:xfrm>
            <a:off x="5892433" y="1352875"/>
            <a:ext cx="24540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50" name="Google Shape;150;p23"/>
          <p:cNvSpPr txBox="1">
            <a:spLocks noGrp="1"/>
          </p:cNvSpPr>
          <p:nvPr>
            <p:ph type="subTitle" idx="13"/>
          </p:nvPr>
        </p:nvSpPr>
        <p:spPr>
          <a:xfrm>
            <a:off x="795420" y="29278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51" name="Google Shape;151;p23"/>
          <p:cNvSpPr txBox="1">
            <a:spLocks noGrp="1"/>
          </p:cNvSpPr>
          <p:nvPr>
            <p:ph type="subTitle" idx="14"/>
          </p:nvPr>
        </p:nvSpPr>
        <p:spPr>
          <a:xfrm>
            <a:off x="3341355" y="29278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52" name="Google Shape;152;p23"/>
          <p:cNvSpPr txBox="1">
            <a:spLocks noGrp="1"/>
          </p:cNvSpPr>
          <p:nvPr>
            <p:ph type="subTitle" idx="15"/>
          </p:nvPr>
        </p:nvSpPr>
        <p:spPr>
          <a:xfrm>
            <a:off x="5889824" y="2927875"/>
            <a:ext cx="2459100" cy="5373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53" name="Google Shape;153;p23"/>
          <p:cNvSpPr/>
          <p:nvPr/>
        </p:nvSpPr>
        <p:spPr>
          <a:xfrm>
            <a:off x="0" y="494047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3"/>
          <p:cNvSpPr/>
          <p:nvPr/>
        </p:nvSpPr>
        <p:spPr>
          <a:xfrm>
            <a:off x="6066925" y="217425"/>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55"/>
        <p:cNvGrpSpPr/>
        <p:nvPr/>
      </p:nvGrpSpPr>
      <p:grpSpPr>
        <a:xfrm>
          <a:off x="0" y="0"/>
          <a:ext cx="0" cy="0"/>
          <a:chOff x="0" y="0"/>
          <a:chExt cx="0" cy="0"/>
        </a:xfrm>
      </p:grpSpPr>
      <p:pic>
        <p:nvPicPr>
          <p:cNvPr id="156" name="Google Shape;156;p24"/>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57" name="Google Shape;157;p24"/>
          <p:cNvSpPr/>
          <p:nvPr/>
        </p:nvSpPr>
        <p:spPr>
          <a:xfrm>
            <a:off x="811625" y="483912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4"/>
          <p:cNvSpPr/>
          <p:nvPr/>
        </p:nvSpPr>
        <p:spPr>
          <a:xfrm>
            <a:off x="6066925" y="217425"/>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4"/>
          <p:cNvSpPr txBox="1">
            <a:spLocks noGrp="1"/>
          </p:cNvSpPr>
          <p:nvPr>
            <p:ph type="title" hasCustomPrompt="1"/>
          </p:nvPr>
        </p:nvSpPr>
        <p:spPr>
          <a:xfrm>
            <a:off x="1564850" y="643073"/>
            <a:ext cx="60144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60" name="Google Shape;160;p24"/>
          <p:cNvSpPr txBox="1">
            <a:spLocks noGrp="1"/>
          </p:cNvSpPr>
          <p:nvPr>
            <p:ph type="subTitle" idx="1"/>
          </p:nvPr>
        </p:nvSpPr>
        <p:spPr>
          <a:xfrm>
            <a:off x="1564850" y="1326150"/>
            <a:ext cx="60144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24"/>
          <p:cNvSpPr txBox="1">
            <a:spLocks noGrp="1"/>
          </p:cNvSpPr>
          <p:nvPr>
            <p:ph type="title" idx="2" hasCustomPrompt="1"/>
          </p:nvPr>
        </p:nvSpPr>
        <p:spPr>
          <a:xfrm>
            <a:off x="1564850" y="2015773"/>
            <a:ext cx="60144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62" name="Google Shape;162;p24"/>
          <p:cNvSpPr txBox="1">
            <a:spLocks noGrp="1"/>
          </p:cNvSpPr>
          <p:nvPr>
            <p:ph type="subTitle" idx="3"/>
          </p:nvPr>
        </p:nvSpPr>
        <p:spPr>
          <a:xfrm>
            <a:off x="1564850" y="2698849"/>
            <a:ext cx="60144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3" name="Google Shape;163;p24"/>
          <p:cNvSpPr txBox="1">
            <a:spLocks noGrp="1"/>
          </p:cNvSpPr>
          <p:nvPr>
            <p:ph type="title" idx="4" hasCustomPrompt="1"/>
          </p:nvPr>
        </p:nvSpPr>
        <p:spPr>
          <a:xfrm>
            <a:off x="1564850" y="3388472"/>
            <a:ext cx="6014400" cy="828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48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64" name="Google Shape;164;p24"/>
          <p:cNvSpPr txBox="1">
            <a:spLocks noGrp="1"/>
          </p:cNvSpPr>
          <p:nvPr>
            <p:ph type="subTitle" idx="5"/>
          </p:nvPr>
        </p:nvSpPr>
        <p:spPr>
          <a:xfrm>
            <a:off x="1564850" y="4071549"/>
            <a:ext cx="6014400" cy="44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65"/>
        <p:cNvGrpSpPr/>
        <p:nvPr/>
      </p:nvGrpSpPr>
      <p:grpSpPr>
        <a:xfrm>
          <a:off x="0" y="0"/>
          <a:ext cx="0" cy="0"/>
          <a:chOff x="0" y="0"/>
          <a:chExt cx="0" cy="0"/>
        </a:xfrm>
      </p:grpSpPr>
      <p:pic>
        <p:nvPicPr>
          <p:cNvPr id="166" name="Google Shape;166;p25"/>
          <p:cNvPicPr preferRelativeResize="0"/>
          <p:nvPr/>
        </p:nvPicPr>
        <p:blipFill>
          <a:blip r:embed="rId2">
            <a:alphaModFix amt="15000"/>
          </a:blip>
          <a:stretch>
            <a:fillRect/>
          </a:stretch>
        </p:blipFill>
        <p:spPr>
          <a:xfrm>
            <a:off x="0" y="0"/>
            <a:ext cx="9144003" cy="5143501"/>
          </a:xfrm>
          <a:prstGeom prst="rect">
            <a:avLst/>
          </a:prstGeom>
          <a:noFill/>
          <a:ln>
            <a:noFill/>
          </a:ln>
        </p:spPr>
      </p:pic>
      <p:sp>
        <p:nvSpPr>
          <p:cNvPr id="167" name="Google Shape;167;p25"/>
          <p:cNvSpPr txBox="1">
            <a:spLocks noGrp="1"/>
          </p:cNvSpPr>
          <p:nvPr>
            <p:ph type="ctrTitle"/>
          </p:nvPr>
        </p:nvSpPr>
        <p:spPr>
          <a:xfrm>
            <a:off x="715100" y="535000"/>
            <a:ext cx="4379400" cy="813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52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68" name="Google Shape;168;p25"/>
          <p:cNvSpPr txBox="1">
            <a:spLocks noGrp="1"/>
          </p:cNvSpPr>
          <p:nvPr>
            <p:ph type="subTitle" idx="1"/>
          </p:nvPr>
        </p:nvSpPr>
        <p:spPr>
          <a:xfrm>
            <a:off x="715200" y="1394275"/>
            <a:ext cx="4379400" cy="134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69" name="Google Shape;169;p25"/>
          <p:cNvSpPr txBox="1"/>
          <p:nvPr/>
        </p:nvSpPr>
        <p:spPr>
          <a:xfrm>
            <a:off x="715100" y="3563450"/>
            <a:ext cx="4379400" cy="6156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300"/>
              </a:spcBef>
              <a:spcAft>
                <a:spcPts val="0"/>
              </a:spcAft>
              <a:buNone/>
            </a:pPr>
            <a:r>
              <a:rPr lang="en" sz="1000">
                <a:solidFill>
                  <a:schemeClr val="dk1"/>
                </a:solidFill>
                <a:latin typeface="Open Sans"/>
                <a:ea typeface="Open Sans"/>
                <a:cs typeface="Open Sans"/>
                <a:sym typeface="Open Sans"/>
              </a:rPr>
              <a:t>CREDITS: This presentation template was created by </a:t>
            </a:r>
            <a:r>
              <a:rPr lang="en" sz="1000" b="1">
                <a:solidFill>
                  <a:schemeClr val="hlink"/>
                </a:solidFill>
                <a:uFill>
                  <a:noFill/>
                </a:uFill>
                <a:latin typeface="Open Sans"/>
                <a:ea typeface="Open Sans"/>
                <a:cs typeface="Open Sans"/>
                <a:sym typeface="Open Sans"/>
                <a:hlinkClick r:id="rId3"/>
              </a:rPr>
              <a:t>Slidesgo</a:t>
            </a:r>
            <a:r>
              <a:rPr lang="en" sz="1000">
                <a:solidFill>
                  <a:schemeClr val="dk1"/>
                </a:solidFill>
                <a:latin typeface="Open Sans"/>
                <a:ea typeface="Open Sans"/>
                <a:cs typeface="Open Sans"/>
                <a:sym typeface="Open Sans"/>
              </a:rPr>
              <a:t>, including icons by </a:t>
            </a:r>
            <a:r>
              <a:rPr lang="en" sz="1000" b="1">
                <a:solidFill>
                  <a:schemeClr val="dk1"/>
                </a:solidFill>
                <a:uFill>
                  <a:noFill/>
                </a:uFill>
                <a:latin typeface="Open Sans"/>
                <a:ea typeface="Open Sans"/>
                <a:cs typeface="Open Sans"/>
                <a:sym typeface="Open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dk1"/>
                </a:solidFill>
                <a:latin typeface="Open Sans"/>
                <a:ea typeface="Open Sans"/>
                <a:cs typeface="Open Sans"/>
                <a:sym typeface="Open Sans"/>
              </a:rPr>
              <a:t>, and infographics &amp; images by </a:t>
            </a:r>
            <a:r>
              <a:rPr lang="en" sz="1000" b="1">
                <a:solidFill>
                  <a:schemeClr val="dk1"/>
                </a:solidFill>
                <a:uFill>
                  <a:noFill/>
                </a:uFill>
                <a:latin typeface="Open Sans"/>
                <a:ea typeface="Open Sans"/>
                <a:cs typeface="Open Sans"/>
                <a:sym typeface="Open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000" b="1">
              <a:solidFill>
                <a:schemeClr val="dk1"/>
              </a:solidFill>
              <a:latin typeface="Open Sans"/>
              <a:ea typeface="Open Sans"/>
              <a:cs typeface="Open Sans"/>
              <a:sym typeface="Open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0"/>
        <p:cNvGrpSpPr/>
        <p:nvPr/>
      </p:nvGrpSpPr>
      <p:grpSpPr>
        <a:xfrm>
          <a:off x="0" y="0"/>
          <a:ext cx="0" cy="0"/>
          <a:chOff x="0" y="0"/>
          <a:chExt cx="0" cy="0"/>
        </a:xfrm>
      </p:grpSpPr>
      <p:pic>
        <p:nvPicPr>
          <p:cNvPr id="171" name="Google Shape;171;p26"/>
          <p:cNvPicPr preferRelativeResize="0"/>
          <p:nvPr/>
        </p:nvPicPr>
        <p:blipFill>
          <a:blip r:embed="rId2">
            <a:alphaModFix amt="15000"/>
          </a:blip>
          <a:stretch>
            <a:fillRect/>
          </a:stretch>
        </p:blipFill>
        <p:spPr>
          <a:xfrm>
            <a:off x="0" y="0"/>
            <a:ext cx="9144003" cy="5143501"/>
          </a:xfrm>
          <a:prstGeom prst="rect">
            <a:avLst/>
          </a:prstGeom>
          <a:noFill/>
          <a:ln>
            <a:noFill/>
          </a:ln>
        </p:spPr>
      </p:pic>
      <p:grpSp>
        <p:nvGrpSpPr>
          <p:cNvPr id="172" name="Google Shape;172;p26"/>
          <p:cNvGrpSpPr/>
          <p:nvPr/>
        </p:nvGrpSpPr>
        <p:grpSpPr>
          <a:xfrm flipH="1">
            <a:off x="-1857150" y="-818025"/>
            <a:ext cx="12357100" cy="6257076"/>
            <a:chOff x="-1343750" y="-818025"/>
            <a:chExt cx="12357100" cy="6257076"/>
          </a:xfrm>
        </p:grpSpPr>
        <p:sp>
          <p:nvSpPr>
            <p:cNvPr id="173" name="Google Shape;173;p26"/>
            <p:cNvSpPr/>
            <p:nvPr/>
          </p:nvSpPr>
          <p:spPr>
            <a:xfrm>
              <a:off x="811625" y="483912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6066925" y="217425"/>
              <a:ext cx="31890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5" name="Google Shape;175;p26"/>
            <p:cNvPicPr preferRelativeResize="0"/>
            <p:nvPr/>
          </p:nvPicPr>
          <p:blipFill rotWithShape="1">
            <a:blip r:embed="rId3">
              <a:alphaModFix/>
            </a:blip>
            <a:srcRect l="23224"/>
            <a:stretch/>
          </p:blipFill>
          <p:spPr>
            <a:xfrm>
              <a:off x="8559375" y="1177125"/>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176" name="Google Shape;176;p26"/>
            <p:cNvPicPr preferRelativeResize="0"/>
            <p:nvPr/>
          </p:nvPicPr>
          <p:blipFill rotWithShape="1">
            <a:blip r:embed="rId3">
              <a:alphaModFix/>
            </a:blip>
            <a:srcRect l="23222" r="12361"/>
            <a:stretch/>
          </p:blipFill>
          <p:spPr>
            <a:xfrm>
              <a:off x="-1343750" y="-8180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177" name="Google Shape;177;p26"/>
            <p:cNvPicPr preferRelativeResize="0"/>
            <p:nvPr/>
          </p:nvPicPr>
          <p:blipFill rotWithShape="1">
            <a:blip r:embed="rId4">
              <a:alphaModFix/>
            </a:blip>
            <a:srcRect t="14317"/>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178" name="Google Shape;178;p26"/>
            <p:cNvPicPr preferRelativeResize="0"/>
            <p:nvPr/>
          </p:nvPicPr>
          <p:blipFill rotWithShape="1">
            <a:blip r:embed="rId5">
              <a:alphaModFix/>
            </a:blip>
            <a:srcRect l="10551" r="21679"/>
            <a:stretch/>
          </p:blipFill>
          <p:spPr>
            <a:xfrm>
              <a:off x="-536425" y="3028775"/>
              <a:ext cx="1123449"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179" name="Google Shape;179;p26"/>
            <p:cNvGrpSpPr/>
            <p:nvPr/>
          </p:nvGrpSpPr>
          <p:grpSpPr>
            <a:xfrm rot="212416" flipH="1">
              <a:off x="114761" y="2699214"/>
              <a:ext cx="770952" cy="673321"/>
              <a:chOff x="4318300" y="2960450"/>
              <a:chExt cx="161050" cy="106625"/>
            </a:xfrm>
          </p:grpSpPr>
          <p:sp>
            <p:nvSpPr>
              <p:cNvPr id="180" name="Google Shape;180;p2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 name="Google Shape;182;p26"/>
            <p:cNvGrpSpPr/>
            <p:nvPr/>
          </p:nvGrpSpPr>
          <p:grpSpPr>
            <a:xfrm rot="212416" flipH="1">
              <a:off x="8205936" y="1040889"/>
              <a:ext cx="770952" cy="673321"/>
              <a:chOff x="4318300" y="2960450"/>
              <a:chExt cx="161050" cy="106625"/>
            </a:xfrm>
          </p:grpSpPr>
          <p:sp>
            <p:nvSpPr>
              <p:cNvPr id="183" name="Google Shape;183;p2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 name="Google Shape;185;p26"/>
            <p:cNvSpPr/>
            <p:nvPr/>
          </p:nvSpPr>
          <p:spPr>
            <a:xfrm>
              <a:off x="297025" y="4471200"/>
              <a:ext cx="672300" cy="6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8150500" y="52000"/>
              <a:ext cx="483000" cy="48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7"/>
        <p:cNvGrpSpPr/>
        <p:nvPr/>
      </p:nvGrpSpPr>
      <p:grpSpPr>
        <a:xfrm>
          <a:off x="0" y="0"/>
          <a:ext cx="0" cy="0"/>
          <a:chOff x="0" y="0"/>
          <a:chExt cx="0" cy="0"/>
        </a:xfrm>
      </p:grpSpPr>
      <p:pic>
        <p:nvPicPr>
          <p:cNvPr id="188" name="Google Shape;188;p27"/>
          <p:cNvPicPr preferRelativeResize="0"/>
          <p:nvPr/>
        </p:nvPicPr>
        <p:blipFill>
          <a:blip r:embed="rId2">
            <a:alphaModFix amt="15000"/>
          </a:blip>
          <a:stretch>
            <a:fillRect/>
          </a:stretch>
        </p:blipFill>
        <p:spPr>
          <a:xfrm>
            <a:off x="0" y="0"/>
            <a:ext cx="9144003" cy="5143501"/>
          </a:xfrm>
          <a:prstGeom prst="rect">
            <a:avLst/>
          </a:prstGeom>
          <a:noFill/>
          <a:ln>
            <a:noFill/>
          </a:ln>
        </p:spPr>
      </p:pic>
      <p:grpSp>
        <p:nvGrpSpPr>
          <p:cNvPr id="189" name="Google Shape;189;p27"/>
          <p:cNvGrpSpPr/>
          <p:nvPr/>
        </p:nvGrpSpPr>
        <p:grpSpPr>
          <a:xfrm flipH="1">
            <a:off x="-1843625" y="-184647"/>
            <a:ext cx="12357100" cy="5660822"/>
            <a:chOff x="-1343750" y="-184647"/>
            <a:chExt cx="12357100" cy="5660822"/>
          </a:xfrm>
        </p:grpSpPr>
        <p:sp>
          <p:nvSpPr>
            <p:cNvPr id="190" name="Google Shape;190;p27"/>
            <p:cNvSpPr/>
            <p:nvPr/>
          </p:nvSpPr>
          <p:spPr>
            <a:xfrm>
              <a:off x="0" y="4940475"/>
              <a:ext cx="3189000" cy="74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7"/>
            <p:cNvSpPr/>
            <p:nvPr/>
          </p:nvSpPr>
          <p:spPr>
            <a:xfrm>
              <a:off x="6066925" y="2174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2" name="Google Shape;192;p27"/>
            <p:cNvPicPr preferRelativeResize="0"/>
            <p:nvPr/>
          </p:nvPicPr>
          <p:blipFill rotWithShape="1">
            <a:blip r:embed="rId3">
              <a:alphaModFix/>
            </a:blip>
            <a:srcRect l="11615" r="11615"/>
            <a:stretch/>
          </p:blipFill>
          <p:spPr>
            <a:xfrm>
              <a:off x="8559375" y="1177125"/>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193" name="Google Shape;193;p27"/>
            <p:cNvPicPr preferRelativeResize="0"/>
            <p:nvPr/>
          </p:nvPicPr>
          <p:blipFill rotWithShape="1">
            <a:blip r:embed="rId3">
              <a:alphaModFix/>
            </a:blip>
            <a:srcRect l="17797" r="17790"/>
            <a:stretch/>
          </p:blipFill>
          <p:spPr>
            <a:xfrm>
              <a:off x="-1343750" y="2921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194" name="Google Shape;194;p27"/>
            <p:cNvPicPr preferRelativeResize="0"/>
            <p:nvPr/>
          </p:nvPicPr>
          <p:blipFill rotWithShape="1">
            <a:blip r:embed="rId4">
              <a:alphaModFix/>
            </a:blip>
            <a:srcRect t="14317"/>
            <a:stretch/>
          </p:blipFill>
          <p:spPr>
            <a:xfrm>
              <a:off x="-536650" y="36689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195" name="Google Shape;195;p27"/>
            <p:cNvPicPr preferRelativeResize="0"/>
            <p:nvPr/>
          </p:nvPicPr>
          <p:blipFill rotWithShape="1">
            <a:blip r:embed="rId5">
              <a:alphaModFix/>
            </a:blip>
            <a:srcRect l="13816" r="13809"/>
            <a:stretch/>
          </p:blipFill>
          <p:spPr>
            <a:xfrm>
              <a:off x="7933975" y="123975"/>
              <a:ext cx="1123450"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196" name="Google Shape;196;p27"/>
            <p:cNvGrpSpPr/>
            <p:nvPr/>
          </p:nvGrpSpPr>
          <p:grpSpPr>
            <a:xfrm rot="212416" flipH="1">
              <a:off x="97211" y="3286914"/>
              <a:ext cx="770952" cy="673321"/>
              <a:chOff x="4314379" y="3053510"/>
              <a:chExt cx="161050" cy="106625"/>
            </a:xfrm>
          </p:grpSpPr>
          <p:sp>
            <p:nvSpPr>
              <p:cNvPr id="197" name="Google Shape;197;p27"/>
              <p:cNvSpPr/>
              <p:nvPr/>
            </p:nvSpPr>
            <p:spPr>
              <a:xfrm>
                <a:off x="4314379" y="305351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7"/>
              <p:cNvSpPr/>
              <p:nvPr/>
            </p:nvSpPr>
            <p:spPr>
              <a:xfrm>
                <a:off x="4353054" y="308098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 name="Google Shape;199;p27"/>
            <p:cNvGrpSpPr/>
            <p:nvPr/>
          </p:nvGrpSpPr>
          <p:grpSpPr>
            <a:xfrm rot="212416" flipH="1">
              <a:off x="8575361" y="-161486"/>
              <a:ext cx="770952" cy="673321"/>
              <a:chOff x="4256784" y="2766797"/>
              <a:chExt cx="161050" cy="106625"/>
            </a:xfrm>
          </p:grpSpPr>
          <p:sp>
            <p:nvSpPr>
              <p:cNvPr id="200" name="Google Shape;200;p27"/>
              <p:cNvSpPr/>
              <p:nvPr/>
            </p:nvSpPr>
            <p:spPr>
              <a:xfrm>
                <a:off x="4256784" y="2766797"/>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7"/>
              <p:cNvSpPr/>
              <p:nvPr/>
            </p:nvSpPr>
            <p:spPr>
              <a:xfrm>
                <a:off x="4295459" y="2794272"/>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 name="Google Shape;202;p27"/>
            <p:cNvSpPr/>
            <p:nvPr/>
          </p:nvSpPr>
          <p:spPr>
            <a:xfrm>
              <a:off x="378950" y="0"/>
              <a:ext cx="672300" cy="6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7"/>
            <p:cNvSpPr/>
            <p:nvPr/>
          </p:nvSpPr>
          <p:spPr>
            <a:xfrm>
              <a:off x="8283825" y="453217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4" name="Google Shape;204;p27"/>
            <p:cNvGrpSpPr/>
            <p:nvPr/>
          </p:nvGrpSpPr>
          <p:grpSpPr>
            <a:xfrm rot="-4035931" flipH="1">
              <a:off x="206295" y="4653882"/>
              <a:ext cx="770950" cy="673327"/>
              <a:chOff x="4374842" y="2983689"/>
              <a:chExt cx="161050" cy="106625"/>
            </a:xfrm>
          </p:grpSpPr>
          <p:sp>
            <p:nvSpPr>
              <p:cNvPr id="205" name="Google Shape;205;p27"/>
              <p:cNvSpPr/>
              <p:nvPr/>
            </p:nvSpPr>
            <p:spPr>
              <a:xfrm>
                <a:off x="4374842" y="2983689"/>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7"/>
              <p:cNvSpPr/>
              <p:nvPr/>
            </p:nvSpPr>
            <p:spPr>
              <a:xfrm>
                <a:off x="4413517" y="3011164"/>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1pPr>
            <a:lvl2pPr lvl="1"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2pPr>
            <a:lvl3pPr lvl="2"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3pPr>
            <a:lvl4pPr lvl="3"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4pPr>
            <a:lvl5pPr lvl="4"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5pPr>
            <a:lvl6pPr lvl="5"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6pPr>
            <a:lvl7pPr lvl="6"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7pPr>
            <a:lvl8pPr lvl="7"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8pPr>
            <a:lvl9pPr lvl="8" algn="ctr" rtl="0">
              <a:spcBef>
                <a:spcPts val="0"/>
              </a:spcBef>
              <a:spcAft>
                <a:spcPts val="0"/>
              </a:spcAft>
              <a:buClr>
                <a:schemeClr val="dk1"/>
              </a:buClr>
              <a:buSzPts val="3000"/>
              <a:buFont typeface="MuseoModerno Medium"/>
              <a:buNone/>
              <a:defRPr sz="3000">
                <a:solidFill>
                  <a:schemeClr val="dk1"/>
                </a:solidFill>
                <a:latin typeface="MuseoModerno Medium"/>
                <a:ea typeface="MuseoModerno Medium"/>
                <a:cs typeface="MuseoModerno Medium"/>
                <a:sym typeface="MuseoModerno Medium"/>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8.jpg"/><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13" Type="http://schemas.openxmlformats.org/officeDocument/2006/relationships/image" Target="../media/image9.jpg"/><Relationship Id="rId3" Type="http://schemas.openxmlformats.org/officeDocument/2006/relationships/slide" Target="slide20.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5" Type="http://schemas.openxmlformats.org/officeDocument/2006/relationships/image" Target="../media/image8.jpg"/><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 Id="rId14" Type="http://schemas.openxmlformats.org/officeDocument/2006/relationships/image" Target="../media/image10.jp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jpg"/><Relationship Id="rId5" Type="http://schemas.openxmlformats.org/officeDocument/2006/relationships/image" Target="../media/image12.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2.jpg"/><Relationship Id="rId5" Type="http://schemas.openxmlformats.org/officeDocument/2006/relationships/image" Target="../media/image8.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0.xml"/><Relationship Id="rId5" Type="http://schemas.openxmlformats.org/officeDocument/2006/relationships/image" Target="../media/image6.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8.jpg"/><Relationship Id="rId5" Type="http://schemas.openxmlformats.org/officeDocument/2006/relationships/image" Target="../media/image10.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jpg"/><Relationship Id="rId5" Type="http://schemas.openxmlformats.org/officeDocument/2006/relationships/image" Target="../media/image12.jpg"/><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1.xml"/><Relationship Id="rId5" Type="http://schemas.openxmlformats.org/officeDocument/2006/relationships/image" Target="../media/image4.jp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7"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5.jpg"/><Relationship Id="rId5" Type="http://schemas.openxmlformats.org/officeDocument/2006/relationships/image" Target="../media/image18.png"/><Relationship Id="rId4" Type="http://schemas.openxmlformats.org/officeDocument/2006/relationships/hyperlink" Target="https://docs.google.com/spreadsheets/d/1ycdLr01aRMhPrckfTwwN5rToNEgJ8QsT-QsZ6fHUe5w/copy" TargetMode="External"/><Relationship Id="rId9" Type="http://schemas.openxmlformats.org/officeDocument/2006/relationships/image" Target="../media/image4.jpg"/></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2.jpg"/><Relationship Id="rId5" Type="http://schemas.openxmlformats.org/officeDocument/2006/relationships/image" Target="../media/image8.jp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0.jpg"/><Relationship Id="rId5" Type="http://schemas.openxmlformats.org/officeDocument/2006/relationships/image" Target="../media/image12.jpg"/><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6.jpg"/><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7.jpg"/><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5.jpg"/><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image" Target="../media/image19.jpg"/><Relationship Id="rId7"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image" Target="../media/image2.jpg"/><Relationship Id="rId5" Type="http://schemas.openxmlformats.org/officeDocument/2006/relationships/image" Target="../media/image21.jpg"/><Relationship Id="rId4" Type="http://schemas.openxmlformats.org/officeDocument/2006/relationships/image" Target="../media/image20.jpg"/></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8.jpg"/><Relationship Id="rId4" Type="http://schemas.openxmlformats.org/officeDocument/2006/relationships/image" Target="../media/image10.jpg"/></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0.xml"/><Relationship Id="rId1" Type="http://schemas.openxmlformats.org/officeDocument/2006/relationships/slideLayout" Target="../slideLayouts/slideLayout22.xml"/><Relationship Id="rId6" Type="http://schemas.openxmlformats.org/officeDocument/2006/relationships/image" Target="../media/image6.jpg"/><Relationship Id="rId5" Type="http://schemas.openxmlformats.org/officeDocument/2006/relationships/image" Target="../media/image9.jp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1"/>
          <p:cNvSpPr txBox="1">
            <a:spLocks noGrp="1"/>
          </p:cNvSpPr>
          <p:nvPr>
            <p:ph type="ctrTitle"/>
          </p:nvPr>
        </p:nvSpPr>
        <p:spPr>
          <a:xfrm>
            <a:off x="3355950" y="1225713"/>
            <a:ext cx="5073000" cy="1871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5000"/>
              <a:t>PSYCHOLOGY </a:t>
            </a:r>
            <a:r>
              <a:rPr lang="en" sz="4000"/>
              <a:t>NEWSLETTER</a:t>
            </a:r>
            <a:endParaRPr sz="4000"/>
          </a:p>
        </p:txBody>
      </p:sp>
      <p:sp>
        <p:nvSpPr>
          <p:cNvPr id="218" name="Google Shape;218;p31"/>
          <p:cNvSpPr txBox="1">
            <a:spLocks noGrp="1"/>
          </p:cNvSpPr>
          <p:nvPr>
            <p:ph type="subTitle" idx="1"/>
          </p:nvPr>
        </p:nvSpPr>
        <p:spPr>
          <a:xfrm>
            <a:off x="6127325" y="3229888"/>
            <a:ext cx="2301600" cy="687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Here is where your presentation begins</a:t>
            </a:r>
            <a:endParaRPr/>
          </a:p>
        </p:txBody>
      </p:sp>
      <p:sp>
        <p:nvSpPr>
          <p:cNvPr id="219" name="Google Shape;219;p31"/>
          <p:cNvSpPr/>
          <p:nvPr/>
        </p:nvSpPr>
        <p:spPr>
          <a:xfrm>
            <a:off x="2112600" y="4918300"/>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1"/>
          <p:cNvSpPr/>
          <p:nvPr/>
        </p:nvSpPr>
        <p:spPr>
          <a:xfrm>
            <a:off x="-72475" y="639250"/>
            <a:ext cx="615000" cy="3256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1"/>
          <p:cNvSpPr/>
          <p:nvPr/>
        </p:nvSpPr>
        <p:spPr>
          <a:xfrm>
            <a:off x="679175" y="188425"/>
            <a:ext cx="2248800" cy="1292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2" name="Google Shape;222;p31"/>
          <p:cNvPicPr preferRelativeResize="0"/>
          <p:nvPr/>
        </p:nvPicPr>
        <p:blipFill>
          <a:blip r:embed="rId3">
            <a:alphaModFix/>
          </a:blip>
          <a:stretch>
            <a:fillRect/>
          </a:stretch>
        </p:blipFill>
        <p:spPr>
          <a:xfrm>
            <a:off x="116875" y="754725"/>
            <a:ext cx="3196425"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223" name="Google Shape;223;p31"/>
          <p:cNvPicPr preferRelativeResize="0"/>
          <p:nvPr/>
        </p:nvPicPr>
        <p:blipFill rotWithShape="1">
          <a:blip r:embed="rId4">
            <a:alphaModFix/>
          </a:blip>
          <a:srcRect t="17648"/>
          <a:stretch/>
        </p:blipFill>
        <p:spPr>
          <a:xfrm>
            <a:off x="-605475" y="3794951"/>
            <a:ext cx="1713349"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224" name="Google Shape;224;p31"/>
          <p:cNvPicPr preferRelativeResize="0"/>
          <p:nvPr/>
        </p:nvPicPr>
        <p:blipFill>
          <a:blip r:embed="rId5">
            <a:alphaModFix/>
          </a:blip>
          <a:stretch>
            <a:fillRect/>
          </a:stretch>
        </p:blipFill>
        <p:spPr>
          <a:xfrm>
            <a:off x="-23076" y="-134975"/>
            <a:ext cx="1713350" cy="25525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225" name="Google Shape;225;p31"/>
          <p:cNvGrpSpPr/>
          <p:nvPr/>
        </p:nvGrpSpPr>
        <p:grpSpPr>
          <a:xfrm rot="-4412243" flipH="1">
            <a:off x="1295013" y="2059760"/>
            <a:ext cx="770954" cy="673325"/>
            <a:chOff x="4318300" y="2960450"/>
            <a:chExt cx="161050" cy="106625"/>
          </a:xfrm>
        </p:grpSpPr>
        <p:sp>
          <p:nvSpPr>
            <p:cNvPr id="226" name="Google Shape;226;p31"/>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1"/>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31"/>
          <p:cNvGrpSpPr/>
          <p:nvPr/>
        </p:nvGrpSpPr>
        <p:grpSpPr>
          <a:xfrm rot="-6994513" flipH="1">
            <a:off x="750920" y="4086261"/>
            <a:ext cx="770957" cy="673324"/>
            <a:chOff x="4318300" y="2960450"/>
            <a:chExt cx="161050" cy="106625"/>
          </a:xfrm>
        </p:grpSpPr>
        <p:sp>
          <p:nvSpPr>
            <p:cNvPr id="229" name="Google Shape;229;p31"/>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1"/>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1" name="Google Shape;231;p31"/>
          <p:cNvPicPr preferRelativeResize="0"/>
          <p:nvPr/>
        </p:nvPicPr>
        <p:blipFill rotWithShape="1">
          <a:blip r:embed="rId6">
            <a:alphaModFix/>
          </a:blip>
          <a:srcRect t="28029" b="28024"/>
          <a:stretch/>
        </p:blipFill>
        <p:spPr>
          <a:xfrm>
            <a:off x="1888200" y="3420525"/>
            <a:ext cx="2301489"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232" name="Google Shape;232;p31"/>
          <p:cNvGrpSpPr/>
          <p:nvPr/>
        </p:nvGrpSpPr>
        <p:grpSpPr>
          <a:xfrm rot="212416" flipH="1">
            <a:off x="3799861" y="3120589"/>
            <a:ext cx="770952" cy="673321"/>
            <a:chOff x="4318300" y="2960450"/>
            <a:chExt cx="161050" cy="106625"/>
          </a:xfrm>
        </p:grpSpPr>
        <p:sp>
          <p:nvSpPr>
            <p:cNvPr id="233" name="Google Shape;233;p31"/>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1"/>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5" name="Google Shape;235;p31"/>
          <p:cNvSpPr/>
          <p:nvPr/>
        </p:nvSpPr>
        <p:spPr>
          <a:xfrm>
            <a:off x="894900" y="3531000"/>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1"/>
          <p:cNvSpPr/>
          <p:nvPr/>
        </p:nvSpPr>
        <p:spPr>
          <a:xfrm>
            <a:off x="225700" y="1466025"/>
            <a:ext cx="21495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1"/>
          <p:cNvSpPr/>
          <p:nvPr/>
        </p:nvSpPr>
        <p:spPr>
          <a:xfrm>
            <a:off x="3093925" y="487150"/>
            <a:ext cx="483000" cy="48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graphicFrame>
        <p:nvGraphicFramePr>
          <p:cNvPr id="243" name="Google Shape;243;p32"/>
          <p:cNvGraphicFramePr/>
          <p:nvPr/>
        </p:nvGraphicFramePr>
        <p:xfrm>
          <a:off x="811625" y="1614825"/>
          <a:ext cx="3000000" cy="3000000"/>
        </p:xfrm>
        <a:graphic>
          <a:graphicData uri="http://schemas.openxmlformats.org/drawingml/2006/table">
            <a:tbl>
              <a:tblPr>
                <a:noFill/>
                <a:tableStyleId>{C1709FF9-A131-4BEC-AD98-EF8B3A77F85B}</a:tableStyleId>
              </a:tblPr>
              <a:tblGrid>
                <a:gridCol w="2487450">
                  <a:extLst>
                    <a:ext uri="{9D8B030D-6E8A-4147-A177-3AD203B41FA5}">
                      <a16:colId xmlns:a16="http://schemas.microsoft.com/office/drawing/2014/main" val="20000"/>
                    </a:ext>
                  </a:extLst>
                </a:gridCol>
                <a:gridCol w="5033300">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u="sng">
                          <a:solidFill>
                            <a:schemeClr val="hlink"/>
                          </a:solidFill>
                          <a:latin typeface="Open Sans"/>
                          <a:ea typeface="Open Sans"/>
                          <a:cs typeface="Open Sans"/>
                          <a:sym typeface="Open Sans"/>
                          <a:hlinkClick r:id="" action="ppaction://noaction"/>
                        </a:rPr>
                        <a:t>Fonts</a:t>
                      </a:r>
                      <a:endParaRPr sz="1100" b="1" u="sng">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To view this template correctly in PowerPoint, download and install the fonts we used</a:t>
                      </a:r>
                      <a:endParaRPr sz="10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u="sng">
                          <a:solidFill>
                            <a:schemeClr val="hlink"/>
                          </a:solidFill>
                          <a:latin typeface="Open Sans"/>
                          <a:ea typeface="Open Sans"/>
                          <a:cs typeface="Open Sans"/>
                          <a:sym typeface="Open Sans"/>
                          <a:hlinkClick r:id="" action="ppaction://noaction"/>
                        </a:rPr>
                        <a:t>Used</a:t>
                      </a:r>
                      <a:r>
                        <a:rPr lang="en" sz="1100">
                          <a:solidFill>
                            <a:schemeClr val="dk1"/>
                          </a:solidFill>
                          <a:latin typeface="Open Sans"/>
                          <a:ea typeface="Open Sans"/>
                          <a:cs typeface="Open Sans"/>
                          <a:sym typeface="Open Sans"/>
                        </a:rPr>
                        <a:t> and </a:t>
                      </a:r>
                      <a:r>
                        <a:rPr lang="en" sz="1100" b="1" u="sng">
                          <a:solidFill>
                            <a:schemeClr val="hlink"/>
                          </a:solidFill>
                          <a:latin typeface="Open Sans"/>
                          <a:ea typeface="Open Sans"/>
                          <a:cs typeface="Open Sans"/>
                          <a:sym typeface="Open Sans"/>
                          <a:hlinkClick r:id="" action="ppaction://noaction"/>
                        </a:rPr>
                        <a:t>alternative</a:t>
                      </a:r>
                      <a:r>
                        <a:rPr lang="en" sz="1100" b="1" u="sng">
                          <a:solidFill>
                            <a:schemeClr val="hlink"/>
                          </a:solidFill>
                          <a:latin typeface="Open Sans"/>
                          <a:ea typeface="Open Sans"/>
                          <a:cs typeface="Open Sans"/>
                          <a:sym typeface="Open Sans"/>
                          <a:hlinkClick r:id="" action="ppaction://noaction"/>
                        </a:rPr>
                        <a:t> resources</a:t>
                      </a:r>
                      <a:endParaRPr sz="1100" b="1" u="sng">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Open Sans"/>
                          <a:ea typeface="Open Sans"/>
                          <a:cs typeface="Open Sans"/>
                          <a:sym typeface="Open Sans"/>
                        </a:rPr>
                        <a:t>An assortment of graphic resources that are suitable for use in this presentation</a:t>
                      </a:r>
                      <a:endParaRPr sz="10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u="sng">
                          <a:solidFill>
                            <a:schemeClr val="hlink"/>
                          </a:solidFill>
                          <a:latin typeface="Open Sans"/>
                          <a:ea typeface="Open Sans"/>
                          <a:cs typeface="Open Sans"/>
                          <a:sym typeface="Open Sans"/>
                          <a:hlinkClick r:id="rId3" action="ppaction://hlinksldjump"/>
                        </a:rPr>
                        <a:t>Thanks slide</a:t>
                      </a:r>
                      <a:endParaRPr sz="1100" b="1" u="sng">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You must keep it so that proper credits for our design are given</a:t>
                      </a:r>
                      <a:endParaRPr sz="10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u="sng">
                          <a:solidFill>
                            <a:schemeClr val="hlink"/>
                          </a:solidFill>
                          <a:latin typeface="Open Sans"/>
                          <a:ea typeface="Open Sans"/>
                          <a:cs typeface="Open Sans"/>
                          <a:sym typeface="Open Sans"/>
                          <a:hlinkClick r:id="" action="ppaction://noaction"/>
                        </a:rPr>
                        <a:t>Colors</a:t>
                      </a:r>
                      <a:endParaRPr sz="1100" b="1" u="sng">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All the colors used in this presentation</a:t>
                      </a:r>
                      <a:endParaRPr sz="10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u="sng">
                          <a:solidFill>
                            <a:schemeClr val="hlink"/>
                          </a:solidFill>
                          <a:latin typeface="Open Sans"/>
                          <a:ea typeface="Open Sans"/>
                          <a:cs typeface="Open Sans"/>
                          <a:sym typeface="Open Sans"/>
                          <a:hlinkClick r:id="" action="ppaction://noaction"/>
                        </a:rPr>
                        <a:t>Icons</a:t>
                      </a:r>
                      <a:r>
                        <a:rPr lang="en" sz="1100" b="1">
                          <a:solidFill>
                            <a:schemeClr val="dk1"/>
                          </a:solidFill>
                          <a:latin typeface="Open Sans"/>
                          <a:ea typeface="Open Sans"/>
                          <a:cs typeface="Open Sans"/>
                          <a:sym typeface="Open Sans"/>
                        </a:rPr>
                        <a:t> </a:t>
                      </a:r>
                      <a:r>
                        <a:rPr lang="en" sz="1100">
                          <a:solidFill>
                            <a:schemeClr val="dk1"/>
                          </a:solidFill>
                          <a:latin typeface="Open Sans"/>
                          <a:ea typeface="Open Sans"/>
                          <a:cs typeface="Open Sans"/>
                          <a:sym typeface="Open Sans"/>
                        </a:rPr>
                        <a:t>and </a:t>
                      </a:r>
                      <a:r>
                        <a:rPr lang="en" sz="1100" b="1" u="sng">
                          <a:solidFill>
                            <a:schemeClr val="hlink"/>
                          </a:solidFill>
                          <a:latin typeface="Open Sans"/>
                          <a:ea typeface="Open Sans"/>
                          <a:cs typeface="Open Sans"/>
                          <a:sym typeface="Open Sans"/>
                          <a:hlinkClick r:id="" action="ppaction://noaction"/>
                        </a:rPr>
                        <a:t>infographic resources</a:t>
                      </a:r>
                      <a:endParaRPr sz="1100" b="1" u="sng">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Open Sans"/>
                          <a:ea typeface="Open Sans"/>
                          <a:cs typeface="Open Sans"/>
                          <a:sym typeface="Open Sans"/>
                        </a:rPr>
                        <a:t>These can be used in the template, and their size and color can be edited</a:t>
                      </a:r>
                      <a:endParaRPr sz="10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a:solidFill>
                            <a:schemeClr val="dk1"/>
                          </a:solidFill>
                          <a:latin typeface="Open Sans"/>
                          <a:ea typeface="Open Sans"/>
                          <a:cs typeface="Open Sans"/>
                          <a:sym typeface="Open Sans"/>
                        </a:rPr>
                        <a:t>Editable presentation theme</a:t>
                      </a:r>
                      <a:r>
                        <a:rPr lang="en" sz="1100" b="1">
                          <a:solidFill>
                            <a:schemeClr val="dk1"/>
                          </a:solidFill>
                          <a:latin typeface="Open Sans"/>
                          <a:ea typeface="Open Sans"/>
                          <a:cs typeface="Open Sans"/>
                          <a:sym typeface="Open Sans"/>
                        </a:rPr>
                        <a:t> </a:t>
                      </a:r>
                      <a:endParaRPr sz="1100" b="1">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You can edit the master slides easily. For more info, click </a:t>
                      </a:r>
                      <a:r>
                        <a:rPr lang="en" sz="1100"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44" name="Google Shape;244;p32"/>
          <p:cNvSpPr txBox="1"/>
          <p:nvPr/>
        </p:nvSpPr>
        <p:spPr>
          <a:xfrm>
            <a:off x="811625" y="1139925"/>
            <a:ext cx="7520700" cy="3699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200">
                <a:solidFill>
                  <a:srgbClr val="191919"/>
                </a:solidFill>
                <a:latin typeface="Open Sans"/>
                <a:ea typeface="Open Sans"/>
                <a:cs typeface="Open Sans"/>
                <a:sym typeface="Open Sans"/>
              </a:rPr>
              <a:t>You can delete this slide when you’re done editing the presentation</a:t>
            </a:r>
            <a:endParaRPr sz="1200" b="1">
              <a:solidFill>
                <a:srgbClr val="6E6EE3"/>
              </a:solidFill>
              <a:latin typeface="Open Sans"/>
              <a:ea typeface="Open Sans"/>
              <a:cs typeface="Open Sans"/>
              <a:sym typeface="Open Sans"/>
            </a:endParaRPr>
          </a:p>
        </p:txBody>
      </p:sp>
      <p:sp>
        <p:nvSpPr>
          <p:cNvPr id="245" name="Google Shape;245;p32"/>
          <p:cNvSpPr txBox="1"/>
          <p:nvPr/>
        </p:nvSpPr>
        <p:spPr>
          <a:xfrm>
            <a:off x="811663" y="3981275"/>
            <a:ext cx="34779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latin typeface="Open Sans"/>
                <a:ea typeface="Open Sans"/>
                <a:cs typeface="Open Sans"/>
                <a:sym typeface="Open Sans"/>
              </a:rPr>
              <a:t>For more info:</a:t>
            </a:r>
            <a:r>
              <a:rPr lang="en" sz="800" b="1">
                <a:solidFill>
                  <a:schemeClr val="dk1"/>
                </a:solidFill>
                <a:latin typeface="Open Sans"/>
                <a:ea typeface="Open Sans"/>
                <a:cs typeface="Open Sans"/>
                <a:sym typeface="Open Sans"/>
              </a:rPr>
              <a:t/>
            </a:r>
            <a:br>
              <a:rPr lang="en" sz="800" b="1">
                <a:solidFill>
                  <a:schemeClr val="dk1"/>
                </a:solidFill>
                <a:latin typeface="Open Sans"/>
                <a:ea typeface="Open Sans"/>
                <a:cs typeface="Open Sans"/>
                <a:sym typeface="Open Sans"/>
              </a:rPr>
            </a:br>
            <a:r>
              <a:rPr lang="en" sz="1000" b="1" u="sng">
                <a:solidFill>
                  <a:schemeClr val="dk1"/>
                </a:solidFill>
                <a:latin typeface="Open Sans"/>
                <a:ea typeface="Open Sans"/>
                <a:cs typeface="Open Sans"/>
                <a:sym typeface="Open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uFill>
                  <a:noFill/>
                </a:uFill>
                <a:latin typeface="Open Sans"/>
                <a:ea typeface="Open Sans"/>
                <a:cs typeface="Open Sans"/>
                <a:sym typeface="Open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Open Sans"/>
                <a:ea typeface="Open Sans"/>
                <a:cs typeface="Open Sans"/>
                <a:sym typeface="Open Sans"/>
              </a:rPr>
              <a:t>| </a:t>
            </a:r>
            <a:r>
              <a:rPr lang="en" sz="1000" b="1" u="sng">
                <a:solidFill>
                  <a:schemeClr val="dk1"/>
                </a:solidFill>
                <a:latin typeface="Open Sans"/>
                <a:ea typeface="Open Sans"/>
                <a:cs typeface="Open Sans"/>
                <a:sym typeface="Open Sans"/>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u="sng">
                <a:solidFill>
                  <a:schemeClr val="dk1"/>
                </a:solidFill>
                <a:latin typeface="Open Sans"/>
                <a:ea typeface="Open Sans"/>
                <a:cs typeface="Open Sans"/>
                <a:sym typeface="Open Sans"/>
              </a:rPr>
              <a:t>s</a:t>
            </a:r>
            <a:endParaRPr sz="1000" b="1" u="sng">
              <a:solidFill>
                <a:schemeClr val="dk1"/>
              </a:solidFill>
              <a:latin typeface="Open Sans"/>
              <a:ea typeface="Open Sans"/>
              <a:cs typeface="Open Sans"/>
              <a:sym typeface="Open Sans"/>
            </a:endParaRPr>
          </a:p>
        </p:txBody>
      </p:sp>
      <p:sp>
        <p:nvSpPr>
          <p:cNvPr id="246" name="Google Shape;246;p32"/>
          <p:cNvSpPr txBox="1"/>
          <p:nvPr/>
        </p:nvSpPr>
        <p:spPr>
          <a:xfrm>
            <a:off x="4854394" y="3981275"/>
            <a:ext cx="34779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solidFill>
                  <a:schemeClr val="dk1"/>
                </a:solidFill>
                <a:latin typeface="Open Sans"/>
                <a:ea typeface="Open Sans"/>
                <a:cs typeface="Open Sans"/>
                <a:sym typeface="Open Sans"/>
              </a:rPr>
              <a:t>You can visit our sister projects:</a:t>
            </a:r>
            <a:br>
              <a:rPr lang="en" sz="800">
                <a:solidFill>
                  <a:schemeClr val="dk1"/>
                </a:solidFill>
                <a:latin typeface="Open Sans"/>
                <a:ea typeface="Open Sans"/>
                <a:cs typeface="Open Sans"/>
                <a:sym typeface="Open Sans"/>
              </a:rPr>
            </a:br>
            <a:r>
              <a:rPr lang="en" sz="1000" b="1" u="sng">
                <a:solidFill>
                  <a:schemeClr val="dk1"/>
                </a:solidFill>
                <a:latin typeface="Open Sans"/>
                <a:ea typeface="Open Sans"/>
                <a:cs typeface="Open Sans"/>
                <a:sym typeface="Open Sans"/>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Open Sans"/>
                <a:ea typeface="Open Sans"/>
                <a:cs typeface="Open Sans"/>
                <a:sym typeface="Open Sans"/>
              </a:rPr>
              <a:t> | </a:t>
            </a:r>
            <a:r>
              <a:rPr lang="en" sz="1000" b="1" u="sng">
                <a:solidFill>
                  <a:schemeClr val="dk1"/>
                </a:solidFill>
                <a:latin typeface="Open Sans"/>
                <a:ea typeface="Open Sans"/>
                <a:cs typeface="Open Sans"/>
                <a:sym typeface="Open Sans"/>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000" b="1">
                <a:solidFill>
                  <a:schemeClr val="dk1"/>
                </a:solidFill>
                <a:uFill>
                  <a:noFill/>
                </a:uFill>
                <a:latin typeface="Open Sans"/>
                <a:ea typeface="Open Sans"/>
                <a:cs typeface="Open Sans"/>
                <a:sym typeface="Open Sans"/>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Open Sans"/>
                <a:ea typeface="Open Sans"/>
                <a:cs typeface="Open Sans"/>
                <a:sym typeface="Open Sans"/>
              </a:rPr>
              <a:t>| </a:t>
            </a:r>
            <a:r>
              <a:rPr lang="en" sz="1000" b="1" u="sng">
                <a:solidFill>
                  <a:schemeClr val="dk1"/>
                </a:solidFill>
                <a:latin typeface="Open Sans"/>
                <a:ea typeface="Open Sans"/>
                <a:cs typeface="Open Sans"/>
                <a:sym typeface="Open Sans"/>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Open Sans"/>
              <a:ea typeface="Open Sans"/>
              <a:cs typeface="Open Sans"/>
              <a:sym typeface="Open Sans"/>
            </a:endParaRPr>
          </a:p>
        </p:txBody>
      </p:sp>
      <p:pic>
        <p:nvPicPr>
          <p:cNvPr id="247" name="Google Shape;247;p32"/>
          <p:cNvPicPr preferRelativeResize="0"/>
          <p:nvPr/>
        </p:nvPicPr>
        <p:blipFill rotWithShape="1">
          <a:blip r:embed="rId13">
            <a:alphaModFix/>
          </a:blip>
          <a:srcRect t="12319" r="18817"/>
          <a:stretch/>
        </p:blipFill>
        <p:spPr>
          <a:xfrm>
            <a:off x="-327150" y="98825"/>
            <a:ext cx="780624" cy="9460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248" name="Google Shape;248;p32"/>
          <p:cNvPicPr preferRelativeResize="0"/>
          <p:nvPr/>
        </p:nvPicPr>
        <p:blipFill rotWithShape="1">
          <a:blip r:embed="rId14">
            <a:alphaModFix/>
          </a:blip>
          <a:srcRect t="42775"/>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249" name="Google Shape;249;p32"/>
          <p:cNvSpPr/>
          <p:nvPr/>
        </p:nvSpPr>
        <p:spPr>
          <a:xfrm>
            <a:off x="360675" y="75427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2"/>
          <p:cNvSpPr/>
          <p:nvPr/>
        </p:nvSpPr>
        <p:spPr>
          <a:xfrm>
            <a:off x="811625" y="48391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 name="Google Shape;251;p32"/>
          <p:cNvGrpSpPr/>
          <p:nvPr/>
        </p:nvGrpSpPr>
        <p:grpSpPr>
          <a:xfrm rot="212416" flipH="1">
            <a:off x="52661" y="-226611"/>
            <a:ext cx="770952" cy="673321"/>
            <a:chOff x="4318300" y="2960450"/>
            <a:chExt cx="161050" cy="106625"/>
          </a:xfrm>
        </p:grpSpPr>
        <p:sp>
          <p:nvSpPr>
            <p:cNvPr id="252" name="Google Shape;252;p32"/>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2"/>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32"/>
          <p:cNvGrpSpPr/>
          <p:nvPr/>
        </p:nvGrpSpPr>
        <p:grpSpPr>
          <a:xfrm rot="-2230191" flipH="1">
            <a:off x="380815" y="4184376"/>
            <a:ext cx="770944" cy="673321"/>
            <a:chOff x="4318300" y="2960450"/>
            <a:chExt cx="161050" cy="106625"/>
          </a:xfrm>
        </p:grpSpPr>
        <p:sp>
          <p:nvSpPr>
            <p:cNvPr id="255" name="Google Shape;255;p32"/>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2"/>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7" name="Google Shape;257;p32"/>
          <p:cNvPicPr preferRelativeResize="0"/>
          <p:nvPr/>
        </p:nvPicPr>
        <p:blipFill>
          <a:blip r:embed="rId15">
            <a:alphaModFix/>
          </a:blip>
          <a:stretch>
            <a:fillRect/>
          </a:stretch>
        </p:blipFill>
        <p:spPr>
          <a:xfrm>
            <a:off x="8611550" y="2460021"/>
            <a:ext cx="1021126" cy="152125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258" name="Google Shape;258;p32"/>
          <p:cNvGrpSpPr/>
          <p:nvPr/>
        </p:nvGrpSpPr>
        <p:grpSpPr>
          <a:xfrm rot="-2230191" flipH="1">
            <a:off x="8457465" y="2066101"/>
            <a:ext cx="770944" cy="673321"/>
            <a:chOff x="4318300" y="2960450"/>
            <a:chExt cx="161050" cy="106625"/>
          </a:xfrm>
        </p:grpSpPr>
        <p:sp>
          <p:nvSpPr>
            <p:cNvPr id="259" name="Google Shape;259;p32"/>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2"/>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 name="Google Shape;261;p32"/>
          <p:cNvSpPr/>
          <p:nvPr/>
        </p:nvSpPr>
        <p:spPr>
          <a:xfrm>
            <a:off x="8472775" y="3855750"/>
            <a:ext cx="292200" cy="29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2"/>
          <p:cNvSpPr/>
          <p:nvPr/>
        </p:nvSpPr>
        <p:spPr>
          <a:xfrm>
            <a:off x="6066925" y="21742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3"/>
          <p:cNvSpPr/>
          <p:nvPr/>
        </p:nvSpPr>
        <p:spPr>
          <a:xfrm>
            <a:off x="6771875" y="1270325"/>
            <a:ext cx="199500" cy="447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3"/>
          <p:cNvSpPr/>
          <p:nvPr/>
        </p:nvSpPr>
        <p:spPr>
          <a:xfrm>
            <a:off x="4152625" y="2928432"/>
            <a:ext cx="483000" cy="483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9" name="Google Shape;269;p33"/>
          <p:cNvGrpSpPr/>
          <p:nvPr/>
        </p:nvGrpSpPr>
        <p:grpSpPr>
          <a:xfrm rot="212416" flipH="1">
            <a:off x="2055797" y="2897364"/>
            <a:ext cx="770952" cy="673321"/>
            <a:chOff x="4318300" y="2960450"/>
            <a:chExt cx="161050" cy="106625"/>
          </a:xfrm>
        </p:grpSpPr>
        <p:sp>
          <p:nvSpPr>
            <p:cNvPr id="270" name="Google Shape;270;p3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33"/>
          <p:cNvSpPr/>
          <p:nvPr/>
        </p:nvSpPr>
        <p:spPr>
          <a:xfrm>
            <a:off x="7163286" y="3109050"/>
            <a:ext cx="536100" cy="530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3"/>
          <p:cNvSpPr/>
          <p:nvPr/>
        </p:nvSpPr>
        <p:spPr>
          <a:xfrm>
            <a:off x="3919950" y="1661525"/>
            <a:ext cx="1304100" cy="7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3"/>
          <p:cNvSpPr/>
          <p:nvPr/>
        </p:nvSpPr>
        <p:spPr>
          <a:xfrm>
            <a:off x="1935336" y="1280350"/>
            <a:ext cx="483000" cy="48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276" name="Google Shape;276;p33"/>
          <p:cNvSpPr txBox="1">
            <a:spLocks noGrp="1"/>
          </p:cNvSpPr>
          <p:nvPr>
            <p:ph type="title" idx="2"/>
          </p:nvPr>
        </p:nvSpPr>
        <p:spPr>
          <a:xfrm>
            <a:off x="1625236" y="1480875"/>
            <a:ext cx="923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77" name="Google Shape;277;p33"/>
          <p:cNvSpPr txBox="1">
            <a:spLocks noGrp="1"/>
          </p:cNvSpPr>
          <p:nvPr>
            <p:ph type="title" idx="3"/>
          </p:nvPr>
        </p:nvSpPr>
        <p:spPr>
          <a:xfrm>
            <a:off x="1625236" y="3105072"/>
            <a:ext cx="923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78" name="Google Shape;278;p33"/>
          <p:cNvSpPr txBox="1">
            <a:spLocks noGrp="1"/>
          </p:cNvSpPr>
          <p:nvPr>
            <p:ph type="title" idx="4"/>
          </p:nvPr>
        </p:nvSpPr>
        <p:spPr>
          <a:xfrm>
            <a:off x="4110285" y="1480875"/>
            <a:ext cx="923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79" name="Google Shape;279;p33"/>
          <p:cNvSpPr txBox="1">
            <a:spLocks noGrp="1"/>
          </p:cNvSpPr>
          <p:nvPr>
            <p:ph type="title" idx="5"/>
          </p:nvPr>
        </p:nvSpPr>
        <p:spPr>
          <a:xfrm>
            <a:off x="4110285" y="3105072"/>
            <a:ext cx="923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80" name="Google Shape;280;p33"/>
          <p:cNvSpPr txBox="1">
            <a:spLocks noGrp="1"/>
          </p:cNvSpPr>
          <p:nvPr>
            <p:ph type="title" idx="6"/>
          </p:nvPr>
        </p:nvSpPr>
        <p:spPr>
          <a:xfrm>
            <a:off x="6599231" y="1480875"/>
            <a:ext cx="923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81" name="Google Shape;281;p33"/>
          <p:cNvSpPr txBox="1">
            <a:spLocks noGrp="1"/>
          </p:cNvSpPr>
          <p:nvPr>
            <p:ph type="title" idx="7"/>
          </p:nvPr>
        </p:nvSpPr>
        <p:spPr>
          <a:xfrm>
            <a:off x="6599231" y="3105072"/>
            <a:ext cx="9237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82" name="Google Shape;282;p33"/>
          <p:cNvSpPr txBox="1">
            <a:spLocks noGrp="1"/>
          </p:cNvSpPr>
          <p:nvPr>
            <p:ph type="subTitle" idx="1"/>
          </p:nvPr>
        </p:nvSpPr>
        <p:spPr>
          <a:xfrm>
            <a:off x="1222036" y="1932701"/>
            <a:ext cx="1730100" cy="74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HEADLINE NEWS</a:t>
            </a:r>
            <a:endParaRPr/>
          </a:p>
        </p:txBody>
      </p:sp>
      <p:sp>
        <p:nvSpPr>
          <p:cNvPr id="283" name="Google Shape;283;p33"/>
          <p:cNvSpPr txBox="1">
            <a:spLocks noGrp="1"/>
          </p:cNvSpPr>
          <p:nvPr>
            <p:ph type="subTitle" idx="8"/>
          </p:nvPr>
        </p:nvSpPr>
        <p:spPr>
          <a:xfrm>
            <a:off x="3707085" y="1932701"/>
            <a:ext cx="1730100" cy="74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 DEPTH ANALYSIS</a:t>
            </a:r>
            <a:endParaRPr/>
          </a:p>
        </p:txBody>
      </p:sp>
      <p:sp>
        <p:nvSpPr>
          <p:cNvPr id="284" name="Google Shape;284;p33"/>
          <p:cNvSpPr txBox="1">
            <a:spLocks noGrp="1"/>
          </p:cNvSpPr>
          <p:nvPr>
            <p:ph type="subTitle" idx="9"/>
          </p:nvPr>
        </p:nvSpPr>
        <p:spPr>
          <a:xfrm>
            <a:off x="6196031" y="1932701"/>
            <a:ext cx="1730100" cy="74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BEHIND THE SCENES</a:t>
            </a:r>
            <a:endParaRPr/>
          </a:p>
        </p:txBody>
      </p:sp>
      <p:sp>
        <p:nvSpPr>
          <p:cNvPr id="285" name="Google Shape;285;p33"/>
          <p:cNvSpPr txBox="1">
            <a:spLocks noGrp="1"/>
          </p:cNvSpPr>
          <p:nvPr>
            <p:ph type="subTitle" idx="13"/>
          </p:nvPr>
        </p:nvSpPr>
        <p:spPr>
          <a:xfrm>
            <a:off x="1222036" y="3556957"/>
            <a:ext cx="1730100" cy="74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TIPS &amp; TRICKS</a:t>
            </a:r>
            <a:endParaRPr/>
          </a:p>
        </p:txBody>
      </p:sp>
      <p:sp>
        <p:nvSpPr>
          <p:cNvPr id="286" name="Google Shape;286;p33"/>
          <p:cNvSpPr txBox="1">
            <a:spLocks noGrp="1"/>
          </p:cNvSpPr>
          <p:nvPr>
            <p:ph type="subTitle" idx="14"/>
          </p:nvPr>
        </p:nvSpPr>
        <p:spPr>
          <a:xfrm>
            <a:off x="3707085" y="3556957"/>
            <a:ext cx="1730100" cy="74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UPCOMING EVENTS</a:t>
            </a:r>
            <a:endParaRPr/>
          </a:p>
        </p:txBody>
      </p:sp>
      <p:sp>
        <p:nvSpPr>
          <p:cNvPr id="287" name="Google Shape;287;p33"/>
          <p:cNvSpPr txBox="1">
            <a:spLocks noGrp="1"/>
          </p:cNvSpPr>
          <p:nvPr>
            <p:ph type="subTitle" idx="15"/>
          </p:nvPr>
        </p:nvSpPr>
        <p:spPr>
          <a:xfrm>
            <a:off x="6196031" y="3556957"/>
            <a:ext cx="1730100" cy="74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COMMUNITY CORNER</a:t>
            </a:r>
            <a:endParaRPr/>
          </a:p>
        </p:txBody>
      </p:sp>
      <p:pic>
        <p:nvPicPr>
          <p:cNvPr id="288" name="Google Shape;288;p33"/>
          <p:cNvPicPr preferRelativeResize="0"/>
          <p:nvPr/>
        </p:nvPicPr>
        <p:blipFill rotWithShape="1">
          <a:blip r:embed="rId3">
            <a:alphaModFix/>
          </a:blip>
          <a:srcRect l="23224"/>
          <a:stretch/>
        </p:blipFill>
        <p:spPr>
          <a:xfrm>
            <a:off x="8559375" y="1177125"/>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289" name="Google Shape;289;p33"/>
          <p:cNvPicPr preferRelativeResize="0"/>
          <p:nvPr/>
        </p:nvPicPr>
        <p:blipFill rotWithShape="1">
          <a:blip r:embed="rId3">
            <a:alphaModFix/>
          </a:blip>
          <a:srcRect l="23222" r="12361"/>
          <a:stretch/>
        </p:blipFill>
        <p:spPr>
          <a:xfrm>
            <a:off x="-1343750" y="-8180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290" name="Google Shape;290;p33"/>
          <p:cNvPicPr preferRelativeResize="0"/>
          <p:nvPr/>
        </p:nvPicPr>
        <p:blipFill rotWithShape="1">
          <a:blip r:embed="rId4">
            <a:alphaModFix/>
          </a:blip>
          <a:srcRect t="14317"/>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291" name="Google Shape;291;p33"/>
          <p:cNvPicPr preferRelativeResize="0"/>
          <p:nvPr/>
        </p:nvPicPr>
        <p:blipFill rotWithShape="1">
          <a:blip r:embed="rId5">
            <a:alphaModFix/>
          </a:blip>
          <a:srcRect l="10551" r="21679"/>
          <a:stretch/>
        </p:blipFill>
        <p:spPr>
          <a:xfrm>
            <a:off x="-536425" y="3028775"/>
            <a:ext cx="1123449"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292" name="Google Shape;292;p33"/>
          <p:cNvGrpSpPr/>
          <p:nvPr/>
        </p:nvGrpSpPr>
        <p:grpSpPr>
          <a:xfrm rot="212416" flipH="1">
            <a:off x="114761" y="2699214"/>
            <a:ext cx="770952" cy="673321"/>
            <a:chOff x="4318300" y="2960450"/>
            <a:chExt cx="161050" cy="106625"/>
          </a:xfrm>
        </p:grpSpPr>
        <p:sp>
          <p:nvSpPr>
            <p:cNvPr id="293" name="Google Shape;293;p3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33"/>
          <p:cNvGrpSpPr/>
          <p:nvPr/>
        </p:nvGrpSpPr>
        <p:grpSpPr>
          <a:xfrm rot="212416" flipH="1">
            <a:off x="8205936" y="1040889"/>
            <a:ext cx="770952" cy="673321"/>
            <a:chOff x="4318300" y="2960450"/>
            <a:chExt cx="161050" cy="106625"/>
          </a:xfrm>
        </p:grpSpPr>
        <p:sp>
          <p:nvSpPr>
            <p:cNvPr id="296" name="Google Shape;296;p3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 name="Google Shape;298;p33"/>
          <p:cNvSpPr/>
          <p:nvPr/>
        </p:nvSpPr>
        <p:spPr>
          <a:xfrm>
            <a:off x="297025" y="4471200"/>
            <a:ext cx="672300" cy="6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3"/>
          <p:cNvSpPr/>
          <p:nvPr/>
        </p:nvSpPr>
        <p:spPr>
          <a:xfrm>
            <a:off x="8150500" y="52000"/>
            <a:ext cx="483000" cy="48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4"/>
          <p:cNvSpPr/>
          <p:nvPr/>
        </p:nvSpPr>
        <p:spPr>
          <a:xfrm>
            <a:off x="1179886" y="3531000"/>
            <a:ext cx="483000" cy="48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4"/>
          <p:cNvSpPr txBox="1">
            <a:spLocks noGrp="1"/>
          </p:cNvSpPr>
          <p:nvPr>
            <p:ph type="title"/>
          </p:nvPr>
        </p:nvSpPr>
        <p:spPr>
          <a:xfrm>
            <a:off x="715100" y="535000"/>
            <a:ext cx="3635400" cy="164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HEADLINE NEWS</a:t>
            </a:r>
            <a:endParaRPr/>
          </a:p>
        </p:txBody>
      </p:sp>
      <p:sp>
        <p:nvSpPr>
          <p:cNvPr id="306" name="Google Shape;306;p34"/>
          <p:cNvSpPr txBox="1">
            <a:spLocks noGrp="1"/>
          </p:cNvSpPr>
          <p:nvPr>
            <p:ph type="title" idx="2"/>
          </p:nvPr>
        </p:nvSpPr>
        <p:spPr>
          <a:xfrm>
            <a:off x="715100" y="3756600"/>
            <a:ext cx="1089900" cy="48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307" name="Google Shape;307;p34"/>
          <p:cNvSpPr/>
          <p:nvPr/>
        </p:nvSpPr>
        <p:spPr>
          <a:xfrm flipH="1">
            <a:off x="8548725" y="639250"/>
            <a:ext cx="615000" cy="3256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4"/>
          <p:cNvSpPr/>
          <p:nvPr/>
        </p:nvSpPr>
        <p:spPr>
          <a:xfrm flipH="1">
            <a:off x="6163275" y="188425"/>
            <a:ext cx="2248800" cy="129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9" name="Google Shape;309;p34"/>
          <p:cNvPicPr preferRelativeResize="0"/>
          <p:nvPr/>
        </p:nvPicPr>
        <p:blipFill rotWithShape="1">
          <a:blip r:embed="rId3">
            <a:alphaModFix/>
          </a:blip>
          <a:srcRect/>
          <a:stretch/>
        </p:blipFill>
        <p:spPr>
          <a:xfrm flipH="1">
            <a:off x="5777950" y="754725"/>
            <a:ext cx="3196425"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10" name="Google Shape;310;p34"/>
          <p:cNvPicPr preferRelativeResize="0"/>
          <p:nvPr/>
        </p:nvPicPr>
        <p:blipFill rotWithShape="1">
          <a:blip r:embed="rId4">
            <a:alphaModFix/>
          </a:blip>
          <a:srcRect t="17648"/>
          <a:stretch/>
        </p:blipFill>
        <p:spPr>
          <a:xfrm flipH="1">
            <a:off x="7983376" y="3794951"/>
            <a:ext cx="1713349"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11" name="Google Shape;311;p34"/>
          <p:cNvPicPr preferRelativeResize="0"/>
          <p:nvPr/>
        </p:nvPicPr>
        <p:blipFill rotWithShape="1">
          <a:blip r:embed="rId5">
            <a:alphaModFix/>
          </a:blip>
          <a:srcRect l="27623" r="27627"/>
          <a:stretch/>
        </p:blipFill>
        <p:spPr>
          <a:xfrm flipH="1">
            <a:off x="7400975" y="-134975"/>
            <a:ext cx="1713351" cy="25525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312" name="Google Shape;312;p34"/>
          <p:cNvGrpSpPr/>
          <p:nvPr/>
        </p:nvGrpSpPr>
        <p:grpSpPr>
          <a:xfrm rot="4412243">
            <a:off x="7025283" y="2059760"/>
            <a:ext cx="770954" cy="673325"/>
            <a:chOff x="4318300" y="2960450"/>
            <a:chExt cx="161050" cy="106625"/>
          </a:xfrm>
        </p:grpSpPr>
        <p:sp>
          <p:nvSpPr>
            <p:cNvPr id="313" name="Google Shape;313;p34"/>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4"/>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34"/>
          <p:cNvGrpSpPr/>
          <p:nvPr/>
        </p:nvGrpSpPr>
        <p:grpSpPr>
          <a:xfrm rot="6994513">
            <a:off x="7569373" y="4086261"/>
            <a:ext cx="770957" cy="673324"/>
            <a:chOff x="4318300" y="2960450"/>
            <a:chExt cx="161050" cy="106625"/>
          </a:xfrm>
        </p:grpSpPr>
        <p:sp>
          <p:nvSpPr>
            <p:cNvPr id="316" name="Google Shape;316;p34"/>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4"/>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18" name="Google Shape;318;p34"/>
          <p:cNvPicPr preferRelativeResize="0"/>
          <p:nvPr/>
        </p:nvPicPr>
        <p:blipFill rotWithShape="1">
          <a:blip r:embed="rId6">
            <a:alphaModFix/>
          </a:blip>
          <a:srcRect t="13012" b="13012"/>
          <a:stretch/>
        </p:blipFill>
        <p:spPr>
          <a:xfrm flipH="1">
            <a:off x="4901560" y="3531000"/>
            <a:ext cx="2301490"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319" name="Google Shape;319;p34"/>
          <p:cNvGrpSpPr/>
          <p:nvPr/>
        </p:nvGrpSpPr>
        <p:grpSpPr>
          <a:xfrm rot="-212416">
            <a:off x="4520437" y="3231064"/>
            <a:ext cx="770952" cy="673321"/>
            <a:chOff x="4318300" y="2960450"/>
            <a:chExt cx="161050" cy="106625"/>
          </a:xfrm>
        </p:grpSpPr>
        <p:sp>
          <p:nvSpPr>
            <p:cNvPr id="320" name="Google Shape;320;p34"/>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4"/>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2" name="Google Shape;322;p34"/>
          <p:cNvSpPr/>
          <p:nvPr/>
        </p:nvSpPr>
        <p:spPr>
          <a:xfrm flipH="1">
            <a:off x="7713350" y="3531000"/>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4"/>
          <p:cNvSpPr/>
          <p:nvPr/>
        </p:nvSpPr>
        <p:spPr>
          <a:xfrm flipH="1">
            <a:off x="4901650" y="1466025"/>
            <a:ext cx="3963900" cy="74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4"/>
          <p:cNvSpPr/>
          <p:nvPr/>
        </p:nvSpPr>
        <p:spPr>
          <a:xfrm flipH="1">
            <a:off x="5514325" y="487150"/>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5"/>
          <p:cNvSpPr/>
          <p:nvPr/>
        </p:nvSpPr>
        <p:spPr>
          <a:xfrm>
            <a:off x="6895200" y="0"/>
            <a:ext cx="2248800" cy="1292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5"/>
          <p:cNvSpPr txBox="1">
            <a:spLocks noGrp="1"/>
          </p:cNvSpPr>
          <p:nvPr>
            <p:ph type="title"/>
          </p:nvPr>
        </p:nvSpPr>
        <p:spPr>
          <a:xfrm>
            <a:off x="720000" y="445025"/>
            <a:ext cx="4549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HEADLINE NEWS</a:t>
            </a:r>
            <a:endParaRPr/>
          </a:p>
        </p:txBody>
      </p:sp>
      <p:sp>
        <p:nvSpPr>
          <p:cNvPr id="331" name="Google Shape;331;p35"/>
          <p:cNvSpPr txBox="1">
            <a:spLocks noGrp="1"/>
          </p:cNvSpPr>
          <p:nvPr>
            <p:ph type="body" idx="1"/>
          </p:nvPr>
        </p:nvSpPr>
        <p:spPr>
          <a:xfrm>
            <a:off x="720000" y="1547575"/>
            <a:ext cx="4244400" cy="266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Exciting news! Our company has just released a cutting-edge product that is poised to revolutionize the industry. With this new technology, businesses can:</a:t>
            </a:r>
            <a:endParaRPr/>
          </a:p>
          <a:p>
            <a:pPr marL="457200" lvl="0" indent="-304800" algn="l" rtl="0">
              <a:spcBef>
                <a:spcPts val="1000"/>
              </a:spcBef>
              <a:spcAft>
                <a:spcPts val="0"/>
              </a:spcAft>
              <a:buSzPts val="1200"/>
              <a:buFont typeface="Open Sans Light"/>
              <a:buChar char="●"/>
            </a:pPr>
            <a:r>
              <a:rPr lang="en"/>
              <a:t>Optimize their workflow and increase productivity</a:t>
            </a:r>
            <a:endParaRPr/>
          </a:p>
          <a:p>
            <a:pPr marL="457200" lvl="0" indent="-304800" algn="l" rtl="0">
              <a:spcBef>
                <a:spcPts val="0"/>
              </a:spcBef>
              <a:spcAft>
                <a:spcPts val="0"/>
              </a:spcAft>
              <a:buSzPts val="1200"/>
              <a:buFont typeface="Open Sans Light"/>
              <a:buChar char="●"/>
            </a:pPr>
            <a:r>
              <a:rPr lang="en"/>
              <a:t>Automate routine tasks and free up any possible valuable resources</a:t>
            </a:r>
            <a:endParaRPr/>
          </a:p>
          <a:p>
            <a:pPr marL="457200" lvl="0" indent="-304800" algn="l" rtl="0">
              <a:spcBef>
                <a:spcPts val="0"/>
              </a:spcBef>
              <a:spcAft>
                <a:spcPts val="0"/>
              </a:spcAft>
              <a:buSzPts val="1200"/>
              <a:buFont typeface="Open Sans Light"/>
              <a:buChar char="●"/>
            </a:pPr>
            <a:r>
              <a:rPr lang="en"/>
              <a:t>Improve their bottom line by reducing costs and boosting profits</a:t>
            </a:r>
            <a:endParaRPr/>
          </a:p>
          <a:p>
            <a:pPr marL="0" lvl="0" indent="0" algn="l" rtl="0">
              <a:spcBef>
                <a:spcPts val="1000"/>
              </a:spcBef>
              <a:spcAft>
                <a:spcPts val="0"/>
              </a:spcAft>
              <a:buNone/>
            </a:pPr>
            <a:r>
              <a:rPr lang="en"/>
              <a:t>Stay tuned for more updates on this exciting development as we continue to innovate and push the boundaries of what's possible!</a:t>
            </a:r>
            <a:endParaRPr/>
          </a:p>
        </p:txBody>
      </p:sp>
      <p:pic>
        <p:nvPicPr>
          <p:cNvPr id="332" name="Google Shape;332;p35"/>
          <p:cNvPicPr preferRelativeResize="0">
            <a:picLocks noGrp="1"/>
          </p:cNvPicPr>
          <p:nvPr>
            <p:ph type="pic" idx="2"/>
          </p:nvPr>
        </p:nvPicPr>
        <p:blipFill rotWithShape="1">
          <a:blip r:embed="rId3">
            <a:alphaModFix/>
          </a:blip>
          <a:srcRect l="4462" r="4471"/>
          <a:stretch/>
        </p:blipFill>
        <p:spPr>
          <a:xfrm>
            <a:off x="5726125" y="202925"/>
            <a:ext cx="3235800" cy="4737650"/>
          </a:xfrm>
          <a:prstGeom prst="rect">
            <a:avLst/>
          </a:prstGeom>
        </p:spPr>
      </p:pic>
      <p:grpSp>
        <p:nvGrpSpPr>
          <p:cNvPr id="333" name="Google Shape;333;p35"/>
          <p:cNvGrpSpPr/>
          <p:nvPr/>
        </p:nvGrpSpPr>
        <p:grpSpPr>
          <a:xfrm rot="212416" flipH="1">
            <a:off x="8504861" y="-108311"/>
            <a:ext cx="770952" cy="673321"/>
            <a:chOff x="4318300" y="2960450"/>
            <a:chExt cx="161050" cy="106625"/>
          </a:xfrm>
        </p:grpSpPr>
        <p:sp>
          <p:nvSpPr>
            <p:cNvPr id="334" name="Google Shape;334;p35"/>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5"/>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6" name="Google Shape;336;p35"/>
          <p:cNvGrpSpPr/>
          <p:nvPr/>
        </p:nvGrpSpPr>
        <p:grpSpPr>
          <a:xfrm rot="212416" flipH="1">
            <a:off x="5392686" y="4587939"/>
            <a:ext cx="770952" cy="673321"/>
            <a:chOff x="4318300" y="2960450"/>
            <a:chExt cx="161050" cy="106625"/>
          </a:xfrm>
        </p:grpSpPr>
        <p:sp>
          <p:nvSpPr>
            <p:cNvPr id="337" name="Google Shape;337;p35"/>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5"/>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39" name="Google Shape;339;p35"/>
          <p:cNvPicPr preferRelativeResize="0"/>
          <p:nvPr/>
        </p:nvPicPr>
        <p:blipFill rotWithShape="1">
          <a:blip r:embed="rId4">
            <a:alphaModFix/>
          </a:blip>
          <a:srcRect t="42775"/>
          <a:stretch/>
        </p:blipFill>
        <p:spPr>
          <a:xfrm>
            <a:off x="7549625" y="42792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340" name="Google Shape;340;p35"/>
          <p:cNvGrpSpPr/>
          <p:nvPr/>
        </p:nvGrpSpPr>
        <p:grpSpPr>
          <a:xfrm rot="-2230191" flipH="1">
            <a:off x="8319715" y="3923476"/>
            <a:ext cx="770944" cy="673321"/>
            <a:chOff x="4318300" y="2960450"/>
            <a:chExt cx="161050" cy="106625"/>
          </a:xfrm>
        </p:grpSpPr>
        <p:sp>
          <p:nvSpPr>
            <p:cNvPr id="341" name="Google Shape;341;p35"/>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5"/>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3" name="Google Shape;343;p35"/>
          <p:cNvSpPr/>
          <p:nvPr/>
        </p:nvSpPr>
        <p:spPr>
          <a:xfrm>
            <a:off x="5466925" y="3912513"/>
            <a:ext cx="483000" cy="483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 DEPTH ANALYSIS</a:t>
            </a:r>
            <a:endParaRPr/>
          </a:p>
        </p:txBody>
      </p:sp>
      <p:sp>
        <p:nvSpPr>
          <p:cNvPr id="349" name="Google Shape;349;p36"/>
          <p:cNvSpPr txBox="1">
            <a:spLocks noGrp="1"/>
          </p:cNvSpPr>
          <p:nvPr>
            <p:ph type="subTitle" idx="3"/>
          </p:nvPr>
        </p:nvSpPr>
        <p:spPr>
          <a:xfrm>
            <a:off x="1563600" y="1791225"/>
            <a:ext cx="6016800" cy="92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Analyze a new and emerging technology that is disrupting or transforming your industry. Discuss its potential impact on businesses and consumers, and provide insights into how companies can adapt to these new changes</a:t>
            </a:r>
            <a:endParaRPr/>
          </a:p>
        </p:txBody>
      </p:sp>
      <p:sp>
        <p:nvSpPr>
          <p:cNvPr id="350" name="Google Shape;350;p36"/>
          <p:cNvSpPr txBox="1">
            <a:spLocks noGrp="1"/>
          </p:cNvSpPr>
          <p:nvPr>
            <p:ph type="subTitle" idx="1"/>
          </p:nvPr>
        </p:nvSpPr>
        <p:spPr>
          <a:xfrm>
            <a:off x="1563600" y="1402850"/>
            <a:ext cx="6016800" cy="4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EMERGING TECHNOLOGIES</a:t>
            </a:r>
            <a:endParaRPr/>
          </a:p>
        </p:txBody>
      </p:sp>
      <p:sp>
        <p:nvSpPr>
          <p:cNvPr id="351" name="Google Shape;351;p36"/>
          <p:cNvSpPr txBox="1">
            <a:spLocks noGrp="1"/>
          </p:cNvSpPr>
          <p:nvPr>
            <p:ph type="subTitle" idx="2"/>
          </p:nvPr>
        </p:nvSpPr>
        <p:spPr>
          <a:xfrm>
            <a:off x="1563600" y="2794425"/>
            <a:ext cx="6016800" cy="460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MARKET TRENDS</a:t>
            </a:r>
            <a:endParaRPr/>
          </a:p>
        </p:txBody>
      </p:sp>
      <p:sp>
        <p:nvSpPr>
          <p:cNvPr id="352" name="Google Shape;352;p36"/>
          <p:cNvSpPr txBox="1">
            <a:spLocks noGrp="1"/>
          </p:cNvSpPr>
          <p:nvPr>
            <p:ph type="subTitle" idx="4"/>
          </p:nvPr>
        </p:nvSpPr>
        <p:spPr>
          <a:xfrm>
            <a:off x="1563600" y="3182800"/>
            <a:ext cx="6016800" cy="92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Provide an in-depth analysis of recent market trends that are affecting your industry. This could include examining changes in consumer behavior, shifts in supply and demand, or emerging market opportunities. Offer insights into how businesses can capitalize on these trends to stay competitive</a:t>
            </a:r>
            <a:endParaRPr/>
          </a:p>
        </p:txBody>
      </p:sp>
      <p:pic>
        <p:nvPicPr>
          <p:cNvPr id="353" name="Google Shape;353;p36"/>
          <p:cNvPicPr preferRelativeResize="0"/>
          <p:nvPr/>
        </p:nvPicPr>
        <p:blipFill rotWithShape="1">
          <a:blip r:embed="rId3">
            <a:alphaModFix/>
          </a:blip>
          <a:srcRect l="8820" r="8820"/>
          <a:stretch/>
        </p:blipFill>
        <p:spPr>
          <a:xfrm>
            <a:off x="-1965225" y="535000"/>
            <a:ext cx="26803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54" name="Google Shape;354;p36"/>
          <p:cNvPicPr preferRelativeResize="0"/>
          <p:nvPr/>
        </p:nvPicPr>
        <p:blipFill rotWithShape="1">
          <a:blip r:embed="rId4">
            <a:alphaModFix/>
          </a:blip>
          <a:srcRect t="6680" b="6671"/>
          <a:stretch/>
        </p:blipFill>
        <p:spPr>
          <a:xfrm>
            <a:off x="-185275" y="217425"/>
            <a:ext cx="780624" cy="9460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55" name="Google Shape;355;p36"/>
          <p:cNvPicPr preferRelativeResize="0"/>
          <p:nvPr/>
        </p:nvPicPr>
        <p:blipFill rotWithShape="1">
          <a:blip r:embed="rId5">
            <a:alphaModFix/>
          </a:blip>
          <a:srcRect t="21412" b="21412"/>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356" name="Google Shape;356;p36"/>
          <p:cNvSpPr/>
          <p:nvPr/>
        </p:nvSpPr>
        <p:spPr>
          <a:xfrm>
            <a:off x="434088" y="919850"/>
            <a:ext cx="483000" cy="483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6"/>
          <p:cNvSpPr/>
          <p:nvPr/>
        </p:nvSpPr>
        <p:spPr>
          <a:xfrm>
            <a:off x="811625" y="48391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 name="Google Shape;358;p36"/>
          <p:cNvGrpSpPr/>
          <p:nvPr/>
        </p:nvGrpSpPr>
        <p:grpSpPr>
          <a:xfrm rot="212416" flipH="1">
            <a:off x="52661" y="-226611"/>
            <a:ext cx="770952" cy="673321"/>
            <a:chOff x="4318300" y="2960450"/>
            <a:chExt cx="161050" cy="106625"/>
          </a:xfrm>
        </p:grpSpPr>
        <p:sp>
          <p:nvSpPr>
            <p:cNvPr id="359" name="Google Shape;359;p3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36"/>
          <p:cNvGrpSpPr/>
          <p:nvPr/>
        </p:nvGrpSpPr>
        <p:grpSpPr>
          <a:xfrm rot="-2230191" flipH="1">
            <a:off x="380815" y="4184376"/>
            <a:ext cx="770944" cy="673321"/>
            <a:chOff x="4318300" y="2960450"/>
            <a:chExt cx="161050" cy="106625"/>
          </a:xfrm>
        </p:grpSpPr>
        <p:sp>
          <p:nvSpPr>
            <p:cNvPr id="362" name="Google Shape;362;p3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64" name="Google Shape;364;p36"/>
          <p:cNvPicPr preferRelativeResize="0"/>
          <p:nvPr/>
        </p:nvPicPr>
        <p:blipFill rotWithShape="1">
          <a:blip r:embed="rId3">
            <a:alphaModFix/>
          </a:blip>
          <a:srcRect l="16877" r="16884"/>
          <a:stretch/>
        </p:blipFill>
        <p:spPr>
          <a:xfrm>
            <a:off x="8478575" y="-1117350"/>
            <a:ext cx="21557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65" name="Google Shape;365;p36"/>
          <p:cNvPicPr preferRelativeResize="0"/>
          <p:nvPr/>
        </p:nvPicPr>
        <p:blipFill rotWithShape="1">
          <a:blip r:embed="rId6">
            <a:alphaModFix/>
          </a:blip>
          <a:srcRect l="14438" r="14438"/>
          <a:stretch/>
        </p:blipFill>
        <p:spPr>
          <a:xfrm>
            <a:off x="8611550" y="2838321"/>
            <a:ext cx="1021126" cy="152125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366" name="Google Shape;366;p36"/>
          <p:cNvGrpSpPr/>
          <p:nvPr/>
        </p:nvGrpSpPr>
        <p:grpSpPr>
          <a:xfrm rot="-2230191" flipH="1">
            <a:off x="8457465" y="2444401"/>
            <a:ext cx="770944" cy="673321"/>
            <a:chOff x="4318300" y="2960450"/>
            <a:chExt cx="161050" cy="106625"/>
          </a:xfrm>
        </p:grpSpPr>
        <p:sp>
          <p:nvSpPr>
            <p:cNvPr id="367" name="Google Shape;367;p3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36"/>
          <p:cNvSpPr/>
          <p:nvPr/>
        </p:nvSpPr>
        <p:spPr>
          <a:xfrm>
            <a:off x="8472775" y="3855750"/>
            <a:ext cx="292200" cy="29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6"/>
          <p:cNvSpPr/>
          <p:nvPr/>
        </p:nvSpPr>
        <p:spPr>
          <a:xfrm>
            <a:off x="6066925" y="217425"/>
            <a:ext cx="3189000" cy="74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7"/>
          <p:cNvSpPr txBox="1">
            <a:spLocks noGrp="1"/>
          </p:cNvSpPr>
          <p:nvPr>
            <p:ph type="subTitle" idx="1"/>
          </p:nvPr>
        </p:nvSpPr>
        <p:spPr>
          <a:xfrm>
            <a:off x="1095975" y="1605525"/>
            <a:ext cx="2180400" cy="74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PRODUCTION PROCESS</a:t>
            </a:r>
            <a:endParaRPr/>
          </a:p>
        </p:txBody>
      </p:sp>
      <p:sp>
        <p:nvSpPr>
          <p:cNvPr id="376" name="Google Shape;376;p37"/>
          <p:cNvSpPr txBox="1">
            <a:spLocks noGrp="1"/>
          </p:cNvSpPr>
          <p:nvPr>
            <p:ph type="subTitle" idx="5"/>
          </p:nvPr>
        </p:nvSpPr>
        <p:spPr>
          <a:xfrm>
            <a:off x="3481788" y="1605525"/>
            <a:ext cx="2180400" cy="74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COMPANY CULTURE</a:t>
            </a:r>
            <a:endParaRPr/>
          </a:p>
        </p:txBody>
      </p:sp>
      <p:sp>
        <p:nvSpPr>
          <p:cNvPr id="377" name="Google Shape;377;p37"/>
          <p:cNvSpPr txBox="1">
            <a:spLocks noGrp="1"/>
          </p:cNvSpPr>
          <p:nvPr>
            <p:ph type="subTitle" idx="6"/>
          </p:nvPr>
        </p:nvSpPr>
        <p:spPr>
          <a:xfrm>
            <a:off x="5867625" y="1605525"/>
            <a:ext cx="2180400" cy="74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CUSTOMER SERVICE</a:t>
            </a:r>
            <a:endParaRPr/>
          </a:p>
        </p:txBody>
      </p:sp>
      <p:sp>
        <p:nvSpPr>
          <p:cNvPr id="378" name="Google Shape;378;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BEHIND THE SCENES</a:t>
            </a:r>
            <a:endParaRPr/>
          </a:p>
        </p:txBody>
      </p:sp>
      <p:sp>
        <p:nvSpPr>
          <p:cNvPr id="379" name="Google Shape;379;p37"/>
          <p:cNvSpPr txBox="1">
            <a:spLocks noGrp="1"/>
          </p:cNvSpPr>
          <p:nvPr>
            <p:ph type="subTitle" idx="2"/>
          </p:nvPr>
        </p:nvSpPr>
        <p:spPr>
          <a:xfrm>
            <a:off x="1095974" y="2410575"/>
            <a:ext cx="2180400" cy="18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We pride ourselves on our high-quality products that are made with care from start to finish. Our team sources the best materials and uses skilled craftsmanship to transform raw materials into beautiful finished products</a:t>
            </a:r>
            <a:endParaRPr/>
          </a:p>
        </p:txBody>
      </p:sp>
      <p:sp>
        <p:nvSpPr>
          <p:cNvPr id="380" name="Google Shape;380;p37"/>
          <p:cNvSpPr txBox="1">
            <a:spLocks noGrp="1"/>
          </p:cNvSpPr>
          <p:nvPr>
            <p:ph type="subTitle" idx="3"/>
          </p:nvPr>
        </p:nvSpPr>
        <p:spPr>
          <a:xfrm>
            <a:off x="3481800" y="2410575"/>
            <a:ext cx="2180400" cy="18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company culture is built on collaboration, innovation, and open communication. We prioritize work-life balance by offering flexible schedules and remote work options when possible</a:t>
            </a:r>
            <a:endParaRPr/>
          </a:p>
        </p:txBody>
      </p:sp>
      <p:sp>
        <p:nvSpPr>
          <p:cNvPr id="381" name="Google Shape;381;p37"/>
          <p:cNvSpPr txBox="1">
            <a:spLocks noGrp="1"/>
          </p:cNvSpPr>
          <p:nvPr>
            <p:ph type="subTitle" idx="4"/>
          </p:nvPr>
        </p:nvSpPr>
        <p:spPr>
          <a:xfrm>
            <a:off x="5867626" y="2410575"/>
            <a:ext cx="2180400" cy="18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customer service team is dedicated to providing exceptional support. We believe in building long-term relationships with our customers based on trust, transparency, and excellent service</a:t>
            </a:r>
            <a:endParaRPr/>
          </a:p>
        </p:txBody>
      </p:sp>
      <p:pic>
        <p:nvPicPr>
          <p:cNvPr id="382" name="Google Shape;382;p37"/>
          <p:cNvPicPr preferRelativeResize="0"/>
          <p:nvPr/>
        </p:nvPicPr>
        <p:blipFill rotWithShape="1">
          <a:blip r:embed="rId3">
            <a:alphaModFix/>
          </a:blip>
          <a:srcRect l="11615" r="11615"/>
          <a:stretch/>
        </p:blipFill>
        <p:spPr>
          <a:xfrm>
            <a:off x="8559375" y="440788"/>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83" name="Google Shape;383;p37"/>
          <p:cNvPicPr preferRelativeResize="0"/>
          <p:nvPr/>
        </p:nvPicPr>
        <p:blipFill rotWithShape="1">
          <a:blip r:embed="rId3">
            <a:alphaModFix/>
          </a:blip>
          <a:srcRect l="17797" r="17790"/>
          <a:stretch/>
        </p:blipFill>
        <p:spPr>
          <a:xfrm>
            <a:off x="-1343750" y="2174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84" name="Google Shape;384;p37"/>
          <p:cNvPicPr preferRelativeResize="0"/>
          <p:nvPr/>
        </p:nvPicPr>
        <p:blipFill rotWithShape="1">
          <a:blip r:embed="rId4">
            <a:alphaModFix/>
          </a:blip>
          <a:srcRect l="29" r="29"/>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385" name="Google Shape;385;p37"/>
          <p:cNvPicPr preferRelativeResize="0"/>
          <p:nvPr/>
        </p:nvPicPr>
        <p:blipFill rotWithShape="1">
          <a:blip r:embed="rId5">
            <a:alphaModFix/>
          </a:blip>
          <a:srcRect l="2353" r="2363"/>
          <a:stretch/>
        </p:blipFill>
        <p:spPr>
          <a:xfrm>
            <a:off x="-536425" y="3028775"/>
            <a:ext cx="1123450"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386" name="Google Shape;386;p37"/>
          <p:cNvGrpSpPr/>
          <p:nvPr/>
        </p:nvGrpSpPr>
        <p:grpSpPr>
          <a:xfrm rot="212416" flipH="1">
            <a:off x="114761" y="2699214"/>
            <a:ext cx="770952" cy="673321"/>
            <a:chOff x="4318300" y="2960450"/>
            <a:chExt cx="161050" cy="106625"/>
          </a:xfrm>
        </p:grpSpPr>
        <p:sp>
          <p:nvSpPr>
            <p:cNvPr id="387" name="Google Shape;387;p37"/>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7"/>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37"/>
          <p:cNvGrpSpPr/>
          <p:nvPr/>
        </p:nvGrpSpPr>
        <p:grpSpPr>
          <a:xfrm rot="212416" flipH="1">
            <a:off x="8205936" y="1040889"/>
            <a:ext cx="770952" cy="673321"/>
            <a:chOff x="4318300" y="2960450"/>
            <a:chExt cx="161050" cy="106625"/>
          </a:xfrm>
        </p:grpSpPr>
        <p:sp>
          <p:nvSpPr>
            <p:cNvPr id="390" name="Google Shape;390;p37"/>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7"/>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37"/>
          <p:cNvSpPr/>
          <p:nvPr/>
        </p:nvSpPr>
        <p:spPr>
          <a:xfrm>
            <a:off x="8150500" y="52000"/>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3" name="Google Shape;393;p37"/>
          <p:cNvPicPr preferRelativeResize="0"/>
          <p:nvPr/>
        </p:nvPicPr>
        <p:blipFill rotWithShape="1">
          <a:blip r:embed="rId6">
            <a:alphaModFix/>
          </a:blip>
          <a:srcRect t="35705" b="35707"/>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394" name="Google Shape;394;p37"/>
          <p:cNvGrpSpPr/>
          <p:nvPr/>
        </p:nvGrpSpPr>
        <p:grpSpPr>
          <a:xfrm rot="-2230191" flipH="1">
            <a:off x="380815" y="4184376"/>
            <a:ext cx="770944" cy="673321"/>
            <a:chOff x="4318300" y="2960450"/>
            <a:chExt cx="161050" cy="106625"/>
          </a:xfrm>
        </p:grpSpPr>
        <p:sp>
          <p:nvSpPr>
            <p:cNvPr id="395" name="Google Shape;395;p37"/>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7"/>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37"/>
          <p:cNvSpPr/>
          <p:nvPr/>
        </p:nvSpPr>
        <p:spPr>
          <a:xfrm>
            <a:off x="428750" y="-87500"/>
            <a:ext cx="572700" cy="572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7"/>
          <p:cNvSpPr/>
          <p:nvPr/>
        </p:nvSpPr>
        <p:spPr>
          <a:xfrm>
            <a:off x="509538" y="3659125"/>
            <a:ext cx="332100" cy="332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9" name="Google Shape;399;p37"/>
          <p:cNvPicPr preferRelativeResize="0"/>
          <p:nvPr/>
        </p:nvPicPr>
        <p:blipFill rotWithShape="1">
          <a:blip r:embed="rId6">
            <a:alphaModFix/>
          </a:blip>
          <a:srcRect t="4299" b="67113"/>
          <a:stretch/>
        </p:blipFill>
        <p:spPr>
          <a:xfrm>
            <a:off x="8150500" y="4375225"/>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400" name="Google Shape;400;p37"/>
          <p:cNvGrpSpPr/>
          <p:nvPr/>
        </p:nvGrpSpPr>
        <p:grpSpPr>
          <a:xfrm rot="-2230191" flipH="1">
            <a:off x="8920590" y="4019451"/>
            <a:ext cx="770944" cy="673321"/>
            <a:chOff x="4318300" y="2960450"/>
            <a:chExt cx="161050" cy="106625"/>
          </a:xfrm>
        </p:grpSpPr>
        <p:sp>
          <p:nvSpPr>
            <p:cNvPr id="401" name="Google Shape;401;p37"/>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7"/>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3" name="Google Shape;403;p37"/>
          <p:cNvGrpSpPr/>
          <p:nvPr/>
        </p:nvGrpSpPr>
        <p:grpSpPr>
          <a:xfrm rot="-4477941" flipH="1">
            <a:off x="7954632" y="4184386"/>
            <a:ext cx="770939" cy="673322"/>
            <a:chOff x="4318300" y="2960450"/>
            <a:chExt cx="161050" cy="106625"/>
          </a:xfrm>
        </p:grpSpPr>
        <p:sp>
          <p:nvSpPr>
            <p:cNvPr id="404" name="Google Shape;404;p37"/>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7"/>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8"/>
          <p:cNvSpPr txBox="1">
            <a:spLocks noGrp="1"/>
          </p:cNvSpPr>
          <p:nvPr>
            <p:ph type="subTitle" idx="14"/>
          </p:nvPr>
        </p:nvSpPr>
        <p:spPr>
          <a:xfrm>
            <a:off x="3341355" y="29278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LEARNING</a:t>
            </a:r>
            <a:endParaRPr/>
          </a:p>
        </p:txBody>
      </p:sp>
      <p:sp>
        <p:nvSpPr>
          <p:cNvPr id="411" name="Google Shape;411;p38"/>
          <p:cNvSpPr txBox="1">
            <a:spLocks noGrp="1"/>
          </p:cNvSpPr>
          <p:nvPr>
            <p:ph type="subTitle" idx="13"/>
          </p:nvPr>
        </p:nvSpPr>
        <p:spPr>
          <a:xfrm>
            <a:off x="795420" y="29278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SELF-CARE</a:t>
            </a:r>
            <a:endParaRPr/>
          </a:p>
        </p:txBody>
      </p:sp>
      <p:sp>
        <p:nvSpPr>
          <p:cNvPr id="412" name="Google Shape;412;p38"/>
          <p:cNvSpPr txBox="1">
            <a:spLocks noGrp="1"/>
          </p:cNvSpPr>
          <p:nvPr>
            <p:ph type="subTitle" idx="15"/>
          </p:nvPr>
        </p:nvSpPr>
        <p:spPr>
          <a:xfrm>
            <a:off x="5889824" y="29278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GOAL-SETTING</a:t>
            </a:r>
            <a:endParaRPr/>
          </a:p>
        </p:txBody>
      </p:sp>
      <p:sp>
        <p:nvSpPr>
          <p:cNvPr id="413" name="Google Shape;413;p38"/>
          <p:cNvSpPr txBox="1">
            <a:spLocks noGrp="1"/>
          </p:cNvSpPr>
          <p:nvPr>
            <p:ph type="subTitle" idx="7"/>
          </p:nvPr>
        </p:nvSpPr>
        <p:spPr>
          <a:xfrm>
            <a:off x="795076" y="13528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TIME MGMT.</a:t>
            </a:r>
            <a:endParaRPr/>
          </a:p>
        </p:txBody>
      </p:sp>
      <p:sp>
        <p:nvSpPr>
          <p:cNvPr id="414" name="Google Shape;414;p38"/>
          <p:cNvSpPr txBox="1">
            <a:spLocks noGrp="1"/>
          </p:cNvSpPr>
          <p:nvPr>
            <p:ph type="subTitle" idx="8"/>
          </p:nvPr>
        </p:nvSpPr>
        <p:spPr>
          <a:xfrm>
            <a:off x="3341355" y="1352875"/>
            <a:ext cx="24591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NETWORKING</a:t>
            </a:r>
            <a:endParaRPr/>
          </a:p>
        </p:txBody>
      </p:sp>
      <p:sp>
        <p:nvSpPr>
          <p:cNvPr id="415" name="Google Shape;415;p38"/>
          <p:cNvSpPr txBox="1">
            <a:spLocks noGrp="1"/>
          </p:cNvSpPr>
          <p:nvPr>
            <p:ph type="subTitle" idx="9"/>
          </p:nvPr>
        </p:nvSpPr>
        <p:spPr>
          <a:xfrm>
            <a:off x="5892433" y="1352875"/>
            <a:ext cx="2454000" cy="53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COMMUNICATION</a:t>
            </a:r>
            <a:endParaRPr/>
          </a:p>
        </p:txBody>
      </p:sp>
      <p:sp>
        <p:nvSpPr>
          <p:cNvPr id="416" name="Google Shape;416;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TIPS &amp; TRICKS</a:t>
            </a:r>
            <a:endParaRPr/>
          </a:p>
        </p:txBody>
      </p:sp>
      <p:sp>
        <p:nvSpPr>
          <p:cNvPr id="417" name="Google Shape;417;p38"/>
          <p:cNvSpPr txBox="1">
            <a:spLocks noGrp="1"/>
          </p:cNvSpPr>
          <p:nvPr>
            <p:ph type="subTitle" idx="1"/>
          </p:nvPr>
        </p:nvSpPr>
        <p:spPr>
          <a:xfrm>
            <a:off x="800344" y="1811513"/>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Break your day into smaller chunks and focus on one task at a time. Take short breaks in between to stay fresh</a:t>
            </a:r>
            <a:endParaRPr/>
          </a:p>
        </p:txBody>
      </p:sp>
      <p:sp>
        <p:nvSpPr>
          <p:cNvPr id="418" name="Google Shape;418;p38"/>
          <p:cNvSpPr txBox="1">
            <a:spLocks noGrp="1"/>
          </p:cNvSpPr>
          <p:nvPr>
            <p:ph type="subTitle" idx="4"/>
          </p:nvPr>
        </p:nvSpPr>
        <p:spPr>
          <a:xfrm>
            <a:off x="800219" y="3391025"/>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Make time for exercise, healthy eating, and hobbies outside of work to reduce stress and promote relaxation</a:t>
            </a:r>
            <a:endParaRPr/>
          </a:p>
        </p:txBody>
      </p:sp>
      <p:sp>
        <p:nvSpPr>
          <p:cNvPr id="419" name="Google Shape;419;p38"/>
          <p:cNvSpPr txBox="1">
            <a:spLocks noGrp="1"/>
          </p:cNvSpPr>
          <p:nvPr>
            <p:ph type="subTitle" idx="5"/>
          </p:nvPr>
        </p:nvSpPr>
        <p:spPr>
          <a:xfrm>
            <a:off x="3341346" y="3391025"/>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Attend workshops or conferences, read industry publications, and take online courses to expand your knowledge base</a:t>
            </a:r>
            <a:endParaRPr/>
          </a:p>
        </p:txBody>
      </p:sp>
      <p:sp>
        <p:nvSpPr>
          <p:cNvPr id="420" name="Google Shape;420;p38"/>
          <p:cNvSpPr txBox="1">
            <a:spLocks noGrp="1"/>
          </p:cNvSpPr>
          <p:nvPr>
            <p:ph type="subTitle" idx="2"/>
          </p:nvPr>
        </p:nvSpPr>
        <p:spPr>
          <a:xfrm>
            <a:off x="3343876" y="1811513"/>
            <a:ext cx="24591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Attend events, join professional organizations, and connect with others in your field on social media to expand your network</a:t>
            </a:r>
            <a:endParaRPr/>
          </a:p>
        </p:txBody>
      </p:sp>
      <p:sp>
        <p:nvSpPr>
          <p:cNvPr id="421" name="Google Shape;421;p38"/>
          <p:cNvSpPr txBox="1">
            <a:spLocks noGrp="1"/>
          </p:cNvSpPr>
          <p:nvPr>
            <p:ph type="subTitle" idx="3"/>
          </p:nvPr>
        </p:nvSpPr>
        <p:spPr>
          <a:xfrm>
            <a:off x="5887407" y="1811513"/>
            <a:ext cx="24540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Be concise when communicating ideas, actively listen to feedback, and be open to constructive criticism</a:t>
            </a:r>
            <a:endParaRPr/>
          </a:p>
        </p:txBody>
      </p:sp>
      <p:sp>
        <p:nvSpPr>
          <p:cNvPr id="422" name="Google Shape;422;p38"/>
          <p:cNvSpPr txBox="1">
            <a:spLocks noGrp="1"/>
          </p:cNvSpPr>
          <p:nvPr>
            <p:ph type="subTitle" idx="6"/>
          </p:nvPr>
        </p:nvSpPr>
        <p:spPr>
          <a:xfrm>
            <a:off x="5887282" y="3391025"/>
            <a:ext cx="2454000" cy="105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Set clear goals by breaking them down into smaller achievable steps and by celebrating progress</a:t>
            </a:r>
            <a:endParaRPr/>
          </a:p>
        </p:txBody>
      </p:sp>
      <p:pic>
        <p:nvPicPr>
          <p:cNvPr id="423" name="Google Shape;423;p38"/>
          <p:cNvPicPr preferRelativeResize="0"/>
          <p:nvPr/>
        </p:nvPicPr>
        <p:blipFill rotWithShape="1">
          <a:blip r:embed="rId3">
            <a:alphaModFix/>
          </a:blip>
          <a:srcRect l="11615" r="11615"/>
          <a:stretch/>
        </p:blipFill>
        <p:spPr>
          <a:xfrm>
            <a:off x="8559375" y="1177125"/>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24" name="Google Shape;424;p38"/>
          <p:cNvPicPr preferRelativeResize="0"/>
          <p:nvPr/>
        </p:nvPicPr>
        <p:blipFill rotWithShape="1">
          <a:blip r:embed="rId3">
            <a:alphaModFix/>
          </a:blip>
          <a:srcRect l="17797" r="17790"/>
          <a:stretch/>
        </p:blipFill>
        <p:spPr>
          <a:xfrm>
            <a:off x="-1343750" y="2921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25" name="Google Shape;425;p38"/>
          <p:cNvPicPr preferRelativeResize="0"/>
          <p:nvPr/>
        </p:nvPicPr>
        <p:blipFill rotWithShape="1">
          <a:blip r:embed="rId4">
            <a:alphaModFix/>
          </a:blip>
          <a:srcRect t="14317"/>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26" name="Google Shape;426;p38"/>
          <p:cNvPicPr preferRelativeResize="0"/>
          <p:nvPr/>
        </p:nvPicPr>
        <p:blipFill rotWithShape="1">
          <a:blip r:embed="rId5">
            <a:alphaModFix/>
          </a:blip>
          <a:srcRect l="13816" r="13809"/>
          <a:stretch/>
        </p:blipFill>
        <p:spPr>
          <a:xfrm>
            <a:off x="-536425" y="3028775"/>
            <a:ext cx="1123450"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427" name="Google Shape;427;p38"/>
          <p:cNvGrpSpPr/>
          <p:nvPr/>
        </p:nvGrpSpPr>
        <p:grpSpPr>
          <a:xfrm rot="212416" flipH="1">
            <a:off x="114761" y="2699214"/>
            <a:ext cx="770952" cy="673321"/>
            <a:chOff x="4318300" y="2960450"/>
            <a:chExt cx="161050" cy="106625"/>
          </a:xfrm>
        </p:grpSpPr>
        <p:sp>
          <p:nvSpPr>
            <p:cNvPr id="428" name="Google Shape;428;p3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38"/>
          <p:cNvGrpSpPr/>
          <p:nvPr/>
        </p:nvGrpSpPr>
        <p:grpSpPr>
          <a:xfrm rot="212416" flipH="1">
            <a:off x="8205936" y="1040889"/>
            <a:ext cx="770952" cy="673321"/>
            <a:chOff x="4318300" y="2960450"/>
            <a:chExt cx="161050" cy="106625"/>
          </a:xfrm>
        </p:grpSpPr>
        <p:sp>
          <p:nvSpPr>
            <p:cNvPr id="431" name="Google Shape;431;p3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3" name="Google Shape;433;p38"/>
          <p:cNvSpPr/>
          <p:nvPr/>
        </p:nvSpPr>
        <p:spPr>
          <a:xfrm>
            <a:off x="378950" y="0"/>
            <a:ext cx="672300" cy="6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8"/>
          <p:cNvSpPr/>
          <p:nvPr/>
        </p:nvSpPr>
        <p:spPr>
          <a:xfrm>
            <a:off x="8283825" y="453217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8"/>
          <p:cNvGrpSpPr/>
          <p:nvPr/>
        </p:nvGrpSpPr>
        <p:grpSpPr>
          <a:xfrm rot="-4035931" flipH="1">
            <a:off x="175545" y="4347532"/>
            <a:ext cx="770950" cy="673327"/>
            <a:chOff x="4318300" y="2960450"/>
            <a:chExt cx="161050" cy="106625"/>
          </a:xfrm>
        </p:grpSpPr>
        <p:sp>
          <p:nvSpPr>
            <p:cNvPr id="436" name="Google Shape;436;p3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9"/>
          <p:cNvSpPr txBox="1">
            <a:spLocks noGrp="1"/>
          </p:cNvSpPr>
          <p:nvPr>
            <p:ph type="subTitle" idx="2"/>
          </p:nvPr>
        </p:nvSpPr>
        <p:spPr>
          <a:xfrm>
            <a:off x="1240600" y="1679975"/>
            <a:ext cx="2967000" cy="10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company is excited to announce the launch of a new product line that has been in development for months. This innovative product is expected to revolutionize our industry</a:t>
            </a:r>
            <a:endParaRPr/>
          </a:p>
        </p:txBody>
      </p:sp>
      <p:sp>
        <p:nvSpPr>
          <p:cNvPr id="443" name="Google Shape;443;p39"/>
          <p:cNvSpPr txBox="1">
            <a:spLocks noGrp="1"/>
          </p:cNvSpPr>
          <p:nvPr>
            <p:ph type="subTitle" idx="3"/>
          </p:nvPr>
        </p:nvSpPr>
        <p:spPr>
          <a:xfrm>
            <a:off x="4936401" y="1679975"/>
            <a:ext cx="2967000" cy="10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We have recently expanded our operations by opening a new office in a different place. This expansion will allow us to better serve our customers and grow our business</a:t>
            </a:r>
            <a:endParaRPr/>
          </a:p>
        </p:txBody>
      </p:sp>
      <p:sp>
        <p:nvSpPr>
          <p:cNvPr id="444" name="Google Shape;444;p39"/>
          <p:cNvSpPr txBox="1">
            <a:spLocks noGrp="1"/>
          </p:cNvSpPr>
          <p:nvPr>
            <p:ph type="subTitle" idx="4"/>
          </p:nvPr>
        </p:nvSpPr>
        <p:spPr>
          <a:xfrm>
            <a:off x="1240600" y="3293200"/>
            <a:ext cx="2967000" cy="10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Our company has been recognized for excellence in our industry by receiving an award. This recognition reflects the hard work and dedication of all of our amazing employees</a:t>
            </a:r>
            <a:endParaRPr/>
          </a:p>
        </p:txBody>
      </p:sp>
      <p:sp>
        <p:nvSpPr>
          <p:cNvPr id="445" name="Google Shape;445;p39"/>
          <p:cNvSpPr txBox="1">
            <a:spLocks noGrp="1"/>
          </p:cNvSpPr>
          <p:nvPr>
            <p:ph type="subTitle" idx="5"/>
          </p:nvPr>
        </p:nvSpPr>
        <p:spPr>
          <a:xfrm>
            <a:off x="4936401" y="3293200"/>
            <a:ext cx="2967000" cy="102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We have recently partnered with a nonprofit organization to provide support and resources to those in need. We believe it is important to be socially responsible</a:t>
            </a:r>
            <a:endParaRPr/>
          </a:p>
        </p:txBody>
      </p:sp>
      <p:sp>
        <p:nvSpPr>
          <p:cNvPr id="446" name="Google Shape;446;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MORE NEWS!</a:t>
            </a:r>
            <a:endParaRPr/>
          </a:p>
        </p:txBody>
      </p:sp>
      <p:sp>
        <p:nvSpPr>
          <p:cNvPr id="447" name="Google Shape;447;p39"/>
          <p:cNvSpPr txBox="1">
            <a:spLocks noGrp="1"/>
          </p:cNvSpPr>
          <p:nvPr>
            <p:ph type="subTitle" idx="1"/>
          </p:nvPr>
        </p:nvSpPr>
        <p:spPr>
          <a:xfrm>
            <a:off x="1240599" y="1154075"/>
            <a:ext cx="29670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NEW PRODUCT LAUNCH</a:t>
            </a:r>
            <a:endParaRPr/>
          </a:p>
        </p:txBody>
      </p:sp>
      <p:sp>
        <p:nvSpPr>
          <p:cNvPr id="448" name="Google Shape;448;p39"/>
          <p:cNvSpPr txBox="1">
            <a:spLocks noGrp="1"/>
          </p:cNvSpPr>
          <p:nvPr>
            <p:ph type="subTitle" idx="6"/>
          </p:nvPr>
        </p:nvSpPr>
        <p:spPr>
          <a:xfrm>
            <a:off x="1240599" y="2767300"/>
            <a:ext cx="29670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AWARD RECOGNITION</a:t>
            </a:r>
            <a:endParaRPr/>
          </a:p>
        </p:txBody>
      </p:sp>
      <p:sp>
        <p:nvSpPr>
          <p:cNvPr id="449" name="Google Shape;449;p39"/>
          <p:cNvSpPr txBox="1">
            <a:spLocks noGrp="1"/>
          </p:cNvSpPr>
          <p:nvPr>
            <p:ph type="subTitle" idx="7"/>
          </p:nvPr>
        </p:nvSpPr>
        <p:spPr>
          <a:xfrm>
            <a:off x="4936399" y="1154075"/>
            <a:ext cx="29670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COMPANY EXPANSION</a:t>
            </a:r>
            <a:endParaRPr/>
          </a:p>
        </p:txBody>
      </p:sp>
      <p:sp>
        <p:nvSpPr>
          <p:cNvPr id="450" name="Google Shape;450;p39"/>
          <p:cNvSpPr txBox="1">
            <a:spLocks noGrp="1"/>
          </p:cNvSpPr>
          <p:nvPr>
            <p:ph type="subTitle" idx="8"/>
          </p:nvPr>
        </p:nvSpPr>
        <p:spPr>
          <a:xfrm>
            <a:off x="4936399" y="2767300"/>
            <a:ext cx="2967000" cy="5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CSR</a:t>
            </a:r>
            <a:endParaRPr/>
          </a:p>
        </p:txBody>
      </p:sp>
      <p:pic>
        <p:nvPicPr>
          <p:cNvPr id="451" name="Google Shape;451;p39"/>
          <p:cNvPicPr preferRelativeResize="0"/>
          <p:nvPr/>
        </p:nvPicPr>
        <p:blipFill rotWithShape="1">
          <a:blip r:embed="rId3">
            <a:alphaModFix/>
          </a:blip>
          <a:srcRect r="17641"/>
          <a:stretch/>
        </p:blipFill>
        <p:spPr>
          <a:xfrm>
            <a:off x="-1965225" y="535000"/>
            <a:ext cx="26803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52" name="Google Shape;452;p39"/>
          <p:cNvPicPr preferRelativeResize="0"/>
          <p:nvPr/>
        </p:nvPicPr>
        <p:blipFill rotWithShape="1">
          <a:blip r:embed="rId4">
            <a:alphaModFix/>
          </a:blip>
          <a:srcRect t="12319" r="18817"/>
          <a:stretch/>
        </p:blipFill>
        <p:spPr>
          <a:xfrm>
            <a:off x="-327150" y="98825"/>
            <a:ext cx="780624" cy="9460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53" name="Google Shape;453;p39"/>
          <p:cNvPicPr preferRelativeResize="0"/>
          <p:nvPr/>
        </p:nvPicPr>
        <p:blipFill rotWithShape="1">
          <a:blip r:embed="rId5">
            <a:alphaModFix/>
          </a:blip>
          <a:srcRect t="42775"/>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454" name="Google Shape;454;p39"/>
          <p:cNvSpPr/>
          <p:nvPr/>
        </p:nvSpPr>
        <p:spPr>
          <a:xfrm>
            <a:off x="360675" y="75427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9"/>
          <p:cNvSpPr/>
          <p:nvPr/>
        </p:nvSpPr>
        <p:spPr>
          <a:xfrm>
            <a:off x="811625" y="48391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6" name="Google Shape;456;p39"/>
          <p:cNvGrpSpPr/>
          <p:nvPr/>
        </p:nvGrpSpPr>
        <p:grpSpPr>
          <a:xfrm rot="212416" flipH="1">
            <a:off x="52661" y="-226611"/>
            <a:ext cx="770952" cy="673321"/>
            <a:chOff x="4318300" y="2960450"/>
            <a:chExt cx="161050" cy="106625"/>
          </a:xfrm>
        </p:grpSpPr>
        <p:sp>
          <p:nvSpPr>
            <p:cNvPr id="457" name="Google Shape;457;p39"/>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9"/>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 name="Google Shape;459;p39"/>
          <p:cNvGrpSpPr/>
          <p:nvPr/>
        </p:nvGrpSpPr>
        <p:grpSpPr>
          <a:xfrm rot="-2230191" flipH="1">
            <a:off x="380815" y="4184376"/>
            <a:ext cx="770944" cy="673321"/>
            <a:chOff x="4318300" y="2960450"/>
            <a:chExt cx="161050" cy="106625"/>
          </a:xfrm>
        </p:grpSpPr>
        <p:sp>
          <p:nvSpPr>
            <p:cNvPr id="460" name="Google Shape;460;p39"/>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9"/>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2" name="Google Shape;462;p39"/>
          <p:cNvPicPr preferRelativeResize="0"/>
          <p:nvPr/>
        </p:nvPicPr>
        <p:blipFill rotWithShape="1">
          <a:blip r:embed="rId3">
            <a:alphaModFix/>
          </a:blip>
          <a:srcRect l="16122" r="17639"/>
          <a:stretch/>
        </p:blipFill>
        <p:spPr>
          <a:xfrm>
            <a:off x="8478575" y="-1117350"/>
            <a:ext cx="21557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63" name="Google Shape;463;p39"/>
          <p:cNvPicPr preferRelativeResize="0"/>
          <p:nvPr/>
        </p:nvPicPr>
        <p:blipFill>
          <a:blip r:embed="rId6">
            <a:alphaModFix/>
          </a:blip>
          <a:stretch>
            <a:fillRect/>
          </a:stretch>
        </p:blipFill>
        <p:spPr>
          <a:xfrm>
            <a:off x="8611550" y="2460021"/>
            <a:ext cx="1021126" cy="152125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464" name="Google Shape;464;p39"/>
          <p:cNvGrpSpPr/>
          <p:nvPr/>
        </p:nvGrpSpPr>
        <p:grpSpPr>
          <a:xfrm rot="-2230191" flipH="1">
            <a:off x="8457465" y="2066101"/>
            <a:ext cx="770944" cy="673321"/>
            <a:chOff x="4318300" y="2960450"/>
            <a:chExt cx="161050" cy="106625"/>
          </a:xfrm>
        </p:grpSpPr>
        <p:sp>
          <p:nvSpPr>
            <p:cNvPr id="465" name="Google Shape;465;p39"/>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9"/>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7" name="Google Shape;467;p39"/>
          <p:cNvSpPr/>
          <p:nvPr/>
        </p:nvSpPr>
        <p:spPr>
          <a:xfrm>
            <a:off x="8472775" y="3855750"/>
            <a:ext cx="292200" cy="29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9"/>
          <p:cNvSpPr/>
          <p:nvPr/>
        </p:nvSpPr>
        <p:spPr>
          <a:xfrm>
            <a:off x="6066925" y="21742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0"/>
          <p:cNvSpPr/>
          <p:nvPr/>
        </p:nvSpPr>
        <p:spPr>
          <a:xfrm>
            <a:off x="7487725" y="3404089"/>
            <a:ext cx="347400" cy="3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r" rtl="0">
              <a:spcBef>
                <a:spcPts val="0"/>
              </a:spcBef>
              <a:spcAft>
                <a:spcPts val="0"/>
              </a:spcAft>
              <a:buNone/>
            </a:pPr>
            <a:endParaRPr/>
          </a:p>
        </p:txBody>
      </p:sp>
      <p:sp>
        <p:nvSpPr>
          <p:cNvPr id="474" name="Google Shape;474;p40"/>
          <p:cNvSpPr txBox="1">
            <a:spLocks noGrp="1"/>
          </p:cNvSpPr>
          <p:nvPr>
            <p:ph type="title"/>
          </p:nvPr>
        </p:nvSpPr>
        <p:spPr>
          <a:xfrm>
            <a:off x="2570025" y="3084423"/>
            <a:ext cx="5115900" cy="480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—COMPANY’S QUOTE</a:t>
            </a:r>
            <a:endParaRPr/>
          </a:p>
        </p:txBody>
      </p:sp>
      <p:sp>
        <p:nvSpPr>
          <p:cNvPr id="475" name="Google Shape;475;p40"/>
          <p:cNvSpPr txBox="1">
            <a:spLocks noGrp="1"/>
          </p:cNvSpPr>
          <p:nvPr>
            <p:ph type="subTitle" idx="1"/>
          </p:nvPr>
        </p:nvSpPr>
        <p:spPr>
          <a:xfrm>
            <a:off x="2570025" y="1402850"/>
            <a:ext cx="5115900" cy="1740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"Believe in yourself and all that you are. Know that there is something inside you that is greater than any obstacle"</a:t>
            </a:r>
            <a:endParaRPr/>
          </a:p>
        </p:txBody>
      </p:sp>
      <p:pic>
        <p:nvPicPr>
          <p:cNvPr id="476" name="Google Shape;476;p40"/>
          <p:cNvPicPr preferRelativeResize="0"/>
          <p:nvPr/>
        </p:nvPicPr>
        <p:blipFill rotWithShape="1">
          <a:blip r:embed="rId3">
            <a:alphaModFix/>
          </a:blip>
          <a:srcRect l="8821" r="21170"/>
          <a:stretch/>
        </p:blipFill>
        <p:spPr>
          <a:xfrm>
            <a:off x="204075" y="535000"/>
            <a:ext cx="22783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77" name="Google Shape;477;p40"/>
          <p:cNvPicPr preferRelativeResize="0"/>
          <p:nvPr/>
        </p:nvPicPr>
        <p:blipFill rotWithShape="1">
          <a:blip r:embed="rId4">
            <a:alphaModFix/>
          </a:blip>
          <a:srcRect t="6680" b="6671"/>
          <a:stretch/>
        </p:blipFill>
        <p:spPr>
          <a:xfrm>
            <a:off x="-185275" y="217425"/>
            <a:ext cx="780624" cy="9460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78" name="Google Shape;478;p40"/>
          <p:cNvPicPr preferRelativeResize="0"/>
          <p:nvPr/>
        </p:nvPicPr>
        <p:blipFill rotWithShape="1">
          <a:blip r:embed="rId5">
            <a:alphaModFix/>
          </a:blip>
          <a:srcRect t="21412" b="21412"/>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479" name="Google Shape;479;p40"/>
          <p:cNvSpPr/>
          <p:nvPr/>
        </p:nvSpPr>
        <p:spPr>
          <a:xfrm>
            <a:off x="434088" y="919850"/>
            <a:ext cx="483000" cy="483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0"/>
          <p:cNvSpPr/>
          <p:nvPr/>
        </p:nvSpPr>
        <p:spPr>
          <a:xfrm>
            <a:off x="811625" y="48391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1" name="Google Shape;481;p40"/>
          <p:cNvGrpSpPr/>
          <p:nvPr/>
        </p:nvGrpSpPr>
        <p:grpSpPr>
          <a:xfrm rot="212416" flipH="1">
            <a:off x="52661" y="-226611"/>
            <a:ext cx="770952" cy="673321"/>
            <a:chOff x="4318300" y="2960450"/>
            <a:chExt cx="161050" cy="106625"/>
          </a:xfrm>
        </p:grpSpPr>
        <p:sp>
          <p:nvSpPr>
            <p:cNvPr id="482" name="Google Shape;482;p40"/>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0"/>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 name="Google Shape;484;p40"/>
          <p:cNvGrpSpPr/>
          <p:nvPr/>
        </p:nvGrpSpPr>
        <p:grpSpPr>
          <a:xfrm rot="-2230191" flipH="1">
            <a:off x="-18935" y="4158476"/>
            <a:ext cx="770944" cy="673321"/>
            <a:chOff x="4318300" y="2960450"/>
            <a:chExt cx="161050" cy="106625"/>
          </a:xfrm>
        </p:grpSpPr>
        <p:sp>
          <p:nvSpPr>
            <p:cNvPr id="485" name="Google Shape;485;p40"/>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0"/>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87" name="Google Shape;487;p40"/>
          <p:cNvPicPr preferRelativeResize="0"/>
          <p:nvPr/>
        </p:nvPicPr>
        <p:blipFill rotWithShape="1">
          <a:blip r:embed="rId3">
            <a:alphaModFix/>
          </a:blip>
          <a:srcRect l="16877" r="16884"/>
          <a:stretch/>
        </p:blipFill>
        <p:spPr>
          <a:xfrm>
            <a:off x="8478575" y="-1117350"/>
            <a:ext cx="21557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488" name="Google Shape;488;p40"/>
          <p:cNvPicPr preferRelativeResize="0"/>
          <p:nvPr/>
        </p:nvPicPr>
        <p:blipFill rotWithShape="1">
          <a:blip r:embed="rId6">
            <a:alphaModFix/>
          </a:blip>
          <a:srcRect l="14438" r="14438"/>
          <a:stretch/>
        </p:blipFill>
        <p:spPr>
          <a:xfrm>
            <a:off x="8611550" y="2838321"/>
            <a:ext cx="1021126" cy="152125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489" name="Google Shape;489;p40"/>
          <p:cNvGrpSpPr/>
          <p:nvPr/>
        </p:nvGrpSpPr>
        <p:grpSpPr>
          <a:xfrm rot="-2230191" flipH="1">
            <a:off x="8457465" y="2444401"/>
            <a:ext cx="770944" cy="673321"/>
            <a:chOff x="4318300" y="2960450"/>
            <a:chExt cx="161050" cy="106625"/>
          </a:xfrm>
        </p:grpSpPr>
        <p:sp>
          <p:nvSpPr>
            <p:cNvPr id="490" name="Google Shape;490;p40"/>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0"/>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2" name="Google Shape;492;p40"/>
          <p:cNvSpPr/>
          <p:nvPr/>
        </p:nvSpPr>
        <p:spPr>
          <a:xfrm>
            <a:off x="8472775" y="3855750"/>
            <a:ext cx="292200" cy="29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0"/>
          <p:cNvSpPr/>
          <p:nvPr/>
        </p:nvSpPr>
        <p:spPr>
          <a:xfrm>
            <a:off x="6066925" y="217425"/>
            <a:ext cx="3189000" cy="74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41"/>
          <p:cNvSpPr/>
          <p:nvPr/>
        </p:nvSpPr>
        <p:spPr>
          <a:xfrm>
            <a:off x="5454050" y="3245925"/>
            <a:ext cx="539700" cy="557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1"/>
          <p:cNvSpPr/>
          <p:nvPr/>
        </p:nvSpPr>
        <p:spPr>
          <a:xfrm>
            <a:off x="3163148" y="1771350"/>
            <a:ext cx="603300" cy="603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1"/>
          <p:cNvSpPr/>
          <p:nvPr/>
        </p:nvSpPr>
        <p:spPr>
          <a:xfrm>
            <a:off x="5684275" y="383075"/>
            <a:ext cx="199500" cy="943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1"/>
          <p:cNvSpPr txBox="1">
            <a:spLocks noGrp="1"/>
          </p:cNvSpPr>
          <p:nvPr>
            <p:ph type="title"/>
          </p:nvPr>
        </p:nvSpPr>
        <p:spPr>
          <a:xfrm>
            <a:off x="1564850" y="643073"/>
            <a:ext cx="6014400" cy="82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APRIL 14</a:t>
            </a:r>
            <a:endParaRPr/>
          </a:p>
        </p:txBody>
      </p:sp>
      <p:sp>
        <p:nvSpPr>
          <p:cNvPr id="502" name="Google Shape;502;p41"/>
          <p:cNvSpPr txBox="1">
            <a:spLocks noGrp="1"/>
          </p:cNvSpPr>
          <p:nvPr>
            <p:ph type="subTitle" idx="1"/>
          </p:nvPr>
        </p:nvSpPr>
        <p:spPr>
          <a:xfrm>
            <a:off x="1564850" y="1326150"/>
            <a:ext cx="60144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Virtual conference on the future of technology</a:t>
            </a:r>
            <a:endParaRPr/>
          </a:p>
        </p:txBody>
      </p:sp>
      <p:sp>
        <p:nvSpPr>
          <p:cNvPr id="503" name="Google Shape;503;p41"/>
          <p:cNvSpPr txBox="1">
            <a:spLocks noGrp="1"/>
          </p:cNvSpPr>
          <p:nvPr>
            <p:ph type="subTitle" idx="3"/>
          </p:nvPr>
        </p:nvSpPr>
        <p:spPr>
          <a:xfrm>
            <a:off x="1564850" y="2698849"/>
            <a:ext cx="60144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Product demo day for new features and updates</a:t>
            </a:r>
            <a:endParaRPr/>
          </a:p>
        </p:txBody>
      </p:sp>
      <p:sp>
        <p:nvSpPr>
          <p:cNvPr id="504" name="Google Shape;504;p41"/>
          <p:cNvSpPr txBox="1">
            <a:spLocks noGrp="1"/>
          </p:cNvSpPr>
          <p:nvPr>
            <p:ph type="subTitle" idx="5"/>
          </p:nvPr>
        </p:nvSpPr>
        <p:spPr>
          <a:xfrm>
            <a:off x="1564850" y="4071549"/>
            <a:ext cx="6014400" cy="44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Networking event with industry leaders</a:t>
            </a:r>
            <a:endParaRPr/>
          </a:p>
        </p:txBody>
      </p:sp>
      <p:sp>
        <p:nvSpPr>
          <p:cNvPr id="505" name="Google Shape;505;p41"/>
          <p:cNvSpPr txBox="1">
            <a:spLocks noGrp="1"/>
          </p:cNvSpPr>
          <p:nvPr>
            <p:ph type="title" idx="2"/>
          </p:nvPr>
        </p:nvSpPr>
        <p:spPr>
          <a:xfrm>
            <a:off x="1564850" y="2015773"/>
            <a:ext cx="6014400" cy="82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JUNE 6</a:t>
            </a:r>
            <a:endParaRPr/>
          </a:p>
        </p:txBody>
      </p:sp>
      <p:sp>
        <p:nvSpPr>
          <p:cNvPr id="506" name="Google Shape;506;p41"/>
          <p:cNvSpPr txBox="1">
            <a:spLocks noGrp="1"/>
          </p:cNvSpPr>
          <p:nvPr>
            <p:ph type="title" idx="4"/>
          </p:nvPr>
        </p:nvSpPr>
        <p:spPr>
          <a:xfrm>
            <a:off x="1564850" y="3388472"/>
            <a:ext cx="6014400" cy="828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JULY 12</a:t>
            </a:r>
            <a:endParaRPr/>
          </a:p>
        </p:txBody>
      </p:sp>
      <p:pic>
        <p:nvPicPr>
          <p:cNvPr id="507" name="Google Shape;507;p41"/>
          <p:cNvPicPr preferRelativeResize="0"/>
          <p:nvPr/>
        </p:nvPicPr>
        <p:blipFill rotWithShape="1">
          <a:blip r:embed="rId3">
            <a:alphaModFix/>
          </a:blip>
          <a:srcRect l="23224"/>
          <a:stretch/>
        </p:blipFill>
        <p:spPr>
          <a:xfrm>
            <a:off x="8559375" y="1177125"/>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08" name="Google Shape;508;p41"/>
          <p:cNvPicPr preferRelativeResize="0"/>
          <p:nvPr/>
        </p:nvPicPr>
        <p:blipFill rotWithShape="1">
          <a:blip r:embed="rId3">
            <a:alphaModFix/>
          </a:blip>
          <a:srcRect l="23222" r="12361"/>
          <a:stretch/>
        </p:blipFill>
        <p:spPr>
          <a:xfrm>
            <a:off x="-1343750" y="-8180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09" name="Google Shape;509;p41"/>
          <p:cNvPicPr preferRelativeResize="0"/>
          <p:nvPr/>
        </p:nvPicPr>
        <p:blipFill rotWithShape="1">
          <a:blip r:embed="rId4">
            <a:alphaModFix/>
          </a:blip>
          <a:srcRect t="14317"/>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10" name="Google Shape;510;p41"/>
          <p:cNvPicPr preferRelativeResize="0"/>
          <p:nvPr/>
        </p:nvPicPr>
        <p:blipFill rotWithShape="1">
          <a:blip r:embed="rId5">
            <a:alphaModFix/>
          </a:blip>
          <a:srcRect l="10551" r="21679"/>
          <a:stretch/>
        </p:blipFill>
        <p:spPr>
          <a:xfrm>
            <a:off x="-536425" y="3028775"/>
            <a:ext cx="1123449"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511" name="Google Shape;511;p41"/>
          <p:cNvGrpSpPr/>
          <p:nvPr/>
        </p:nvGrpSpPr>
        <p:grpSpPr>
          <a:xfrm rot="212416" flipH="1">
            <a:off x="114761" y="2699214"/>
            <a:ext cx="770952" cy="673321"/>
            <a:chOff x="4318300" y="2960450"/>
            <a:chExt cx="161050" cy="106625"/>
          </a:xfrm>
        </p:grpSpPr>
        <p:sp>
          <p:nvSpPr>
            <p:cNvPr id="512" name="Google Shape;512;p41"/>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1"/>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 name="Google Shape;514;p41"/>
          <p:cNvGrpSpPr/>
          <p:nvPr/>
        </p:nvGrpSpPr>
        <p:grpSpPr>
          <a:xfrm rot="212416" flipH="1">
            <a:off x="8205936" y="1040889"/>
            <a:ext cx="770952" cy="673321"/>
            <a:chOff x="4318300" y="2960450"/>
            <a:chExt cx="161050" cy="106625"/>
          </a:xfrm>
        </p:grpSpPr>
        <p:sp>
          <p:nvSpPr>
            <p:cNvPr id="515" name="Google Shape;515;p41"/>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1"/>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 name="Google Shape;517;p41"/>
          <p:cNvSpPr/>
          <p:nvPr/>
        </p:nvSpPr>
        <p:spPr>
          <a:xfrm>
            <a:off x="297025" y="4471200"/>
            <a:ext cx="672300" cy="6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1"/>
          <p:cNvSpPr/>
          <p:nvPr/>
        </p:nvSpPr>
        <p:spPr>
          <a:xfrm>
            <a:off x="8150500" y="52000"/>
            <a:ext cx="483000" cy="48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PLANS FOR NEXT QUARTER</a:t>
            </a:r>
            <a:endParaRPr/>
          </a:p>
        </p:txBody>
      </p:sp>
      <p:sp>
        <p:nvSpPr>
          <p:cNvPr id="524" name="Google Shape;524;p42"/>
          <p:cNvSpPr txBox="1"/>
          <p:nvPr/>
        </p:nvSpPr>
        <p:spPr>
          <a:xfrm>
            <a:off x="535950" y="4357579"/>
            <a:ext cx="8072100" cy="2454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000">
                <a:solidFill>
                  <a:schemeClr val="dk1"/>
                </a:solidFill>
                <a:latin typeface="Open Sans"/>
                <a:ea typeface="Open Sans"/>
                <a:cs typeface="Open Sans"/>
                <a:sym typeface="Open Sans"/>
              </a:rPr>
              <a:t>Follow the link in the graph to modify its data and then paste the new one here. </a:t>
            </a:r>
            <a:r>
              <a:rPr lang="en" sz="1000" b="1" u="sng">
                <a:solidFill>
                  <a:schemeClr val="hlink"/>
                </a:solidFill>
                <a:latin typeface="Open Sans"/>
                <a:ea typeface="Open Sans"/>
                <a:cs typeface="Open Sans"/>
                <a:sym typeface="Open Sans"/>
                <a:hlinkClick r:id="rId3"/>
              </a:rPr>
              <a:t>For more info, click here</a:t>
            </a:r>
            <a:endParaRPr sz="1000" b="1" u="sng">
              <a:solidFill>
                <a:schemeClr val="dk1"/>
              </a:solidFill>
              <a:latin typeface="Open Sans"/>
              <a:ea typeface="Open Sans"/>
              <a:cs typeface="Open Sans"/>
              <a:sym typeface="Open Sans"/>
            </a:endParaRPr>
          </a:p>
        </p:txBody>
      </p:sp>
      <p:sp>
        <p:nvSpPr>
          <p:cNvPr id="525" name="Google Shape;525;p42"/>
          <p:cNvSpPr txBox="1"/>
          <p:nvPr/>
        </p:nvSpPr>
        <p:spPr>
          <a:xfrm>
            <a:off x="6266600" y="3425989"/>
            <a:ext cx="1990800" cy="358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MuseoModerno Medium"/>
                <a:ea typeface="MuseoModerno Medium"/>
                <a:cs typeface="MuseoModerno Medium"/>
                <a:sym typeface="MuseoModerno Medium"/>
              </a:rPr>
              <a:t>TRAINING</a:t>
            </a:r>
            <a:endParaRPr sz="1800">
              <a:solidFill>
                <a:srgbClr val="191919"/>
              </a:solidFill>
              <a:latin typeface="MuseoModerno Medium"/>
              <a:ea typeface="MuseoModerno Medium"/>
              <a:cs typeface="MuseoModerno Medium"/>
              <a:sym typeface="MuseoModerno Medium"/>
            </a:endParaRPr>
          </a:p>
        </p:txBody>
      </p:sp>
      <p:sp>
        <p:nvSpPr>
          <p:cNvPr id="526" name="Google Shape;526;p42"/>
          <p:cNvSpPr txBox="1"/>
          <p:nvPr/>
        </p:nvSpPr>
        <p:spPr>
          <a:xfrm>
            <a:off x="6266600" y="2824064"/>
            <a:ext cx="1990800" cy="358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MuseoModerno Medium"/>
                <a:ea typeface="MuseoModerno Medium"/>
                <a:cs typeface="MuseoModerno Medium"/>
                <a:sym typeface="MuseoModerno Medium"/>
              </a:rPr>
              <a:t>WEBSITE</a:t>
            </a:r>
            <a:endParaRPr sz="1800">
              <a:solidFill>
                <a:srgbClr val="191919"/>
              </a:solidFill>
              <a:latin typeface="MuseoModerno Medium"/>
              <a:ea typeface="MuseoModerno Medium"/>
              <a:cs typeface="MuseoModerno Medium"/>
              <a:sym typeface="MuseoModerno Medium"/>
            </a:endParaRPr>
          </a:p>
        </p:txBody>
      </p:sp>
      <p:sp>
        <p:nvSpPr>
          <p:cNvPr id="527" name="Google Shape;527;p42"/>
          <p:cNvSpPr txBox="1"/>
          <p:nvPr/>
        </p:nvSpPr>
        <p:spPr>
          <a:xfrm>
            <a:off x="6266600" y="2222138"/>
            <a:ext cx="1990800" cy="358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MuseoModerno Medium"/>
                <a:ea typeface="MuseoModerno Medium"/>
                <a:cs typeface="MuseoModerno Medium"/>
                <a:sym typeface="MuseoModerno Medium"/>
              </a:rPr>
              <a:t>SOCIAL MEDIA</a:t>
            </a:r>
            <a:endParaRPr sz="1800">
              <a:solidFill>
                <a:srgbClr val="191919"/>
              </a:solidFill>
              <a:latin typeface="MuseoModerno Medium"/>
              <a:ea typeface="MuseoModerno Medium"/>
              <a:cs typeface="MuseoModerno Medium"/>
              <a:sym typeface="MuseoModerno Medium"/>
            </a:endParaRPr>
          </a:p>
        </p:txBody>
      </p:sp>
      <p:sp>
        <p:nvSpPr>
          <p:cNvPr id="528" name="Google Shape;528;p42"/>
          <p:cNvSpPr txBox="1"/>
          <p:nvPr/>
        </p:nvSpPr>
        <p:spPr>
          <a:xfrm>
            <a:off x="6266600" y="1620214"/>
            <a:ext cx="1990800" cy="358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191919"/>
                </a:solidFill>
                <a:latin typeface="MuseoModerno Medium"/>
                <a:ea typeface="MuseoModerno Medium"/>
                <a:cs typeface="MuseoModerno Medium"/>
                <a:sym typeface="MuseoModerno Medium"/>
              </a:rPr>
              <a:t>LAUNCH</a:t>
            </a:r>
            <a:endParaRPr sz="1800">
              <a:solidFill>
                <a:srgbClr val="191919"/>
              </a:solidFill>
              <a:latin typeface="MuseoModerno Medium"/>
              <a:ea typeface="MuseoModerno Medium"/>
              <a:cs typeface="MuseoModerno Medium"/>
              <a:sym typeface="MuseoModerno Medium"/>
            </a:endParaRPr>
          </a:p>
        </p:txBody>
      </p:sp>
      <p:sp>
        <p:nvSpPr>
          <p:cNvPr id="529" name="Google Shape;529;p42"/>
          <p:cNvSpPr/>
          <p:nvPr/>
        </p:nvSpPr>
        <p:spPr>
          <a:xfrm>
            <a:off x="6042088" y="1716875"/>
            <a:ext cx="183300" cy="18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2"/>
          <p:cNvSpPr/>
          <p:nvPr/>
        </p:nvSpPr>
        <p:spPr>
          <a:xfrm>
            <a:off x="6042088" y="2319400"/>
            <a:ext cx="183300" cy="183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2"/>
          <p:cNvSpPr/>
          <p:nvPr/>
        </p:nvSpPr>
        <p:spPr>
          <a:xfrm>
            <a:off x="6042088" y="2921925"/>
            <a:ext cx="183300" cy="183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2"/>
          <p:cNvSpPr/>
          <p:nvPr/>
        </p:nvSpPr>
        <p:spPr>
          <a:xfrm>
            <a:off x="6042088" y="3524450"/>
            <a:ext cx="183300" cy="183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3" name="Google Shape;533;p42" title="Chart">
            <a:hlinkClick r:id="rId4"/>
          </p:cNvPr>
          <p:cNvPicPr preferRelativeResize="0"/>
          <p:nvPr/>
        </p:nvPicPr>
        <p:blipFill>
          <a:blip r:embed="rId5">
            <a:alphaModFix/>
          </a:blip>
          <a:stretch>
            <a:fillRect/>
          </a:stretch>
        </p:blipFill>
        <p:spPr>
          <a:xfrm>
            <a:off x="1185975" y="1237075"/>
            <a:ext cx="4657944" cy="3042424"/>
          </a:xfrm>
          <a:prstGeom prst="rect">
            <a:avLst/>
          </a:prstGeom>
          <a:noFill/>
          <a:ln>
            <a:noFill/>
          </a:ln>
        </p:spPr>
      </p:pic>
      <p:pic>
        <p:nvPicPr>
          <p:cNvPr id="534" name="Google Shape;534;p42"/>
          <p:cNvPicPr preferRelativeResize="0"/>
          <p:nvPr/>
        </p:nvPicPr>
        <p:blipFill rotWithShape="1">
          <a:blip r:embed="rId6">
            <a:alphaModFix/>
          </a:blip>
          <a:srcRect l="8820" r="8820"/>
          <a:stretch/>
        </p:blipFill>
        <p:spPr>
          <a:xfrm>
            <a:off x="-1965225" y="535000"/>
            <a:ext cx="26803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35" name="Google Shape;535;p42"/>
          <p:cNvPicPr preferRelativeResize="0"/>
          <p:nvPr/>
        </p:nvPicPr>
        <p:blipFill rotWithShape="1">
          <a:blip r:embed="rId7">
            <a:alphaModFix/>
          </a:blip>
          <a:srcRect t="6680" b="6671"/>
          <a:stretch/>
        </p:blipFill>
        <p:spPr>
          <a:xfrm>
            <a:off x="-185275" y="217425"/>
            <a:ext cx="780624" cy="9460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36" name="Google Shape;536;p42"/>
          <p:cNvPicPr preferRelativeResize="0"/>
          <p:nvPr/>
        </p:nvPicPr>
        <p:blipFill rotWithShape="1">
          <a:blip r:embed="rId8">
            <a:alphaModFix/>
          </a:blip>
          <a:srcRect t="21412" b="21412"/>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537" name="Google Shape;537;p42"/>
          <p:cNvSpPr/>
          <p:nvPr/>
        </p:nvSpPr>
        <p:spPr>
          <a:xfrm>
            <a:off x="434088" y="919850"/>
            <a:ext cx="483000" cy="483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2"/>
          <p:cNvSpPr/>
          <p:nvPr/>
        </p:nvSpPr>
        <p:spPr>
          <a:xfrm>
            <a:off x="811625" y="48391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9" name="Google Shape;539;p42"/>
          <p:cNvGrpSpPr/>
          <p:nvPr/>
        </p:nvGrpSpPr>
        <p:grpSpPr>
          <a:xfrm rot="212416" flipH="1">
            <a:off x="52661" y="-226611"/>
            <a:ext cx="770952" cy="673321"/>
            <a:chOff x="4318300" y="2960450"/>
            <a:chExt cx="161050" cy="106625"/>
          </a:xfrm>
        </p:grpSpPr>
        <p:sp>
          <p:nvSpPr>
            <p:cNvPr id="540" name="Google Shape;540;p42"/>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2"/>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42"/>
          <p:cNvGrpSpPr/>
          <p:nvPr/>
        </p:nvGrpSpPr>
        <p:grpSpPr>
          <a:xfrm rot="-2230191" flipH="1">
            <a:off x="380815" y="4184376"/>
            <a:ext cx="770944" cy="673321"/>
            <a:chOff x="4318300" y="2960450"/>
            <a:chExt cx="161050" cy="106625"/>
          </a:xfrm>
        </p:grpSpPr>
        <p:sp>
          <p:nvSpPr>
            <p:cNvPr id="543" name="Google Shape;543;p42"/>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2"/>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45" name="Google Shape;545;p42"/>
          <p:cNvPicPr preferRelativeResize="0"/>
          <p:nvPr/>
        </p:nvPicPr>
        <p:blipFill rotWithShape="1">
          <a:blip r:embed="rId6">
            <a:alphaModFix/>
          </a:blip>
          <a:srcRect l="16877" r="16884"/>
          <a:stretch/>
        </p:blipFill>
        <p:spPr>
          <a:xfrm>
            <a:off x="8478575" y="-1117350"/>
            <a:ext cx="21557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46" name="Google Shape;546;p42"/>
          <p:cNvPicPr preferRelativeResize="0"/>
          <p:nvPr/>
        </p:nvPicPr>
        <p:blipFill rotWithShape="1">
          <a:blip r:embed="rId9">
            <a:alphaModFix/>
          </a:blip>
          <a:srcRect l="14438" r="14438"/>
          <a:stretch/>
        </p:blipFill>
        <p:spPr>
          <a:xfrm>
            <a:off x="8611550" y="2838321"/>
            <a:ext cx="1021126" cy="152125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547" name="Google Shape;547;p42"/>
          <p:cNvGrpSpPr/>
          <p:nvPr/>
        </p:nvGrpSpPr>
        <p:grpSpPr>
          <a:xfrm rot="-2230191" flipH="1">
            <a:off x="8457465" y="2444401"/>
            <a:ext cx="770944" cy="673321"/>
            <a:chOff x="4318300" y="2960450"/>
            <a:chExt cx="161050" cy="106625"/>
          </a:xfrm>
        </p:grpSpPr>
        <p:sp>
          <p:nvSpPr>
            <p:cNvPr id="548" name="Google Shape;548;p42"/>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2"/>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42"/>
          <p:cNvSpPr/>
          <p:nvPr/>
        </p:nvSpPr>
        <p:spPr>
          <a:xfrm>
            <a:off x="8472775" y="3855750"/>
            <a:ext cx="292200" cy="29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2"/>
          <p:cNvSpPr/>
          <p:nvPr/>
        </p:nvSpPr>
        <p:spPr>
          <a:xfrm>
            <a:off x="6066925" y="217425"/>
            <a:ext cx="3189000" cy="74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ARE OUR PRODUCTS WORKING?</a:t>
            </a:r>
            <a:endParaRPr/>
          </a:p>
        </p:txBody>
      </p:sp>
      <p:graphicFrame>
        <p:nvGraphicFramePr>
          <p:cNvPr id="557" name="Google Shape;557;p43"/>
          <p:cNvGraphicFramePr/>
          <p:nvPr/>
        </p:nvGraphicFramePr>
        <p:xfrm>
          <a:off x="907100" y="1314010"/>
          <a:ext cx="3000000" cy="3000000"/>
        </p:xfrm>
        <a:graphic>
          <a:graphicData uri="http://schemas.openxmlformats.org/drawingml/2006/table">
            <a:tbl>
              <a:tblPr>
                <a:noFill/>
                <a:tableStyleId>{2DA355EC-7294-4A6D-AB41-C4AFD4352E71}</a:tableStyleId>
              </a:tblPr>
              <a:tblGrid>
                <a:gridCol w="1409725">
                  <a:extLst>
                    <a:ext uri="{9D8B030D-6E8A-4147-A177-3AD203B41FA5}">
                      <a16:colId xmlns:a16="http://schemas.microsoft.com/office/drawing/2014/main" val="20000"/>
                    </a:ext>
                  </a:extLst>
                </a:gridCol>
                <a:gridCol w="894325">
                  <a:extLst>
                    <a:ext uri="{9D8B030D-6E8A-4147-A177-3AD203B41FA5}">
                      <a16:colId xmlns:a16="http://schemas.microsoft.com/office/drawing/2014/main" val="20001"/>
                    </a:ext>
                  </a:extLst>
                </a:gridCol>
                <a:gridCol w="1378450">
                  <a:extLst>
                    <a:ext uri="{9D8B030D-6E8A-4147-A177-3AD203B41FA5}">
                      <a16:colId xmlns:a16="http://schemas.microsoft.com/office/drawing/2014/main" val="20002"/>
                    </a:ext>
                  </a:extLst>
                </a:gridCol>
                <a:gridCol w="1378450">
                  <a:extLst>
                    <a:ext uri="{9D8B030D-6E8A-4147-A177-3AD203B41FA5}">
                      <a16:colId xmlns:a16="http://schemas.microsoft.com/office/drawing/2014/main" val="20003"/>
                    </a:ext>
                  </a:extLst>
                </a:gridCol>
                <a:gridCol w="1378450">
                  <a:extLst>
                    <a:ext uri="{9D8B030D-6E8A-4147-A177-3AD203B41FA5}">
                      <a16:colId xmlns:a16="http://schemas.microsoft.com/office/drawing/2014/main" val="20004"/>
                    </a:ext>
                  </a:extLst>
                </a:gridCol>
                <a:gridCol w="890375">
                  <a:extLst>
                    <a:ext uri="{9D8B030D-6E8A-4147-A177-3AD203B41FA5}">
                      <a16:colId xmlns:a16="http://schemas.microsoft.com/office/drawing/2014/main" val="20005"/>
                    </a:ext>
                  </a:extLst>
                </a:gridCol>
              </a:tblGrid>
              <a:tr h="472975">
                <a:tc>
                  <a:txBody>
                    <a:bodyPr/>
                    <a:lstStyle/>
                    <a:p>
                      <a:pPr marL="0" lvl="0" indent="0" algn="ctr" rtl="0">
                        <a:spcBef>
                          <a:spcPts val="0"/>
                        </a:spcBef>
                        <a:spcAft>
                          <a:spcPts val="0"/>
                        </a:spcAft>
                        <a:buNone/>
                      </a:pPr>
                      <a:r>
                        <a:rPr lang="en" sz="1300">
                          <a:solidFill>
                            <a:schemeClr val="dk1"/>
                          </a:solidFill>
                          <a:latin typeface="MuseoModerno Medium"/>
                          <a:ea typeface="MuseoModerno Medium"/>
                          <a:cs typeface="MuseoModerno Medium"/>
                          <a:sym typeface="MuseoModerno Medium"/>
                        </a:rPr>
                        <a:t>PRODUCT</a:t>
                      </a:r>
                      <a:endParaRPr sz="1300">
                        <a:solidFill>
                          <a:schemeClr val="dk1"/>
                        </a:solidFill>
                        <a:latin typeface="MuseoModerno Medium"/>
                        <a:ea typeface="MuseoModerno Medium"/>
                        <a:cs typeface="MuseoModerno Medium"/>
                        <a:sym typeface="MuseoModerno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MuseoModerno Medium"/>
                          <a:ea typeface="MuseoModerno Medium"/>
                          <a:cs typeface="MuseoModerno Medium"/>
                          <a:sym typeface="MuseoModerno Medium"/>
                        </a:rPr>
                        <a:t>PRICE</a:t>
                      </a:r>
                      <a:endParaRPr sz="1300">
                        <a:solidFill>
                          <a:schemeClr val="dk1"/>
                        </a:solidFill>
                        <a:latin typeface="MuseoModerno Medium"/>
                        <a:ea typeface="MuseoModerno Medium"/>
                        <a:cs typeface="MuseoModerno Medium"/>
                        <a:sym typeface="MuseoModerno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MuseoModerno Medium"/>
                          <a:ea typeface="MuseoModerno Medium"/>
                          <a:cs typeface="MuseoModerno Medium"/>
                          <a:sym typeface="MuseoModerno Medium"/>
                        </a:rPr>
                        <a:t>DISCOUNT</a:t>
                      </a:r>
                      <a:endParaRPr sz="1300">
                        <a:solidFill>
                          <a:schemeClr val="dk1"/>
                        </a:solidFill>
                        <a:latin typeface="MuseoModerno Medium"/>
                        <a:ea typeface="MuseoModerno Medium"/>
                        <a:cs typeface="MuseoModerno Medium"/>
                        <a:sym typeface="MuseoModerno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100"/>
                        <a:buFont typeface="Arial"/>
                        <a:buNone/>
                      </a:pPr>
                      <a:r>
                        <a:rPr lang="en" sz="1300">
                          <a:solidFill>
                            <a:schemeClr val="dk1"/>
                          </a:solidFill>
                          <a:latin typeface="MuseoModerno Medium"/>
                          <a:ea typeface="MuseoModerno Medium"/>
                          <a:cs typeface="MuseoModerno Medium"/>
                          <a:sym typeface="MuseoModerno Medium"/>
                        </a:rPr>
                        <a:t>AVAILABILITY</a:t>
                      </a:r>
                      <a:endParaRPr sz="1300">
                        <a:solidFill>
                          <a:schemeClr val="dk1"/>
                        </a:solidFill>
                        <a:latin typeface="MuseoModerno Medium"/>
                        <a:ea typeface="MuseoModerno Medium"/>
                        <a:cs typeface="MuseoModerno Medium"/>
                        <a:sym typeface="MuseoModerno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MuseoModerno Medium"/>
                          <a:ea typeface="MuseoModerno Medium"/>
                          <a:cs typeface="MuseoModerno Medium"/>
                          <a:sym typeface="MuseoModerno Medium"/>
                        </a:rPr>
                        <a:t>COMMENTS</a:t>
                      </a:r>
                      <a:endParaRPr sz="1300">
                        <a:solidFill>
                          <a:schemeClr val="dk1"/>
                        </a:solidFill>
                        <a:latin typeface="MuseoModerno Medium"/>
                        <a:ea typeface="MuseoModerno Medium"/>
                        <a:cs typeface="MuseoModerno Medium"/>
                        <a:sym typeface="MuseoModerno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MuseoModerno Medium"/>
                          <a:ea typeface="MuseoModerno Medium"/>
                          <a:cs typeface="MuseoModerno Medium"/>
                          <a:sym typeface="MuseoModerno Medium"/>
                        </a:rPr>
                        <a:t>RATING</a:t>
                      </a:r>
                      <a:endParaRPr sz="1300">
                        <a:solidFill>
                          <a:schemeClr val="dk1"/>
                        </a:solidFill>
                        <a:latin typeface="MuseoModerno Medium"/>
                        <a:ea typeface="MuseoModerno Medium"/>
                        <a:cs typeface="MuseoModerno Medium"/>
                        <a:sym typeface="MuseoModerno Medium"/>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07175">
                <a:tc>
                  <a:txBody>
                    <a:bodyPr/>
                    <a:lstStyle/>
                    <a:p>
                      <a:pPr marL="0" lvl="0" indent="0" algn="ctr" rtl="0">
                        <a:spcBef>
                          <a:spcPts val="0"/>
                        </a:spcBef>
                        <a:spcAft>
                          <a:spcPts val="0"/>
                        </a:spcAft>
                        <a:buNone/>
                      </a:pPr>
                      <a:r>
                        <a:rPr lang="en" sz="1200" b="1">
                          <a:solidFill>
                            <a:schemeClr val="dk1"/>
                          </a:solidFill>
                          <a:latin typeface="Open Sans"/>
                          <a:ea typeface="Open Sans"/>
                          <a:cs typeface="Open Sans"/>
                          <a:sym typeface="Open Sans"/>
                        </a:rPr>
                        <a:t>Product 1</a:t>
                      </a:r>
                      <a:endParaRPr sz="1200" b="1">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$20</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10% off</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In stock</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“Very good”</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Open Sans"/>
                          <a:ea typeface="Open Sans"/>
                          <a:cs typeface="Open Sans"/>
                          <a:sym typeface="Open Sans"/>
                        </a:rPr>
                        <a:t>4/5</a:t>
                      </a:r>
                      <a:endParaRPr sz="1100" b="1">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7175">
                <a:tc>
                  <a:txBody>
                    <a:bodyPr/>
                    <a:lstStyle/>
                    <a:p>
                      <a:pPr marL="0" lvl="0" indent="0" algn="ctr" rtl="0">
                        <a:spcBef>
                          <a:spcPts val="0"/>
                        </a:spcBef>
                        <a:spcAft>
                          <a:spcPts val="0"/>
                        </a:spcAft>
                        <a:buNone/>
                      </a:pPr>
                      <a:r>
                        <a:rPr lang="en" sz="1200" b="1">
                          <a:solidFill>
                            <a:schemeClr val="dk1"/>
                          </a:solidFill>
                          <a:latin typeface="Open Sans"/>
                          <a:ea typeface="Open Sans"/>
                          <a:cs typeface="Open Sans"/>
                          <a:sym typeface="Open Sans"/>
                        </a:rPr>
                        <a:t>Product 2</a:t>
                      </a:r>
                      <a:endParaRPr sz="1200" b="1">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$25</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No discount</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Out of stock</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“Could be better”</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Open Sans"/>
                          <a:ea typeface="Open Sans"/>
                          <a:cs typeface="Open Sans"/>
                          <a:sym typeface="Open Sans"/>
                        </a:rPr>
                        <a:t>1/5</a:t>
                      </a:r>
                      <a:endParaRPr sz="1100" b="1">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7175">
                <a:tc>
                  <a:txBody>
                    <a:bodyPr/>
                    <a:lstStyle/>
                    <a:p>
                      <a:pPr marL="0" lvl="0" indent="0" algn="ctr" rtl="0">
                        <a:spcBef>
                          <a:spcPts val="0"/>
                        </a:spcBef>
                        <a:spcAft>
                          <a:spcPts val="0"/>
                        </a:spcAft>
                        <a:buNone/>
                      </a:pPr>
                      <a:r>
                        <a:rPr lang="en" sz="1200" b="1">
                          <a:solidFill>
                            <a:schemeClr val="dk1"/>
                          </a:solidFill>
                          <a:latin typeface="Open Sans"/>
                          <a:ea typeface="Open Sans"/>
                          <a:cs typeface="Open Sans"/>
                          <a:sym typeface="Open Sans"/>
                        </a:rPr>
                        <a:t>Product 3</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$50</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15% off</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In stock</a:t>
                      </a:r>
                      <a:endParaRPr>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“Quite satisfied”</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Open Sans"/>
                          <a:ea typeface="Open Sans"/>
                          <a:cs typeface="Open Sans"/>
                          <a:sym typeface="Open Sans"/>
                        </a:rPr>
                        <a:t>3/5</a:t>
                      </a:r>
                      <a:endParaRPr sz="1100" b="1">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7175">
                <a:tc>
                  <a:txBody>
                    <a:bodyPr/>
                    <a:lstStyle/>
                    <a:p>
                      <a:pPr marL="0" lvl="0" indent="0" algn="ctr" rtl="0">
                        <a:spcBef>
                          <a:spcPts val="0"/>
                        </a:spcBef>
                        <a:spcAft>
                          <a:spcPts val="0"/>
                        </a:spcAft>
                        <a:buNone/>
                      </a:pPr>
                      <a:r>
                        <a:rPr lang="en" sz="1200" b="1">
                          <a:solidFill>
                            <a:schemeClr val="dk1"/>
                          </a:solidFill>
                          <a:latin typeface="Open Sans"/>
                          <a:ea typeface="Open Sans"/>
                          <a:cs typeface="Open Sans"/>
                          <a:sym typeface="Open Sans"/>
                        </a:rPr>
                        <a:t>Product 4</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$30</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No discount</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In stock</a:t>
                      </a:r>
                      <a:endParaRPr>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“Useful”</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Open Sans"/>
                          <a:ea typeface="Open Sans"/>
                          <a:cs typeface="Open Sans"/>
                          <a:sym typeface="Open Sans"/>
                        </a:rPr>
                        <a:t>2/5</a:t>
                      </a:r>
                      <a:endParaRPr sz="1100" b="1">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07175">
                <a:tc>
                  <a:txBody>
                    <a:bodyPr/>
                    <a:lstStyle/>
                    <a:p>
                      <a:pPr marL="0" lvl="0" indent="0" algn="ctr" rtl="0">
                        <a:spcBef>
                          <a:spcPts val="0"/>
                        </a:spcBef>
                        <a:spcAft>
                          <a:spcPts val="0"/>
                        </a:spcAft>
                        <a:buNone/>
                      </a:pPr>
                      <a:r>
                        <a:rPr lang="en" sz="1200" b="1">
                          <a:solidFill>
                            <a:schemeClr val="dk1"/>
                          </a:solidFill>
                          <a:latin typeface="Open Sans"/>
                          <a:ea typeface="Open Sans"/>
                          <a:cs typeface="Open Sans"/>
                          <a:sym typeface="Open Sans"/>
                        </a:rPr>
                        <a:t>Product 5</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$40</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20% off</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In stock</a:t>
                      </a:r>
                      <a:endParaRPr>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“Amazing!”</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Open Sans"/>
                          <a:ea typeface="Open Sans"/>
                          <a:cs typeface="Open Sans"/>
                          <a:sym typeface="Open Sans"/>
                        </a:rPr>
                        <a:t>5/5</a:t>
                      </a:r>
                      <a:endParaRPr sz="1100" b="1">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07175">
                <a:tc>
                  <a:txBody>
                    <a:bodyPr/>
                    <a:lstStyle/>
                    <a:p>
                      <a:pPr marL="0" lvl="0" indent="0" algn="ctr" rtl="0">
                        <a:spcBef>
                          <a:spcPts val="0"/>
                        </a:spcBef>
                        <a:spcAft>
                          <a:spcPts val="0"/>
                        </a:spcAft>
                        <a:buNone/>
                      </a:pPr>
                      <a:r>
                        <a:rPr lang="en" sz="1200" b="1">
                          <a:solidFill>
                            <a:schemeClr val="dk1"/>
                          </a:solidFill>
                          <a:latin typeface="Open Sans"/>
                          <a:ea typeface="Open Sans"/>
                          <a:cs typeface="Open Sans"/>
                          <a:sym typeface="Open Sans"/>
                        </a:rPr>
                        <a:t>Product 6</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$15</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5% off</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In stock</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Open Sans"/>
                          <a:ea typeface="Open Sans"/>
                          <a:cs typeface="Open Sans"/>
                          <a:sym typeface="Open Sans"/>
                        </a:rPr>
                        <a:t>“Practical”</a:t>
                      </a:r>
                      <a:endParaRPr sz="1100">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Open Sans"/>
                          <a:ea typeface="Open Sans"/>
                          <a:cs typeface="Open Sans"/>
                          <a:sym typeface="Open Sans"/>
                        </a:rPr>
                        <a:t>4/5</a:t>
                      </a:r>
                      <a:endParaRPr sz="1100" b="1">
                        <a:solidFill>
                          <a:schemeClr val="dk1"/>
                        </a:solidFill>
                        <a:latin typeface="Open Sans"/>
                        <a:ea typeface="Open Sans"/>
                        <a:cs typeface="Open Sans"/>
                        <a:sym typeface="Open Sans"/>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558" name="Google Shape;558;p43"/>
          <p:cNvPicPr preferRelativeResize="0"/>
          <p:nvPr/>
        </p:nvPicPr>
        <p:blipFill rotWithShape="1">
          <a:blip r:embed="rId3">
            <a:alphaModFix/>
          </a:blip>
          <a:srcRect l="11615" r="11615"/>
          <a:stretch/>
        </p:blipFill>
        <p:spPr>
          <a:xfrm>
            <a:off x="8559375" y="440788"/>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59" name="Google Shape;559;p43"/>
          <p:cNvPicPr preferRelativeResize="0"/>
          <p:nvPr/>
        </p:nvPicPr>
        <p:blipFill rotWithShape="1">
          <a:blip r:embed="rId3">
            <a:alphaModFix/>
          </a:blip>
          <a:srcRect l="17797" r="17790"/>
          <a:stretch/>
        </p:blipFill>
        <p:spPr>
          <a:xfrm>
            <a:off x="-1343750" y="2174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60" name="Google Shape;560;p43"/>
          <p:cNvPicPr preferRelativeResize="0"/>
          <p:nvPr/>
        </p:nvPicPr>
        <p:blipFill rotWithShape="1">
          <a:blip r:embed="rId4">
            <a:alphaModFix/>
          </a:blip>
          <a:srcRect l="29" r="29"/>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61" name="Google Shape;561;p43"/>
          <p:cNvPicPr preferRelativeResize="0"/>
          <p:nvPr/>
        </p:nvPicPr>
        <p:blipFill rotWithShape="1">
          <a:blip r:embed="rId5">
            <a:alphaModFix/>
          </a:blip>
          <a:srcRect l="2353" r="2363"/>
          <a:stretch/>
        </p:blipFill>
        <p:spPr>
          <a:xfrm>
            <a:off x="-536425" y="3028775"/>
            <a:ext cx="1123450"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562" name="Google Shape;562;p43"/>
          <p:cNvGrpSpPr/>
          <p:nvPr/>
        </p:nvGrpSpPr>
        <p:grpSpPr>
          <a:xfrm rot="212416" flipH="1">
            <a:off x="114761" y="2699214"/>
            <a:ext cx="770952" cy="673321"/>
            <a:chOff x="4318300" y="2960450"/>
            <a:chExt cx="161050" cy="106625"/>
          </a:xfrm>
        </p:grpSpPr>
        <p:sp>
          <p:nvSpPr>
            <p:cNvPr id="563" name="Google Shape;563;p4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 name="Google Shape;565;p43"/>
          <p:cNvGrpSpPr/>
          <p:nvPr/>
        </p:nvGrpSpPr>
        <p:grpSpPr>
          <a:xfrm rot="212416" flipH="1">
            <a:off x="8205936" y="1040889"/>
            <a:ext cx="770952" cy="673321"/>
            <a:chOff x="4318300" y="2960450"/>
            <a:chExt cx="161050" cy="106625"/>
          </a:xfrm>
        </p:grpSpPr>
        <p:sp>
          <p:nvSpPr>
            <p:cNvPr id="566" name="Google Shape;566;p4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8" name="Google Shape;568;p43"/>
          <p:cNvSpPr/>
          <p:nvPr/>
        </p:nvSpPr>
        <p:spPr>
          <a:xfrm>
            <a:off x="8150500" y="52000"/>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9" name="Google Shape;569;p43"/>
          <p:cNvPicPr preferRelativeResize="0"/>
          <p:nvPr/>
        </p:nvPicPr>
        <p:blipFill rotWithShape="1">
          <a:blip r:embed="rId6">
            <a:alphaModFix/>
          </a:blip>
          <a:srcRect t="35705" b="35707"/>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570" name="Google Shape;570;p43"/>
          <p:cNvGrpSpPr/>
          <p:nvPr/>
        </p:nvGrpSpPr>
        <p:grpSpPr>
          <a:xfrm rot="-2230191" flipH="1">
            <a:off x="380815" y="4184376"/>
            <a:ext cx="770944" cy="673321"/>
            <a:chOff x="4318300" y="2960450"/>
            <a:chExt cx="161050" cy="106625"/>
          </a:xfrm>
        </p:grpSpPr>
        <p:sp>
          <p:nvSpPr>
            <p:cNvPr id="571" name="Google Shape;571;p4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 name="Google Shape;573;p43"/>
          <p:cNvSpPr/>
          <p:nvPr/>
        </p:nvSpPr>
        <p:spPr>
          <a:xfrm>
            <a:off x="428750" y="-87500"/>
            <a:ext cx="572700" cy="572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3"/>
          <p:cNvSpPr/>
          <p:nvPr/>
        </p:nvSpPr>
        <p:spPr>
          <a:xfrm>
            <a:off x="509538" y="3659125"/>
            <a:ext cx="332100" cy="332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5" name="Google Shape;575;p43"/>
          <p:cNvPicPr preferRelativeResize="0"/>
          <p:nvPr/>
        </p:nvPicPr>
        <p:blipFill rotWithShape="1">
          <a:blip r:embed="rId6">
            <a:alphaModFix/>
          </a:blip>
          <a:srcRect t="4299" b="67113"/>
          <a:stretch/>
        </p:blipFill>
        <p:spPr>
          <a:xfrm>
            <a:off x="8150500" y="4375225"/>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576" name="Google Shape;576;p43"/>
          <p:cNvGrpSpPr/>
          <p:nvPr/>
        </p:nvGrpSpPr>
        <p:grpSpPr>
          <a:xfrm rot="-2230191" flipH="1">
            <a:off x="8920590" y="4019451"/>
            <a:ext cx="770944" cy="673321"/>
            <a:chOff x="4318300" y="2960450"/>
            <a:chExt cx="161050" cy="106625"/>
          </a:xfrm>
        </p:grpSpPr>
        <p:sp>
          <p:nvSpPr>
            <p:cNvPr id="577" name="Google Shape;577;p4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43"/>
          <p:cNvGrpSpPr/>
          <p:nvPr/>
        </p:nvGrpSpPr>
        <p:grpSpPr>
          <a:xfrm rot="-4477941" flipH="1">
            <a:off x="7954632" y="4184386"/>
            <a:ext cx="770939" cy="673322"/>
            <a:chOff x="4318300" y="2960450"/>
            <a:chExt cx="161050" cy="106625"/>
          </a:xfrm>
        </p:grpSpPr>
        <p:sp>
          <p:nvSpPr>
            <p:cNvPr id="580" name="Google Shape;580;p43"/>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3"/>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44"/>
          <p:cNvSpPr txBox="1">
            <a:spLocks noGrp="1"/>
          </p:cNvSpPr>
          <p:nvPr>
            <p:ph type="title"/>
          </p:nvPr>
        </p:nvSpPr>
        <p:spPr>
          <a:xfrm>
            <a:off x="715100" y="827475"/>
            <a:ext cx="5076600" cy="252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000"/>
              <a:t>“EXCLUSIVE AND INSPIRING”</a:t>
            </a:r>
            <a:endParaRPr sz="5000"/>
          </a:p>
        </p:txBody>
      </p:sp>
      <p:sp>
        <p:nvSpPr>
          <p:cNvPr id="587" name="Google Shape;587;p44"/>
          <p:cNvSpPr/>
          <p:nvPr/>
        </p:nvSpPr>
        <p:spPr>
          <a:xfrm flipH="1">
            <a:off x="8548725" y="639250"/>
            <a:ext cx="615000" cy="3256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88" name="Google Shape;588;p44"/>
          <p:cNvPicPr preferRelativeResize="0"/>
          <p:nvPr/>
        </p:nvPicPr>
        <p:blipFill rotWithShape="1">
          <a:blip r:embed="rId3">
            <a:alphaModFix/>
          </a:blip>
          <a:srcRect l="13996" r="14003"/>
          <a:stretch/>
        </p:blipFill>
        <p:spPr>
          <a:xfrm flipH="1">
            <a:off x="6672876" y="754725"/>
            <a:ext cx="2301499"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89" name="Google Shape;589;p44"/>
          <p:cNvPicPr preferRelativeResize="0"/>
          <p:nvPr/>
        </p:nvPicPr>
        <p:blipFill rotWithShape="1">
          <a:blip r:embed="rId4">
            <a:alphaModFix/>
          </a:blip>
          <a:srcRect t="17648"/>
          <a:stretch/>
        </p:blipFill>
        <p:spPr>
          <a:xfrm flipH="1">
            <a:off x="5558201" y="383501"/>
            <a:ext cx="1713349"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590" name="Google Shape;590;p44"/>
          <p:cNvPicPr preferRelativeResize="0"/>
          <p:nvPr/>
        </p:nvPicPr>
        <p:blipFill rotWithShape="1">
          <a:blip r:embed="rId5">
            <a:alphaModFix/>
          </a:blip>
          <a:srcRect l="27623" r="27627"/>
          <a:stretch/>
        </p:blipFill>
        <p:spPr>
          <a:xfrm flipH="1">
            <a:off x="7400975" y="-134975"/>
            <a:ext cx="1713351" cy="25525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591" name="Google Shape;591;p44"/>
          <p:cNvGrpSpPr/>
          <p:nvPr/>
        </p:nvGrpSpPr>
        <p:grpSpPr>
          <a:xfrm rot="4412243">
            <a:off x="7025283" y="2059760"/>
            <a:ext cx="770954" cy="673325"/>
            <a:chOff x="4318300" y="2960450"/>
            <a:chExt cx="161050" cy="106625"/>
          </a:xfrm>
        </p:grpSpPr>
        <p:sp>
          <p:nvSpPr>
            <p:cNvPr id="592" name="Google Shape;592;p44"/>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4"/>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 name="Google Shape;594;p44"/>
          <p:cNvGrpSpPr/>
          <p:nvPr/>
        </p:nvGrpSpPr>
        <p:grpSpPr>
          <a:xfrm rot="6994513">
            <a:off x="7569373" y="4086261"/>
            <a:ext cx="770957" cy="673324"/>
            <a:chOff x="4318300" y="2960450"/>
            <a:chExt cx="161050" cy="106625"/>
          </a:xfrm>
        </p:grpSpPr>
        <p:sp>
          <p:nvSpPr>
            <p:cNvPr id="595" name="Google Shape;595;p44"/>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4"/>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97" name="Google Shape;597;p44"/>
          <p:cNvPicPr preferRelativeResize="0"/>
          <p:nvPr/>
        </p:nvPicPr>
        <p:blipFill rotWithShape="1">
          <a:blip r:embed="rId6">
            <a:alphaModFix/>
          </a:blip>
          <a:srcRect t="31949" b="17496"/>
          <a:stretch/>
        </p:blipFill>
        <p:spPr>
          <a:xfrm flipH="1">
            <a:off x="4089226" y="3968075"/>
            <a:ext cx="3113824" cy="10485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598" name="Google Shape;598;p44"/>
          <p:cNvGrpSpPr/>
          <p:nvPr/>
        </p:nvGrpSpPr>
        <p:grpSpPr>
          <a:xfrm rot="2125966">
            <a:off x="5520564" y="3616613"/>
            <a:ext cx="770960" cy="673325"/>
            <a:chOff x="4318300" y="2960450"/>
            <a:chExt cx="161050" cy="106625"/>
          </a:xfrm>
        </p:grpSpPr>
        <p:sp>
          <p:nvSpPr>
            <p:cNvPr id="599" name="Google Shape;599;p44"/>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4"/>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1" name="Google Shape;601;p44"/>
          <p:cNvSpPr/>
          <p:nvPr/>
        </p:nvSpPr>
        <p:spPr>
          <a:xfrm flipH="1">
            <a:off x="2819350" y="2094275"/>
            <a:ext cx="6046200" cy="74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4"/>
          <p:cNvSpPr/>
          <p:nvPr/>
        </p:nvSpPr>
        <p:spPr>
          <a:xfrm flipH="1">
            <a:off x="5308700" y="156250"/>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4"/>
          <p:cNvSpPr/>
          <p:nvPr/>
        </p:nvSpPr>
        <p:spPr>
          <a:xfrm flipH="1">
            <a:off x="8392550" y="4195725"/>
            <a:ext cx="2248800" cy="129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4"/>
          <p:cNvSpPr/>
          <p:nvPr/>
        </p:nvSpPr>
        <p:spPr>
          <a:xfrm flipH="1">
            <a:off x="8165975" y="396807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5" name="Google Shape;605;p44"/>
          <p:cNvGrpSpPr/>
          <p:nvPr/>
        </p:nvGrpSpPr>
        <p:grpSpPr>
          <a:xfrm rot="2125966">
            <a:off x="6155564" y="26163"/>
            <a:ext cx="770960" cy="673325"/>
            <a:chOff x="4318300" y="2960450"/>
            <a:chExt cx="161050" cy="106625"/>
          </a:xfrm>
        </p:grpSpPr>
        <p:sp>
          <p:nvSpPr>
            <p:cNvPr id="606" name="Google Shape;606;p44"/>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4"/>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PROCESS FOR THE NEXT LAUNCH</a:t>
            </a:r>
            <a:endParaRPr/>
          </a:p>
        </p:txBody>
      </p:sp>
      <p:sp>
        <p:nvSpPr>
          <p:cNvPr id="613" name="Google Shape;613;p45"/>
          <p:cNvSpPr/>
          <p:nvPr/>
        </p:nvSpPr>
        <p:spPr>
          <a:xfrm>
            <a:off x="1723564" y="1361700"/>
            <a:ext cx="169800" cy="176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5"/>
          <p:cNvSpPr/>
          <p:nvPr/>
        </p:nvSpPr>
        <p:spPr>
          <a:xfrm>
            <a:off x="3541330" y="1361700"/>
            <a:ext cx="169800" cy="176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5"/>
          <p:cNvSpPr/>
          <p:nvPr/>
        </p:nvSpPr>
        <p:spPr>
          <a:xfrm>
            <a:off x="5359096" y="1361700"/>
            <a:ext cx="169800" cy="176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5"/>
          <p:cNvSpPr/>
          <p:nvPr/>
        </p:nvSpPr>
        <p:spPr>
          <a:xfrm>
            <a:off x="7176862" y="1361700"/>
            <a:ext cx="1698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5"/>
          <p:cNvSpPr txBox="1"/>
          <p:nvPr/>
        </p:nvSpPr>
        <p:spPr>
          <a:xfrm flipH="1">
            <a:off x="935976" y="1882076"/>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Planning phase</a:t>
            </a:r>
            <a:endParaRPr sz="1200">
              <a:solidFill>
                <a:srgbClr val="191919"/>
              </a:solidFill>
              <a:latin typeface="Open Sans"/>
              <a:ea typeface="Open Sans"/>
              <a:cs typeface="Open Sans"/>
              <a:sym typeface="Open Sans"/>
            </a:endParaRPr>
          </a:p>
        </p:txBody>
      </p:sp>
      <p:sp>
        <p:nvSpPr>
          <p:cNvPr id="618" name="Google Shape;618;p45"/>
          <p:cNvSpPr txBox="1"/>
          <p:nvPr/>
        </p:nvSpPr>
        <p:spPr>
          <a:xfrm flipH="1">
            <a:off x="2753742" y="1882076"/>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Product development</a:t>
            </a:r>
            <a:endParaRPr sz="1200">
              <a:solidFill>
                <a:srgbClr val="191919"/>
              </a:solidFill>
              <a:latin typeface="Open Sans"/>
              <a:ea typeface="Open Sans"/>
              <a:cs typeface="Open Sans"/>
              <a:sym typeface="Open Sans"/>
            </a:endParaRPr>
          </a:p>
        </p:txBody>
      </p:sp>
      <p:sp>
        <p:nvSpPr>
          <p:cNvPr id="619" name="Google Shape;619;p45"/>
          <p:cNvSpPr txBox="1"/>
          <p:nvPr/>
        </p:nvSpPr>
        <p:spPr>
          <a:xfrm flipH="1">
            <a:off x="4571508" y="1882076"/>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Testing</a:t>
            </a:r>
            <a:endParaRPr sz="1200">
              <a:solidFill>
                <a:srgbClr val="191919"/>
              </a:solidFill>
              <a:latin typeface="Open Sans"/>
              <a:ea typeface="Open Sans"/>
              <a:cs typeface="Open Sans"/>
              <a:sym typeface="Open Sans"/>
            </a:endParaRPr>
          </a:p>
        </p:txBody>
      </p:sp>
      <p:sp>
        <p:nvSpPr>
          <p:cNvPr id="620" name="Google Shape;620;p45"/>
          <p:cNvSpPr txBox="1"/>
          <p:nvPr/>
        </p:nvSpPr>
        <p:spPr>
          <a:xfrm flipH="1">
            <a:off x="6389274" y="1882076"/>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Content creation</a:t>
            </a:r>
            <a:endParaRPr sz="1200">
              <a:solidFill>
                <a:srgbClr val="191919"/>
              </a:solidFill>
              <a:latin typeface="Open Sans"/>
              <a:ea typeface="Open Sans"/>
              <a:cs typeface="Open Sans"/>
              <a:sym typeface="Open Sans"/>
            </a:endParaRPr>
          </a:p>
        </p:txBody>
      </p:sp>
      <p:cxnSp>
        <p:nvCxnSpPr>
          <p:cNvPr id="621" name="Google Shape;621;p45"/>
          <p:cNvCxnSpPr>
            <a:stCxn id="613" idx="3"/>
            <a:endCxn id="614" idx="1"/>
          </p:cNvCxnSpPr>
          <p:nvPr/>
        </p:nvCxnSpPr>
        <p:spPr>
          <a:xfrm>
            <a:off x="1893364" y="1449900"/>
            <a:ext cx="1647900" cy="0"/>
          </a:xfrm>
          <a:prstGeom prst="straightConnector1">
            <a:avLst/>
          </a:prstGeom>
          <a:noFill/>
          <a:ln w="9525" cap="flat" cmpd="sng">
            <a:solidFill>
              <a:schemeClr val="dk1"/>
            </a:solidFill>
            <a:prstDash val="solid"/>
            <a:round/>
            <a:headEnd type="none" w="med" len="med"/>
            <a:tailEnd type="none" w="med" len="med"/>
          </a:ln>
        </p:spPr>
      </p:cxnSp>
      <p:cxnSp>
        <p:nvCxnSpPr>
          <p:cNvPr id="622" name="Google Shape;622;p45"/>
          <p:cNvCxnSpPr>
            <a:stCxn id="614" idx="3"/>
            <a:endCxn id="615" idx="1"/>
          </p:cNvCxnSpPr>
          <p:nvPr/>
        </p:nvCxnSpPr>
        <p:spPr>
          <a:xfrm>
            <a:off x="3711130" y="1449900"/>
            <a:ext cx="1647900" cy="0"/>
          </a:xfrm>
          <a:prstGeom prst="straightConnector1">
            <a:avLst/>
          </a:prstGeom>
          <a:noFill/>
          <a:ln w="9525" cap="flat" cmpd="sng">
            <a:solidFill>
              <a:schemeClr val="dk1"/>
            </a:solidFill>
            <a:prstDash val="solid"/>
            <a:round/>
            <a:headEnd type="none" w="med" len="med"/>
            <a:tailEnd type="none" w="med" len="med"/>
          </a:ln>
        </p:spPr>
      </p:cxnSp>
      <p:cxnSp>
        <p:nvCxnSpPr>
          <p:cNvPr id="623" name="Google Shape;623;p45"/>
          <p:cNvCxnSpPr>
            <a:stCxn id="615" idx="3"/>
            <a:endCxn id="616" idx="1"/>
          </p:cNvCxnSpPr>
          <p:nvPr/>
        </p:nvCxnSpPr>
        <p:spPr>
          <a:xfrm>
            <a:off x="5528896" y="1449900"/>
            <a:ext cx="1647900" cy="0"/>
          </a:xfrm>
          <a:prstGeom prst="straightConnector1">
            <a:avLst/>
          </a:prstGeom>
          <a:noFill/>
          <a:ln w="9525" cap="flat" cmpd="sng">
            <a:solidFill>
              <a:schemeClr val="dk1"/>
            </a:solidFill>
            <a:prstDash val="solid"/>
            <a:round/>
            <a:headEnd type="none" w="med" len="med"/>
            <a:tailEnd type="none" w="med" len="med"/>
          </a:ln>
        </p:spPr>
      </p:cxnSp>
      <p:cxnSp>
        <p:nvCxnSpPr>
          <p:cNvPr id="624" name="Google Shape;624;p45"/>
          <p:cNvCxnSpPr>
            <a:stCxn id="613" idx="2"/>
            <a:endCxn id="617" idx="0"/>
          </p:cNvCxnSpPr>
          <p:nvPr/>
        </p:nvCxnSpPr>
        <p:spPr>
          <a:xfrm>
            <a:off x="1808464" y="1538100"/>
            <a:ext cx="0" cy="344100"/>
          </a:xfrm>
          <a:prstGeom prst="straightConnector1">
            <a:avLst/>
          </a:prstGeom>
          <a:noFill/>
          <a:ln w="9525" cap="flat" cmpd="sng">
            <a:solidFill>
              <a:schemeClr val="dk1"/>
            </a:solidFill>
            <a:prstDash val="solid"/>
            <a:round/>
            <a:headEnd type="none" w="med" len="med"/>
            <a:tailEnd type="none" w="med" len="med"/>
          </a:ln>
        </p:spPr>
      </p:cxnSp>
      <p:cxnSp>
        <p:nvCxnSpPr>
          <p:cNvPr id="625" name="Google Shape;625;p45"/>
          <p:cNvCxnSpPr>
            <a:stCxn id="614" idx="2"/>
            <a:endCxn id="618" idx="0"/>
          </p:cNvCxnSpPr>
          <p:nvPr/>
        </p:nvCxnSpPr>
        <p:spPr>
          <a:xfrm>
            <a:off x="3626230" y="1538100"/>
            <a:ext cx="0" cy="344100"/>
          </a:xfrm>
          <a:prstGeom prst="straightConnector1">
            <a:avLst/>
          </a:prstGeom>
          <a:noFill/>
          <a:ln w="9525" cap="flat" cmpd="sng">
            <a:solidFill>
              <a:schemeClr val="dk1"/>
            </a:solidFill>
            <a:prstDash val="solid"/>
            <a:round/>
            <a:headEnd type="none" w="med" len="med"/>
            <a:tailEnd type="none" w="med" len="med"/>
          </a:ln>
        </p:spPr>
      </p:cxnSp>
      <p:cxnSp>
        <p:nvCxnSpPr>
          <p:cNvPr id="626" name="Google Shape;626;p45"/>
          <p:cNvCxnSpPr>
            <a:stCxn id="615" idx="2"/>
            <a:endCxn id="619" idx="0"/>
          </p:cNvCxnSpPr>
          <p:nvPr/>
        </p:nvCxnSpPr>
        <p:spPr>
          <a:xfrm>
            <a:off x="5443996" y="1538100"/>
            <a:ext cx="0" cy="344100"/>
          </a:xfrm>
          <a:prstGeom prst="straightConnector1">
            <a:avLst/>
          </a:prstGeom>
          <a:noFill/>
          <a:ln w="9525" cap="flat" cmpd="sng">
            <a:solidFill>
              <a:schemeClr val="dk1"/>
            </a:solidFill>
            <a:prstDash val="solid"/>
            <a:round/>
            <a:headEnd type="none" w="med" len="med"/>
            <a:tailEnd type="none" w="med" len="med"/>
          </a:ln>
        </p:spPr>
      </p:cxnSp>
      <p:cxnSp>
        <p:nvCxnSpPr>
          <p:cNvPr id="627" name="Google Shape;627;p45"/>
          <p:cNvCxnSpPr>
            <a:stCxn id="616" idx="2"/>
            <a:endCxn id="620" idx="0"/>
          </p:cNvCxnSpPr>
          <p:nvPr/>
        </p:nvCxnSpPr>
        <p:spPr>
          <a:xfrm>
            <a:off x="7261762" y="1538100"/>
            <a:ext cx="0" cy="344100"/>
          </a:xfrm>
          <a:prstGeom prst="straightConnector1">
            <a:avLst/>
          </a:prstGeom>
          <a:noFill/>
          <a:ln w="9525" cap="flat" cmpd="sng">
            <a:solidFill>
              <a:schemeClr val="dk1"/>
            </a:solidFill>
            <a:prstDash val="solid"/>
            <a:round/>
            <a:headEnd type="none" w="med" len="med"/>
            <a:tailEnd type="none" w="med" len="med"/>
          </a:ln>
        </p:spPr>
      </p:cxnSp>
      <p:sp>
        <p:nvSpPr>
          <p:cNvPr id="628" name="Google Shape;628;p45"/>
          <p:cNvSpPr/>
          <p:nvPr/>
        </p:nvSpPr>
        <p:spPr>
          <a:xfrm>
            <a:off x="1723564" y="3196149"/>
            <a:ext cx="169800" cy="1764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5"/>
          <p:cNvSpPr/>
          <p:nvPr/>
        </p:nvSpPr>
        <p:spPr>
          <a:xfrm>
            <a:off x="3541330" y="3196149"/>
            <a:ext cx="169800" cy="1764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5"/>
          <p:cNvSpPr/>
          <p:nvPr/>
        </p:nvSpPr>
        <p:spPr>
          <a:xfrm>
            <a:off x="5359096" y="3196149"/>
            <a:ext cx="169800" cy="176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5"/>
          <p:cNvSpPr/>
          <p:nvPr/>
        </p:nvSpPr>
        <p:spPr>
          <a:xfrm>
            <a:off x="7176862" y="3196149"/>
            <a:ext cx="169800" cy="176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5"/>
          <p:cNvSpPr txBox="1"/>
          <p:nvPr/>
        </p:nvSpPr>
        <p:spPr>
          <a:xfrm flipH="1">
            <a:off x="935976" y="3716525"/>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Pre-launch</a:t>
            </a:r>
            <a:endParaRPr sz="1200">
              <a:solidFill>
                <a:srgbClr val="191919"/>
              </a:solidFill>
              <a:latin typeface="Open Sans"/>
              <a:ea typeface="Open Sans"/>
              <a:cs typeface="Open Sans"/>
              <a:sym typeface="Open Sans"/>
            </a:endParaRPr>
          </a:p>
        </p:txBody>
      </p:sp>
      <p:sp>
        <p:nvSpPr>
          <p:cNvPr id="633" name="Google Shape;633;p45"/>
          <p:cNvSpPr txBox="1"/>
          <p:nvPr/>
        </p:nvSpPr>
        <p:spPr>
          <a:xfrm flipH="1">
            <a:off x="2753742" y="3716525"/>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Launch</a:t>
            </a:r>
            <a:endParaRPr sz="1200">
              <a:solidFill>
                <a:srgbClr val="191919"/>
              </a:solidFill>
              <a:latin typeface="Open Sans"/>
              <a:ea typeface="Open Sans"/>
              <a:cs typeface="Open Sans"/>
              <a:sym typeface="Open Sans"/>
            </a:endParaRPr>
          </a:p>
        </p:txBody>
      </p:sp>
      <p:sp>
        <p:nvSpPr>
          <p:cNvPr id="634" name="Google Shape;634;p45"/>
          <p:cNvSpPr txBox="1"/>
          <p:nvPr/>
        </p:nvSpPr>
        <p:spPr>
          <a:xfrm flipH="1">
            <a:off x="4571508" y="3716525"/>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Post-launch follow-up</a:t>
            </a:r>
            <a:endParaRPr sz="1200">
              <a:solidFill>
                <a:srgbClr val="191919"/>
              </a:solidFill>
              <a:latin typeface="Open Sans"/>
              <a:ea typeface="Open Sans"/>
              <a:cs typeface="Open Sans"/>
              <a:sym typeface="Open Sans"/>
            </a:endParaRPr>
          </a:p>
        </p:txBody>
      </p:sp>
      <p:sp>
        <p:nvSpPr>
          <p:cNvPr id="635" name="Google Shape;635;p45"/>
          <p:cNvSpPr txBox="1"/>
          <p:nvPr/>
        </p:nvSpPr>
        <p:spPr>
          <a:xfrm flipH="1">
            <a:off x="6389274" y="3716525"/>
            <a:ext cx="1745100" cy="372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91919"/>
                </a:solidFill>
                <a:latin typeface="Open Sans"/>
                <a:ea typeface="Open Sans"/>
                <a:cs typeface="Open Sans"/>
                <a:sym typeface="Open Sans"/>
              </a:rPr>
              <a:t>Evaluation</a:t>
            </a:r>
            <a:endParaRPr sz="1200">
              <a:solidFill>
                <a:srgbClr val="191919"/>
              </a:solidFill>
              <a:latin typeface="Open Sans"/>
              <a:ea typeface="Open Sans"/>
              <a:cs typeface="Open Sans"/>
              <a:sym typeface="Open Sans"/>
            </a:endParaRPr>
          </a:p>
        </p:txBody>
      </p:sp>
      <p:cxnSp>
        <p:nvCxnSpPr>
          <p:cNvPr id="636" name="Google Shape;636;p45"/>
          <p:cNvCxnSpPr>
            <a:stCxn id="628" idx="3"/>
            <a:endCxn id="629" idx="1"/>
          </p:cNvCxnSpPr>
          <p:nvPr/>
        </p:nvCxnSpPr>
        <p:spPr>
          <a:xfrm>
            <a:off x="1893364" y="3284349"/>
            <a:ext cx="1647900" cy="0"/>
          </a:xfrm>
          <a:prstGeom prst="straightConnector1">
            <a:avLst/>
          </a:prstGeom>
          <a:noFill/>
          <a:ln w="9525" cap="flat" cmpd="sng">
            <a:solidFill>
              <a:schemeClr val="dk1"/>
            </a:solidFill>
            <a:prstDash val="solid"/>
            <a:round/>
            <a:headEnd type="none" w="med" len="med"/>
            <a:tailEnd type="none" w="med" len="med"/>
          </a:ln>
        </p:spPr>
      </p:cxnSp>
      <p:cxnSp>
        <p:nvCxnSpPr>
          <p:cNvPr id="637" name="Google Shape;637;p45"/>
          <p:cNvCxnSpPr>
            <a:stCxn id="629" idx="3"/>
            <a:endCxn id="630" idx="1"/>
          </p:cNvCxnSpPr>
          <p:nvPr/>
        </p:nvCxnSpPr>
        <p:spPr>
          <a:xfrm>
            <a:off x="3711130" y="3284349"/>
            <a:ext cx="1647900" cy="0"/>
          </a:xfrm>
          <a:prstGeom prst="straightConnector1">
            <a:avLst/>
          </a:prstGeom>
          <a:noFill/>
          <a:ln w="9525" cap="flat" cmpd="sng">
            <a:solidFill>
              <a:schemeClr val="dk1"/>
            </a:solidFill>
            <a:prstDash val="solid"/>
            <a:round/>
            <a:headEnd type="none" w="med" len="med"/>
            <a:tailEnd type="none" w="med" len="med"/>
          </a:ln>
        </p:spPr>
      </p:cxnSp>
      <p:cxnSp>
        <p:nvCxnSpPr>
          <p:cNvPr id="638" name="Google Shape;638;p45"/>
          <p:cNvCxnSpPr>
            <a:stCxn id="630" idx="3"/>
            <a:endCxn id="631" idx="1"/>
          </p:cNvCxnSpPr>
          <p:nvPr/>
        </p:nvCxnSpPr>
        <p:spPr>
          <a:xfrm>
            <a:off x="5528896" y="3284349"/>
            <a:ext cx="1647900" cy="0"/>
          </a:xfrm>
          <a:prstGeom prst="straightConnector1">
            <a:avLst/>
          </a:prstGeom>
          <a:noFill/>
          <a:ln w="9525" cap="flat" cmpd="sng">
            <a:solidFill>
              <a:schemeClr val="dk1"/>
            </a:solidFill>
            <a:prstDash val="solid"/>
            <a:round/>
            <a:headEnd type="none" w="med" len="med"/>
            <a:tailEnd type="none" w="med" len="med"/>
          </a:ln>
        </p:spPr>
      </p:cxnSp>
      <p:cxnSp>
        <p:nvCxnSpPr>
          <p:cNvPr id="639" name="Google Shape;639;p45"/>
          <p:cNvCxnSpPr>
            <a:stCxn id="628" idx="2"/>
            <a:endCxn id="632" idx="0"/>
          </p:cNvCxnSpPr>
          <p:nvPr/>
        </p:nvCxnSpPr>
        <p:spPr>
          <a:xfrm>
            <a:off x="1808464" y="3372549"/>
            <a:ext cx="0" cy="344100"/>
          </a:xfrm>
          <a:prstGeom prst="straightConnector1">
            <a:avLst/>
          </a:prstGeom>
          <a:noFill/>
          <a:ln w="9525" cap="flat" cmpd="sng">
            <a:solidFill>
              <a:schemeClr val="dk1"/>
            </a:solidFill>
            <a:prstDash val="solid"/>
            <a:round/>
            <a:headEnd type="none" w="med" len="med"/>
            <a:tailEnd type="none" w="med" len="med"/>
          </a:ln>
        </p:spPr>
      </p:cxnSp>
      <p:cxnSp>
        <p:nvCxnSpPr>
          <p:cNvPr id="640" name="Google Shape;640;p45"/>
          <p:cNvCxnSpPr>
            <a:stCxn id="629" idx="2"/>
            <a:endCxn id="633" idx="0"/>
          </p:cNvCxnSpPr>
          <p:nvPr/>
        </p:nvCxnSpPr>
        <p:spPr>
          <a:xfrm>
            <a:off x="3626230" y="3372549"/>
            <a:ext cx="0" cy="344100"/>
          </a:xfrm>
          <a:prstGeom prst="straightConnector1">
            <a:avLst/>
          </a:prstGeom>
          <a:noFill/>
          <a:ln w="9525" cap="flat" cmpd="sng">
            <a:solidFill>
              <a:schemeClr val="dk1"/>
            </a:solidFill>
            <a:prstDash val="solid"/>
            <a:round/>
            <a:headEnd type="none" w="med" len="med"/>
            <a:tailEnd type="none" w="med" len="med"/>
          </a:ln>
        </p:spPr>
      </p:cxnSp>
      <p:cxnSp>
        <p:nvCxnSpPr>
          <p:cNvPr id="641" name="Google Shape;641;p45"/>
          <p:cNvCxnSpPr>
            <a:stCxn id="630" idx="2"/>
            <a:endCxn id="634" idx="0"/>
          </p:cNvCxnSpPr>
          <p:nvPr/>
        </p:nvCxnSpPr>
        <p:spPr>
          <a:xfrm>
            <a:off x="5443996" y="3372549"/>
            <a:ext cx="0" cy="344100"/>
          </a:xfrm>
          <a:prstGeom prst="straightConnector1">
            <a:avLst/>
          </a:prstGeom>
          <a:noFill/>
          <a:ln w="9525" cap="flat" cmpd="sng">
            <a:solidFill>
              <a:schemeClr val="dk1"/>
            </a:solidFill>
            <a:prstDash val="solid"/>
            <a:round/>
            <a:headEnd type="none" w="med" len="med"/>
            <a:tailEnd type="none" w="med" len="med"/>
          </a:ln>
        </p:spPr>
      </p:cxnSp>
      <p:cxnSp>
        <p:nvCxnSpPr>
          <p:cNvPr id="642" name="Google Shape;642;p45"/>
          <p:cNvCxnSpPr>
            <a:stCxn id="631" idx="2"/>
            <a:endCxn id="635" idx="0"/>
          </p:cNvCxnSpPr>
          <p:nvPr/>
        </p:nvCxnSpPr>
        <p:spPr>
          <a:xfrm>
            <a:off x="7261762" y="3372549"/>
            <a:ext cx="0" cy="344100"/>
          </a:xfrm>
          <a:prstGeom prst="straightConnector1">
            <a:avLst/>
          </a:prstGeom>
          <a:noFill/>
          <a:ln w="9525" cap="flat" cmpd="sng">
            <a:solidFill>
              <a:schemeClr val="dk1"/>
            </a:solidFill>
            <a:prstDash val="solid"/>
            <a:round/>
            <a:headEnd type="none" w="med" len="med"/>
            <a:tailEnd type="none" w="med" len="med"/>
          </a:ln>
        </p:spPr>
      </p:cxnSp>
      <p:cxnSp>
        <p:nvCxnSpPr>
          <p:cNvPr id="643" name="Google Shape;643;p45"/>
          <p:cNvCxnSpPr>
            <a:stCxn id="616" idx="3"/>
            <a:endCxn id="628" idx="1"/>
          </p:cNvCxnSpPr>
          <p:nvPr/>
        </p:nvCxnSpPr>
        <p:spPr>
          <a:xfrm flipH="1">
            <a:off x="1723462" y="1449900"/>
            <a:ext cx="5623200" cy="1834500"/>
          </a:xfrm>
          <a:prstGeom prst="bentConnector5">
            <a:avLst>
              <a:gd name="adj1" fmla="val -17035"/>
              <a:gd name="adj2" fmla="val 73635"/>
              <a:gd name="adj3" fmla="val 105852"/>
            </a:avLst>
          </a:prstGeom>
          <a:noFill/>
          <a:ln w="9525" cap="flat" cmpd="sng">
            <a:solidFill>
              <a:schemeClr val="dk1"/>
            </a:solidFill>
            <a:prstDash val="solid"/>
            <a:round/>
            <a:headEnd type="none" w="med" len="med"/>
            <a:tailEnd type="none" w="med" len="med"/>
          </a:ln>
        </p:spPr>
      </p:cxnSp>
      <p:pic>
        <p:nvPicPr>
          <p:cNvPr id="644" name="Google Shape;644;p45"/>
          <p:cNvPicPr preferRelativeResize="0"/>
          <p:nvPr/>
        </p:nvPicPr>
        <p:blipFill rotWithShape="1">
          <a:blip r:embed="rId3">
            <a:alphaModFix/>
          </a:blip>
          <a:srcRect l="11615" r="11615"/>
          <a:stretch/>
        </p:blipFill>
        <p:spPr>
          <a:xfrm>
            <a:off x="8559375" y="1177125"/>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645" name="Google Shape;645;p45"/>
          <p:cNvPicPr preferRelativeResize="0"/>
          <p:nvPr/>
        </p:nvPicPr>
        <p:blipFill rotWithShape="1">
          <a:blip r:embed="rId3">
            <a:alphaModFix/>
          </a:blip>
          <a:srcRect l="17797" r="17790"/>
          <a:stretch/>
        </p:blipFill>
        <p:spPr>
          <a:xfrm>
            <a:off x="-1343750" y="2921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646" name="Google Shape;646;p45"/>
          <p:cNvPicPr preferRelativeResize="0"/>
          <p:nvPr/>
        </p:nvPicPr>
        <p:blipFill rotWithShape="1">
          <a:blip r:embed="rId4">
            <a:alphaModFix/>
          </a:blip>
          <a:srcRect t="14317"/>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647" name="Google Shape;647;p45"/>
          <p:cNvPicPr preferRelativeResize="0"/>
          <p:nvPr/>
        </p:nvPicPr>
        <p:blipFill rotWithShape="1">
          <a:blip r:embed="rId5">
            <a:alphaModFix/>
          </a:blip>
          <a:srcRect l="13816" r="13809"/>
          <a:stretch/>
        </p:blipFill>
        <p:spPr>
          <a:xfrm>
            <a:off x="-536425" y="3028775"/>
            <a:ext cx="1123450"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648" name="Google Shape;648;p45"/>
          <p:cNvGrpSpPr/>
          <p:nvPr/>
        </p:nvGrpSpPr>
        <p:grpSpPr>
          <a:xfrm rot="212416" flipH="1">
            <a:off x="114761" y="2699214"/>
            <a:ext cx="770952" cy="673321"/>
            <a:chOff x="4318300" y="2960450"/>
            <a:chExt cx="161050" cy="106625"/>
          </a:xfrm>
        </p:grpSpPr>
        <p:sp>
          <p:nvSpPr>
            <p:cNvPr id="649" name="Google Shape;649;p45"/>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5"/>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45"/>
          <p:cNvGrpSpPr/>
          <p:nvPr/>
        </p:nvGrpSpPr>
        <p:grpSpPr>
          <a:xfrm rot="212416" flipH="1">
            <a:off x="8205936" y="1040889"/>
            <a:ext cx="770952" cy="673321"/>
            <a:chOff x="4318300" y="2960450"/>
            <a:chExt cx="161050" cy="106625"/>
          </a:xfrm>
        </p:grpSpPr>
        <p:sp>
          <p:nvSpPr>
            <p:cNvPr id="652" name="Google Shape;652;p45"/>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5"/>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4" name="Google Shape;654;p45"/>
          <p:cNvSpPr/>
          <p:nvPr/>
        </p:nvSpPr>
        <p:spPr>
          <a:xfrm>
            <a:off x="378950" y="0"/>
            <a:ext cx="672300" cy="6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5"/>
          <p:cNvSpPr/>
          <p:nvPr/>
        </p:nvSpPr>
        <p:spPr>
          <a:xfrm>
            <a:off x="8283825" y="453217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45"/>
          <p:cNvGrpSpPr/>
          <p:nvPr/>
        </p:nvGrpSpPr>
        <p:grpSpPr>
          <a:xfrm rot="-4035931" flipH="1">
            <a:off x="175545" y="4347532"/>
            <a:ext cx="770950" cy="673327"/>
            <a:chOff x="4318300" y="2960450"/>
            <a:chExt cx="161050" cy="106625"/>
          </a:xfrm>
        </p:grpSpPr>
        <p:sp>
          <p:nvSpPr>
            <p:cNvPr id="657" name="Google Shape;657;p45"/>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5"/>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ORGANIZATIONAL CHART</a:t>
            </a:r>
            <a:endParaRPr/>
          </a:p>
        </p:txBody>
      </p:sp>
      <p:cxnSp>
        <p:nvCxnSpPr>
          <p:cNvPr id="664" name="Google Shape;664;p46"/>
          <p:cNvCxnSpPr>
            <a:stCxn id="665" idx="2"/>
            <a:endCxn id="666" idx="0"/>
          </p:cNvCxnSpPr>
          <p:nvPr/>
        </p:nvCxnSpPr>
        <p:spPr>
          <a:xfrm rot="-5400000" flipH="1">
            <a:off x="5100697" y="1047150"/>
            <a:ext cx="489600" cy="1546200"/>
          </a:xfrm>
          <a:prstGeom prst="bentConnector3">
            <a:avLst>
              <a:gd name="adj1" fmla="val 49995"/>
            </a:avLst>
          </a:prstGeom>
          <a:noFill/>
          <a:ln w="9525" cap="flat" cmpd="sng">
            <a:solidFill>
              <a:schemeClr val="dk1"/>
            </a:solidFill>
            <a:prstDash val="solid"/>
            <a:miter lim="8000"/>
            <a:headEnd type="none" w="sm" len="sm"/>
            <a:tailEnd type="none" w="sm" len="sm"/>
          </a:ln>
        </p:spPr>
      </p:cxnSp>
      <p:cxnSp>
        <p:nvCxnSpPr>
          <p:cNvPr id="667" name="Google Shape;667;p46"/>
          <p:cNvCxnSpPr>
            <a:stCxn id="668" idx="0"/>
            <a:endCxn id="665" idx="2"/>
          </p:cNvCxnSpPr>
          <p:nvPr/>
        </p:nvCxnSpPr>
        <p:spPr>
          <a:xfrm rot="-5400000">
            <a:off x="3554608" y="1047116"/>
            <a:ext cx="489600" cy="1546200"/>
          </a:xfrm>
          <a:prstGeom prst="bentConnector3">
            <a:avLst>
              <a:gd name="adj1" fmla="val 49995"/>
            </a:avLst>
          </a:prstGeom>
          <a:noFill/>
          <a:ln w="9525" cap="flat" cmpd="sng">
            <a:solidFill>
              <a:schemeClr val="dk1"/>
            </a:solidFill>
            <a:prstDash val="solid"/>
            <a:miter lim="8000"/>
            <a:headEnd type="none" w="sm" len="sm"/>
            <a:tailEnd type="none" w="sm" len="sm"/>
          </a:ln>
        </p:spPr>
      </p:cxnSp>
      <p:cxnSp>
        <p:nvCxnSpPr>
          <p:cNvPr id="669" name="Google Shape;669;p46"/>
          <p:cNvCxnSpPr>
            <a:stCxn id="668" idx="2"/>
            <a:endCxn id="670" idx="0"/>
          </p:cNvCxnSpPr>
          <p:nvPr/>
        </p:nvCxnSpPr>
        <p:spPr>
          <a:xfrm rot="-5400000" flipH="1">
            <a:off x="3131308" y="2330816"/>
            <a:ext cx="528000" cy="7380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71" name="Google Shape;671;p46"/>
          <p:cNvCxnSpPr>
            <a:stCxn id="672" idx="0"/>
            <a:endCxn id="668" idx="2"/>
          </p:cNvCxnSpPr>
          <p:nvPr/>
        </p:nvCxnSpPr>
        <p:spPr>
          <a:xfrm rot="-5400000">
            <a:off x="2393179" y="2330700"/>
            <a:ext cx="528000" cy="7383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73" name="Google Shape;673;p46"/>
          <p:cNvCxnSpPr>
            <a:stCxn id="666" idx="2"/>
            <a:endCxn id="674" idx="0"/>
          </p:cNvCxnSpPr>
          <p:nvPr/>
        </p:nvCxnSpPr>
        <p:spPr>
          <a:xfrm rot="-5400000" flipH="1">
            <a:off x="6223482" y="2330816"/>
            <a:ext cx="528000" cy="7380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75" name="Google Shape;675;p46"/>
          <p:cNvCxnSpPr>
            <a:stCxn id="676" idx="0"/>
            <a:endCxn id="666" idx="2"/>
          </p:cNvCxnSpPr>
          <p:nvPr/>
        </p:nvCxnSpPr>
        <p:spPr>
          <a:xfrm rot="-5400000">
            <a:off x="5485352" y="2330700"/>
            <a:ext cx="528000" cy="7383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77" name="Google Shape;677;p46"/>
          <p:cNvCxnSpPr>
            <a:stCxn id="678" idx="0"/>
            <a:endCxn id="672" idx="2"/>
          </p:cNvCxnSpPr>
          <p:nvPr/>
        </p:nvCxnSpPr>
        <p:spPr>
          <a:xfrm rot="-5400000">
            <a:off x="1688600" y="3263283"/>
            <a:ext cx="528000" cy="6708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79" name="Google Shape;679;p46"/>
          <p:cNvCxnSpPr>
            <a:stCxn id="680" idx="0"/>
            <a:endCxn id="672" idx="2"/>
          </p:cNvCxnSpPr>
          <p:nvPr/>
        </p:nvCxnSpPr>
        <p:spPr>
          <a:xfrm rot="5400000" flipH="1">
            <a:off x="2426844" y="3195933"/>
            <a:ext cx="528000" cy="8055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81" name="Google Shape;681;p46"/>
          <p:cNvCxnSpPr>
            <a:stCxn id="682" idx="0"/>
            <a:endCxn id="676" idx="2"/>
          </p:cNvCxnSpPr>
          <p:nvPr/>
        </p:nvCxnSpPr>
        <p:spPr>
          <a:xfrm rot="-5400000">
            <a:off x="4713388" y="3195933"/>
            <a:ext cx="528000" cy="8055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83" name="Google Shape;683;p46"/>
          <p:cNvCxnSpPr>
            <a:stCxn id="684" idx="0"/>
            <a:endCxn id="676" idx="2"/>
          </p:cNvCxnSpPr>
          <p:nvPr/>
        </p:nvCxnSpPr>
        <p:spPr>
          <a:xfrm rot="5400000" flipH="1">
            <a:off x="5451631" y="3263283"/>
            <a:ext cx="528000" cy="670800"/>
          </a:xfrm>
          <a:prstGeom prst="bentConnector3">
            <a:avLst>
              <a:gd name="adj1" fmla="val 50013"/>
            </a:avLst>
          </a:prstGeom>
          <a:noFill/>
          <a:ln w="9525" cap="flat" cmpd="sng">
            <a:solidFill>
              <a:schemeClr val="dk1"/>
            </a:solidFill>
            <a:prstDash val="solid"/>
            <a:miter lim="8000"/>
            <a:headEnd type="none" w="sm" len="sm"/>
            <a:tailEnd type="none" w="sm" len="sm"/>
          </a:ln>
        </p:spPr>
      </p:cxnSp>
      <p:cxnSp>
        <p:nvCxnSpPr>
          <p:cNvPr id="685" name="Google Shape;685;p46"/>
          <p:cNvCxnSpPr>
            <a:stCxn id="686" idx="0"/>
            <a:endCxn id="676" idx="2"/>
          </p:cNvCxnSpPr>
          <p:nvPr/>
        </p:nvCxnSpPr>
        <p:spPr>
          <a:xfrm rot="5400000" flipH="1">
            <a:off x="6189875" y="2525133"/>
            <a:ext cx="528000" cy="2147100"/>
          </a:xfrm>
          <a:prstGeom prst="bentConnector3">
            <a:avLst>
              <a:gd name="adj1" fmla="val 50013"/>
            </a:avLst>
          </a:prstGeom>
          <a:noFill/>
          <a:ln w="9525" cap="flat" cmpd="sng">
            <a:solidFill>
              <a:schemeClr val="dk1"/>
            </a:solidFill>
            <a:prstDash val="solid"/>
            <a:miter lim="8000"/>
            <a:headEnd type="none" w="sm" len="sm"/>
            <a:tailEnd type="none" w="sm" len="sm"/>
          </a:ln>
        </p:spPr>
      </p:cxnSp>
      <p:grpSp>
        <p:nvGrpSpPr>
          <p:cNvPr id="687" name="Google Shape;687;p46"/>
          <p:cNvGrpSpPr/>
          <p:nvPr/>
        </p:nvGrpSpPr>
        <p:grpSpPr>
          <a:xfrm>
            <a:off x="3804235" y="1072775"/>
            <a:ext cx="1440912" cy="502675"/>
            <a:chOff x="3804235" y="1072775"/>
            <a:chExt cx="1440912" cy="502675"/>
          </a:xfrm>
        </p:grpSpPr>
        <p:sp>
          <p:nvSpPr>
            <p:cNvPr id="688" name="Google Shape;688;p46"/>
            <p:cNvSpPr/>
            <p:nvPr/>
          </p:nvSpPr>
          <p:spPr>
            <a:xfrm>
              <a:off x="3804235" y="1072775"/>
              <a:ext cx="199500" cy="4476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6"/>
            <p:cNvSpPr txBox="1"/>
            <p:nvPr/>
          </p:nvSpPr>
          <p:spPr>
            <a:xfrm>
              <a:off x="3899647" y="1204650"/>
              <a:ext cx="13455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CEO</a:t>
              </a:r>
              <a:endParaRPr sz="1000" b="1">
                <a:solidFill>
                  <a:schemeClr val="dk1"/>
                </a:solidFill>
                <a:latin typeface="Open Sans"/>
                <a:ea typeface="Open Sans"/>
                <a:cs typeface="Open Sans"/>
                <a:sym typeface="Open Sans"/>
              </a:endParaRPr>
            </a:p>
          </p:txBody>
        </p:sp>
      </p:grpSp>
      <p:grpSp>
        <p:nvGrpSpPr>
          <p:cNvPr id="689" name="Google Shape;689;p46"/>
          <p:cNvGrpSpPr/>
          <p:nvPr/>
        </p:nvGrpSpPr>
        <p:grpSpPr>
          <a:xfrm>
            <a:off x="2232521" y="1956800"/>
            <a:ext cx="1465487" cy="479016"/>
            <a:chOff x="2232521" y="1956800"/>
            <a:chExt cx="1465487" cy="479016"/>
          </a:xfrm>
        </p:grpSpPr>
        <p:sp>
          <p:nvSpPr>
            <p:cNvPr id="690" name="Google Shape;690;p46"/>
            <p:cNvSpPr/>
            <p:nvPr/>
          </p:nvSpPr>
          <p:spPr>
            <a:xfrm>
              <a:off x="2232521" y="1956800"/>
              <a:ext cx="249900" cy="24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6"/>
            <p:cNvSpPr txBox="1"/>
            <p:nvPr/>
          </p:nvSpPr>
          <p:spPr>
            <a:xfrm>
              <a:off x="2354608" y="2065016"/>
              <a:ext cx="13434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VP of sales</a:t>
              </a:r>
              <a:endParaRPr sz="1000" b="1">
                <a:solidFill>
                  <a:schemeClr val="dk1"/>
                </a:solidFill>
                <a:latin typeface="Open Sans"/>
                <a:ea typeface="Open Sans"/>
                <a:cs typeface="Open Sans"/>
                <a:sym typeface="Open Sans"/>
              </a:endParaRPr>
            </a:p>
          </p:txBody>
        </p:sp>
      </p:grpSp>
      <p:grpSp>
        <p:nvGrpSpPr>
          <p:cNvPr id="691" name="Google Shape;691;p46"/>
          <p:cNvGrpSpPr/>
          <p:nvPr/>
        </p:nvGrpSpPr>
        <p:grpSpPr>
          <a:xfrm>
            <a:off x="5333200" y="1956800"/>
            <a:ext cx="1456982" cy="479016"/>
            <a:chOff x="5333200" y="1956800"/>
            <a:chExt cx="1456982" cy="479016"/>
          </a:xfrm>
        </p:grpSpPr>
        <p:sp>
          <p:nvSpPr>
            <p:cNvPr id="692" name="Google Shape;692;p46"/>
            <p:cNvSpPr/>
            <p:nvPr/>
          </p:nvSpPr>
          <p:spPr>
            <a:xfrm>
              <a:off x="5333200" y="1956800"/>
              <a:ext cx="249900" cy="249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6"/>
            <p:cNvSpPr txBox="1"/>
            <p:nvPr/>
          </p:nvSpPr>
          <p:spPr>
            <a:xfrm>
              <a:off x="5446782" y="2065016"/>
              <a:ext cx="13434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VP of operations</a:t>
              </a:r>
              <a:endParaRPr sz="1000" b="1">
                <a:solidFill>
                  <a:schemeClr val="dk1"/>
                </a:solidFill>
                <a:latin typeface="Open Sans"/>
                <a:ea typeface="Open Sans"/>
                <a:cs typeface="Open Sans"/>
                <a:sym typeface="Open Sans"/>
              </a:endParaRPr>
            </a:p>
          </p:txBody>
        </p:sp>
      </p:grpSp>
      <p:grpSp>
        <p:nvGrpSpPr>
          <p:cNvPr id="693" name="Google Shape;693;p46"/>
          <p:cNvGrpSpPr/>
          <p:nvPr/>
        </p:nvGrpSpPr>
        <p:grpSpPr>
          <a:xfrm>
            <a:off x="6187525" y="2927600"/>
            <a:ext cx="1257371" cy="407050"/>
            <a:chOff x="6187525" y="2927600"/>
            <a:chExt cx="1257371" cy="407050"/>
          </a:xfrm>
        </p:grpSpPr>
        <p:sp>
          <p:nvSpPr>
            <p:cNvPr id="694" name="Google Shape;694;p46"/>
            <p:cNvSpPr/>
            <p:nvPr/>
          </p:nvSpPr>
          <p:spPr>
            <a:xfrm>
              <a:off x="6187525" y="2927600"/>
              <a:ext cx="199500" cy="7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6"/>
            <p:cNvSpPr txBox="1"/>
            <p:nvPr/>
          </p:nvSpPr>
          <p:spPr>
            <a:xfrm>
              <a:off x="6268296" y="2963850"/>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Product Manager</a:t>
              </a:r>
              <a:endParaRPr sz="1000" b="1">
                <a:solidFill>
                  <a:schemeClr val="dk1"/>
                </a:solidFill>
                <a:latin typeface="Open Sans"/>
                <a:ea typeface="Open Sans"/>
                <a:cs typeface="Open Sans"/>
                <a:sym typeface="Open Sans"/>
              </a:endParaRPr>
            </a:p>
          </p:txBody>
        </p:sp>
      </p:grpSp>
      <p:grpSp>
        <p:nvGrpSpPr>
          <p:cNvPr id="695" name="Google Shape;695;p46"/>
          <p:cNvGrpSpPr/>
          <p:nvPr/>
        </p:nvGrpSpPr>
        <p:grpSpPr>
          <a:xfrm>
            <a:off x="4714875" y="2927600"/>
            <a:ext cx="1253627" cy="407050"/>
            <a:chOff x="4714875" y="2927600"/>
            <a:chExt cx="1253627" cy="407050"/>
          </a:xfrm>
        </p:grpSpPr>
        <p:sp>
          <p:nvSpPr>
            <p:cNvPr id="696" name="Google Shape;696;p46"/>
            <p:cNvSpPr/>
            <p:nvPr/>
          </p:nvSpPr>
          <p:spPr>
            <a:xfrm>
              <a:off x="4714875" y="2927600"/>
              <a:ext cx="199500" cy="7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6"/>
            <p:cNvSpPr txBox="1"/>
            <p:nvPr/>
          </p:nvSpPr>
          <p:spPr>
            <a:xfrm>
              <a:off x="4791902" y="2963850"/>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Product Manager</a:t>
              </a:r>
              <a:endParaRPr sz="1000" b="1">
                <a:solidFill>
                  <a:schemeClr val="dk1"/>
                </a:solidFill>
                <a:latin typeface="Open Sans"/>
                <a:ea typeface="Open Sans"/>
                <a:cs typeface="Open Sans"/>
                <a:sym typeface="Open Sans"/>
              </a:endParaRPr>
            </a:p>
          </p:txBody>
        </p:sp>
      </p:grpSp>
      <p:grpSp>
        <p:nvGrpSpPr>
          <p:cNvPr id="697" name="Google Shape;697;p46"/>
          <p:cNvGrpSpPr/>
          <p:nvPr/>
        </p:nvGrpSpPr>
        <p:grpSpPr>
          <a:xfrm>
            <a:off x="3093600" y="2927600"/>
            <a:ext cx="1259123" cy="407050"/>
            <a:chOff x="3093600" y="2927600"/>
            <a:chExt cx="1259123" cy="407050"/>
          </a:xfrm>
        </p:grpSpPr>
        <p:sp>
          <p:nvSpPr>
            <p:cNvPr id="698" name="Google Shape;698;p46"/>
            <p:cNvSpPr/>
            <p:nvPr/>
          </p:nvSpPr>
          <p:spPr>
            <a:xfrm>
              <a:off x="3093600" y="2927600"/>
              <a:ext cx="199500" cy="7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6"/>
            <p:cNvSpPr txBox="1"/>
            <p:nvPr/>
          </p:nvSpPr>
          <p:spPr>
            <a:xfrm>
              <a:off x="3176123" y="2963850"/>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IT </a:t>
              </a:r>
              <a:endParaRPr sz="1000" b="1">
                <a:solidFill>
                  <a:schemeClr val="dk1"/>
                </a:solidFill>
                <a:latin typeface="Open Sans"/>
                <a:ea typeface="Open Sans"/>
                <a:cs typeface="Open Sans"/>
                <a:sym typeface="Open Sans"/>
              </a:endParaRPr>
            </a:p>
            <a:p>
              <a:pPr marL="0" lvl="0" indent="0" algn="ctr" rtl="0">
                <a:spcBef>
                  <a:spcPts val="0"/>
                </a:spcBef>
                <a:spcAft>
                  <a:spcPts val="0"/>
                </a:spcAft>
                <a:buNone/>
              </a:pPr>
              <a:r>
                <a:rPr lang="en" sz="1000" b="1">
                  <a:solidFill>
                    <a:schemeClr val="dk1"/>
                  </a:solidFill>
                  <a:latin typeface="Open Sans"/>
                  <a:ea typeface="Open Sans"/>
                  <a:cs typeface="Open Sans"/>
                  <a:sym typeface="Open Sans"/>
                </a:rPr>
                <a:t>Manager</a:t>
              </a:r>
              <a:endParaRPr sz="1000" b="1">
                <a:solidFill>
                  <a:schemeClr val="dk1"/>
                </a:solidFill>
                <a:latin typeface="Open Sans"/>
                <a:ea typeface="Open Sans"/>
                <a:cs typeface="Open Sans"/>
                <a:sym typeface="Open Sans"/>
              </a:endParaRPr>
            </a:p>
          </p:txBody>
        </p:sp>
      </p:grpSp>
      <p:grpSp>
        <p:nvGrpSpPr>
          <p:cNvPr id="699" name="Google Shape;699;p46"/>
          <p:cNvGrpSpPr/>
          <p:nvPr/>
        </p:nvGrpSpPr>
        <p:grpSpPr>
          <a:xfrm>
            <a:off x="1617200" y="2927600"/>
            <a:ext cx="1259129" cy="407050"/>
            <a:chOff x="1617200" y="2927600"/>
            <a:chExt cx="1259129" cy="407050"/>
          </a:xfrm>
        </p:grpSpPr>
        <p:sp>
          <p:nvSpPr>
            <p:cNvPr id="700" name="Google Shape;700;p46"/>
            <p:cNvSpPr/>
            <p:nvPr/>
          </p:nvSpPr>
          <p:spPr>
            <a:xfrm>
              <a:off x="1617200" y="2927600"/>
              <a:ext cx="199500" cy="76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6"/>
            <p:cNvSpPr txBox="1"/>
            <p:nvPr/>
          </p:nvSpPr>
          <p:spPr>
            <a:xfrm>
              <a:off x="1699729" y="2963850"/>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Nation Sales Manager</a:t>
              </a:r>
              <a:endParaRPr sz="1000" b="1">
                <a:solidFill>
                  <a:schemeClr val="dk1"/>
                </a:solidFill>
                <a:latin typeface="Open Sans"/>
                <a:ea typeface="Open Sans"/>
                <a:cs typeface="Open Sans"/>
                <a:sym typeface="Open Sans"/>
              </a:endParaRPr>
            </a:p>
          </p:txBody>
        </p:sp>
      </p:grpSp>
      <p:grpSp>
        <p:nvGrpSpPr>
          <p:cNvPr id="701" name="Google Shape;701;p46"/>
          <p:cNvGrpSpPr/>
          <p:nvPr/>
        </p:nvGrpSpPr>
        <p:grpSpPr>
          <a:xfrm>
            <a:off x="5380325" y="3804025"/>
            <a:ext cx="1259006" cy="429458"/>
            <a:chOff x="5380325" y="3804025"/>
            <a:chExt cx="1259006" cy="429458"/>
          </a:xfrm>
        </p:grpSpPr>
        <p:sp>
          <p:nvSpPr>
            <p:cNvPr id="702" name="Google Shape;702;p46"/>
            <p:cNvSpPr/>
            <p:nvPr/>
          </p:nvSpPr>
          <p:spPr>
            <a:xfrm>
              <a:off x="5380325" y="3804025"/>
              <a:ext cx="153900" cy="159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6"/>
            <p:cNvSpPr txBox="1"/>
            <p:nvPr/>
          </p:nvSpPr>
          <p:spPr>
            <a:xfrm>
              <a:off x="5462731" y="3862683"/>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Designer</a:t>
              </a:r>
              <a:endParaRPr sz="1000" b="1">
                <a:solidFill>
                  <a:schemeClr val="dk1"/>
                </a:solidFill>
                <a:latin typeface="Open Sans"/>
                <a:ea typeface="Open Sans"/>
                <a:cs typeface="Open Sans"/>
                <a:sym typeface="Open Sans"/>
              </a:endParaRPr>
            </a:p>
          </p:txBody>
        </p:sp>
      </p:grpSp>
      <p:grpSp>
        <p:nvGrpSpPr>
          <p:cNvPr id="703" name="Google Shape;703;p46"/>
          <p:cNvGrpSpPr/>
          <p:nvPr/>
        </p:nvGrpSpPr>
        <p:grpSpPr>
          <a:xfrm>
            <a:off x="3907625" y="3804025"/>
            <a:ext cx="1255313" cy="429458"/>
            <a:chOff x="3907625" y="3804025"/>
            <a:chExt cx="1255313" cy="429458"/>
          </a:xfrm>
        </p:grpSpPr>
        <p:sp>
          <p:nvSpPr>
            <p:cNvPr id="704" name="Google Shape;704;p46"/>
            <p:cNvSpPr/>
            <p:nvPr/>
          </p:nvSpPr>
          <p:spPr>
            <a:xfrm>
              <a:off x="3907625" y="3804025"/>
              <a:ext cx="153900" cy="159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6"/>
            <p:cNvSpPr txBox="1"/>
            <p:nvPr/>
          </p:nvSpPr>
          <p:spPr>
            <a:xfrm>
              <a:off x="3986338" y="3862683"/>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Designer</a:t>
              </a:r>
              <a:endParaRPr sz="1000" b="1">
                <a:solidFill>
                  <a:schemeClr val="dk1"/>
                </a:solidFill>
                <a:latin typeface="Open Sans"/>
                <a:ea typeface="Open Sans"/>
                <a:cs typeface="Open Sans"/>
                <a:sym typeface="Open Sans"/>
              </a:endParaRPr>
            </a:p>
          </p:txBody>
        </p:sp>
      </p:grpSp>
      <p:grpSp>
        <p:nvGrpSpPr>
          <p:cNvPr id="705" name="Google Shape;705;p46"/>
          <p:cNvGrpSpPr/>
          <p:nvPr/>
        </p:nvGrpSpPr>
        <p:grpSpPr>
          <a:xfrm>
            <a:off x="2434925" y="3804025"/>
            <a:ext cx="1246969" cy="429458"/>
            <a:chOff x="2434925" y="3804025"/>
            <a:chExt cx="1246969" cy="429458"/>
          </a:xfrm>
        </p:grpSpPr>
        <p:sp>
          <p:nvSpPr>
            <p:cNvPr id="706" name="Google Shape;706;p46"/>
            <p:cNvSpPr/>
            <p:nvPr/>
          </p:nvSpPr>
          <p:spPr>
            <a:xfrm>
              <a:off x="2434925" y="3804025"/>
              <a:ext cx="153900" cy="159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6"/>
            <p:cNvSpPr txBox="1"/>
            <p:nvPr/>
          </p:nvSpPr>
          <p:spPr>
            <a:xfrm>
              <a:off x="2505294" y="3862683"/>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Sales Rep.</a:t>
              </a:r>
              <a:endParaRPr sz="1000" b="1">
                <a:solidFill>
                  <a:schemeClr val="dk1"/>
                </a:solidFill>
                <a:latin typeface="Open Sans"/>
                <a:ea typeface="Open Sans"/>
                <a:cs typeface="Open Sans"/>
                <a:sym typeface="Open Sans"/>
              </a:endParaRPr>
            </a:p>
          </p:txBody>
        </p:sp>
      </p:grpSp>
      <p:grpSp>
        <p:nvGrpSpPr>
          <p:cNvPr id="707" name="Google Shape;707;p46"/>
          <p:cNvGrpSpPr/>
          <p:nvPr/>
        </p:nvGrpSpPr>
        <p:grpSpPr>
          <a:xfrm>
            <a:off x="962250" y="3804025"/>
            <a:ext cx="1243250" cy="429458"/>
            <a:chOff x="962250" y="3804025"/>
            <a:chExt cx="1243250" cy="429458"/>
          </a:xfrm>
        </p:grpSpPr>
        <p:sp>
          <p:nvSpPr>
            <p:cNvPr id="708" name="Google Shape;708;p46"/>
            <p:cNvSpPr/>
            <p:nvPr/>
          </p:nvSpPr>
          <p:spPr>
            <a:xfrm>
              <a:off x="962250" y="3804025"/>
              <a:ext cx="153900" cy="159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6"/>
            <p:cNvSpPr txBox="1"/>
            <p:nvPr/>
          </p:nvSpPr>
          <p:spPr>
            <a:xfrm>
              <a:off x="1028900" y="3862683"/>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Sales Coordinator</a:t>
              </a:r>
              <a:endParaRPr sz="1000">
                <a:solidFill>
                  <a:schemeClr val="dk1"/>
                </a:solidFill>
                <a:latin typeface="Open Sans"/>
                <a:ea typeface="Open Sans"/>
                <a:cs typeface="Open Sans"/>
                <a:sym typeface="Open Sans"/>
              </a:endParaRPr>
            </a:p>
          </p:txBody>
        </p:sp>
      </p:grpSp>
      <p:grpSp>
        <p:nvGrpSpPr>
          <p:cNvPr id="709" name="Google Shape;709;p46"/>
          <p:cNvGrpSpPr/>
          <p:nvPr/>
        </p:nvGrpSpPr>
        <p:grpSpPr>
          <a:xfrm>
            <a:off x="6861200" y="3804025"/>
            <a:ext cx="1254525" cy="429458"/>
            <a:chOff x="6861200" y="3804025"/>
            <a:chExt cx="1254525" cy="429458"/>
          </a:xfrm>
        </p:grpSpPr>
        <p:sp>
          <p:nvSpPr>
            <p:cNvPr id="710" name="Google Shape;710;p46"/>
            <p:cNvSpPr/>
            <p:nvPr/>
          </p:nvSpPr>
          <p:spPr>
            <a:xfrm>
              <a:off x="6861200" y="3804025"/>
              <a:ext cx="153900" cy="159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6"/>
            <p:cNvSpPr txBox="1"/>
            <p:nvPr/>
          </p:nvSpPr>
          <p:spPr>
            <a:xfrm>
              <a:off x="6939125" y="3862683"/>
              <a:ext cx="1176600" cy="37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Designer</a:t>
              </a:r>
              <a:endParaRPr sz="1000" b="1">
                <a:solidFill>
                  <a:schemeClr val="dk1"/>
                </a:solidFill>
                <a:latin typeface="Open Sans"/>
                <a:ea typeface="Open Sans"/>
                <a:cs typeface="Open Sans"/>
                <a:sym typeface="Open Sans"/>
              </a:endParaRPr>
            </a:p>
          </p:txBody>
        </p:sp>
      </p:grpSp>
      <p:pic>
        <p:nvPicPr>
          <p:cNvPr id="711" name="Google Shape;711;p46"/>
          <p:cNvPicPr preferRelativeResize="0"/>
          <p:nvPr/>
        </p:nvPicPr>
        <p:blipFill rotWithShape="1">
          <a:blip r:embed="rId3">
            <a:alphaModFix/>
          </a:blip>
          <a:srcRect t="12319" r="18817"/>
          <a:stretch/>
        </p:blipFill>
        <p:spPr>
          <a:xfrm>
            <a:off x="-327150" y="98825"/>
            <a:ext cx="780624" cy="9460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712" name="Google Shape;712;p46"/>
          <p:cNvPicPr preferRelativeResize="0"/>
          <p:nvPr/>
        </p:nvPicPr>
        <p:blipFill rotWithShape="1">
          <a:blip r:embed="rId4">
            <a:alphaModFix/>
          </a:blip>
          <a:srcRect t="42775"/>
          <a:stretch/>
        </p:blipFill>
        <p:spPr>
          <a:xfrm>
            <a:off x="-822200"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713" name="Google Shape;713;p46"/>
          <p:cNvSpPr/>
          <p:nvPr/>
        </p:nvSpPr>
        <p:spPr>
          <a:xfrm>
            <a:off x="360675" y="75427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6"/>
          <p:cNvSpPr/>
          <p:nvPr/>
        </p:nvSpPr>
        <p:spPr>
          <a:xfrm>
            <a:off x="811625" y="48391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5" name="Google Shape;715;p46"/>
          <p:cNvGrpSpPr/>
          <p:nvPr/>
        </p:nvGrpSpPr>
        <p:grpSpPr>
          <a:xfrm rot="212416" flipH="1">
            <a:off x="52661" y="-226611"/>
            <a:ext cx="770952" cy="673321"/>
            <a:chOff x="4318300" y="2960450"/>
            <a:chExt cx="161050" cy="106625"/>
          </a:xfrm>
        </p:grpSpPr>
        <p:sp>
          <p:nvSpPr>
            <p:cNvPr id="716" name="Google Shape;716;p4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46"/>
          <p:cNvGrpSpPr/>
          <p:nvPr/>
        </p:nvGrpSpPr>
        <p:grpSpPr>
          <a:xfrm rot="-2230191" flipH="1">
            <a:off x="-52110" y="4184376"/>
            <a:ext cx="770944" cy="673321"/>
            <a:chOff x="4318300" y="2960450"/>
            <a:chExt cx="161050" cy="106625"/>
          </a:xfrm>
        </p:grpSpPr>
        <p:sp>
          <p:nvSpPr>
            <p:cNvPr id="719" name="Google Shape;719;p4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21" name="Google Shape;721;p46"/>
          <p:cNvPicPr preferRelativeResize="0"/>
          <p:nvPr/>
        </p:nvPicPr>
        <p:blipFill rotWithShape="1">
          <a:blip r:embed="rId5">
            <a:alphaModFix/>
          </a:blip>
          <a:srcRect l="16122" r="17639"/>
          <a:stretch/>
        </p:blipFill>
        <p:spPr>
          <a:xfrm>
            <a:off x="8478575" y="-1117350"/>
            <a:ext cx="2155725" cy="4339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722" name="Google Shape;722;p46"/>
          <p:cNvGrpSpPr/>
          <p:nvPr/>
        </p:nvGrpSpPr>
        <p:grpSpPr>
          <a:xfrm rot="-2230191" flipH="1">
            <a:off x="8180965" y="2885576"/>
            <a:ext cx="770944" cy="673321"/>
            <a:chOff x="4318300" y="2960450"/>
            <a:chExt cx="161050" cy="106625"/>
          </a:xfrm>
        </p:grpSpPr>
        <p:sp>
          <p:nvSpPr>
            <p:cNvPr id="723" name="Google Shape;723;p46"/>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6"/>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5" name="Google Shape;725;p46"/>
          <p:cNvSpPr/>
          <p:nvPr/>
        </p:nvSpPr>
        <p:spPr>
          <a:xfrm>
            <a:off x="8420338" y="3570475"/>
            <a:ext cx="292200" cy="29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6"/>
          <p:cNvSpPr/>
          <p:nvPr/>
        </p:nvSpPr>
        <p:spPr>
          <a:xfrm>
            <a:off x="6066925" y="217425"/>
            <a:ext cx="3189000" cy="74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pic>
        <p:nvPicPr>
          <p:cNvPr id="731" name="Google Shape;731;p47"/>
          <p:cNvPicPr preferRelativeResize="0"/>
          <p:nvPr/>
        </p:nvPicPr>
        <p:blipFill rotWithShape="1">
          <a:blip r:embed="rId3">
            <a:alphaModFix/>
          </a:blip>
          <a:srcRect l="3883" r="3883"/>
          <a:stretch/>
        </p:blipFill>
        <p:spPr>
          <a:xfrm>
            <a:off x="157196" y="153025"/>
            <a:ext cx="3346235" cy="48374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732" name="Google Shape;732;p47"/>
          <p:cNvPicPr preferRelativeResize="0"/>
          <p:nvPr/>
        </p:nvPicPr>
        <p:blipFill rotWithShape="1">
          <a:blip r:embed="rId4">
            <a:alphaModFix/>
          </a:blip>
          <a:srcRect t="50107" b="30819"/>
          <a:stretch/>
        </p:blipFill>
        <p:spPr>
          <a:xfrm>
            <a:off x="3141600" y="3686150"/>
            <a:ext cx="5129149" cy="13043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733" name="Google Shape;733;p47"/>
          <p:cNvSpPr txBox="1">
            <a:spLocks noGrp="1"/>
          </p:cNvSpPr>
          <p:nvPr>
            <p:ph type="title"/>
          </p:nvPr>
        </p:nvSpPr>
        <p:spPr>
          <a:xfrm>
            <a:off x="5122775" y="1311425"/>
            <a:ext cx="3315300" cy="110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LIFE’S MOMENTS</a:t>
            </a:r>
            <a:endParaRPr/>
          </a:p>
        </p:txBody>
      </p:sp>
      <p:sp>
        <p:nvSpPr>
          <p:cNvPr id="734" name="Google Shape;734;p47"/>
          <p:cNvSpPr txBox="1">
            <a:spLocks noGrp="1"/>
          </p:cNvSpPr>
          <p:nvPr>
            <p:ph type="subTitle" idx="1"/>
          </p:nvPr>
        </p:nvSpPr>
        <p:spPr>
          <a:xfrm>
            <a:off x="5122775" y="2335550"/>
            <a:ext cx="3315300" cy="92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Don't let life's special moments slip away - capture and preserve them through photographs. In this newsletter we want to show you these special moments!</a:t>
            </a:r>
            <a:endParaRPr/>
          </a:p>
        </p:txBody>
      </p:sp>
      <p:pic>
        <p:nvPicPr>
          <p:cNvPr id="735" name="Google Shape;735;p47"/>
          <p:cNvPicPr preferRelativeResize="0"/>
          <p:nvPr/>
        </p:nvPicPr>
        <p:blipFill rotWithShape="1">
          <a:blip r:embed="rId5">
            <a:alphaModFix/>
          </a:blip>
          <a:srcRect t="3878" b="7968"/>
          <a:stretch/>
        </p:blipFill>
        <p:spPr>
          <a:xfrm>
            <a:off x="2702525" y="957862"/>
            <a:ext cx="2149699" cy="25265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736" name="Google Shape;736;p47"/>
          <p:cNvGrpSpPr/>
          <p:nvPr/>
        </p:nvGrpSpPr>
        <p:grpSpPr>
          <a:xfrm rot="2125966">
            <a:off x="3627214" y="586863"/>
            <a:ext cx="770960" cy="673325"/>
            <a:chOff x="4318300" y="2960450"/>
            <a:chExt cx="161050" cy="106625"/>
          </a:xfrm>
        </p:grpSpPr>
        <p:sp>
          <p:nvSpPr>
            <p:cNvPr id="737" name="Google Shape;737;p47"/>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7"/>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 name="Google Shape;739;p47"/>
          <p:cNvGrpSpPr/>
          <p:nvPr/>
        </p:nvGrpSpPr>
        <p:grpSpPr>
          <a:xfrm rot="2125966">
            <a:off x="7450714" y="3315988"/>
            <a:ext cx="770960" cy="673325"/>
            <a:chOff x="4318300" y="2960450"/>
            <a:chExt cx="161050" cy="106625"/>
          </a:xfrm>
        </p:grpSpPr>
        <p:sp>
          <p:nvSpPr>
            <p:cNvPr id="740" name="Google Shape;740;p47"/>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7"/>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2" name="Google Shape;742;p47"/>
          <p:cNvSpPr/>
          <p:nvPr/>
        </p:nvSpPr>
        <p:spPr>
          <a:xfrm>
            <a:off x="4387225" y="1072775"/>
            <a:ext cx="2971500" cy="5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7"/>
          <p:cNvSpPr/>
          <p:nvPr/>
        </p:nvSpPr>
        <p:spPr>
          <a:xfrm>
            <a:off x="2476703" y="3262550"/>
            <a:ext cx="423600" cy="4236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48"/>
          <p:cNvSpPr txBox="1">
            <a:spLocks noGrp="1"/>
          </p:cNvSpPr>
          <p:nvPr>
            <p:ph type="subTitle" idx="1"/>
          </p:nvPr>
        </p:nvSpPr>
        <p:spPr>
          <a:xfrm>
            <a:off x="3131033" y="1619225"/>
            <a:ext cx="4377600" cy="52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—LAURA PATTERSON</a:t>
            </a:r>
            <a:endParaRPr/>
          </a:p>
        </p:txBody>
      </p:sp>
      <p:sp>
        <p:nvSpPr>
          <p:cNvPr id="749" name="Google Shape;749;p48"/>
          <p:cNvSpPr txBox="1">
            <a:spLocks noGrp="1"/>
          </p:cNvSpPr>
          <p:nvPr>
            <p:ph type="subTitle" idx="2"/>
          </p:nvPr>
        </p:nvSpPr>
        <p:spPr>
          <a:xfrm>
            <a:off x="3131033" y="2838925"/>
            <a:ext cx="4377600" cy="52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—JOHN NELSON</a:t>
            </a:r>
            <a:endParaRPr/>
          </a:p>
        </p:txBody>
      </p:sp>
      <p:sp>
        <p:nvSpPr>
          <p:cNvPr id="750" name="Google Shape;750;p48"/>
          <p:cNvSpPr txBox="1">
            <a:spLocks noGrp="1"/>
          </p:cNvSpPr>
          <p:nvPr>
            <p:ph type="subTitle" idx="3"/>
          </p:nvPr>
        </p:nvSpPr>
        <p:spPr>
          <a:xfrm>
            <a:off x="3131033" y="4058625"/>
            <a:ext cx="4377600" cy="52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—PETER JAMES</a:t>
            </a:r>
            <a:endParaRPr/>
          </a:p>
        </p:txBody>
      </p:sp>
      <p:sp>
        <p:nvSpPr>
          <p:cNvPr id="751" name="Google Shape;751;p48"/>
          <p:cNvSpPr txBox="1">
            <a:spLocks noGrp="1"/>
          </p:cNvSpPr>
          <p:nvPr>
            <p:ph type="subTitle" idx="4"/>
          </p:nvPr>
        </p:nvSpPr>
        <p:spPr>
          <a:xfrm>
            <a:off x="3131033" y="1250275"/>
            <a:ext cx="4377600" cy="4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 was blown away by the exceptional customer service I received from this company”</a:t>
            </a:r>
            <a:endParaRPr/>
          </a:p>
        </p:txBody>
      </p:sp>
      <p:sp>
        <p:nvSpPr>
          <p:cNvPr id="752" name="Google Shape;752;p48"/>
          <p:cNvSpPr txBox="1">
            <a:spLocks noGrp="1"/>
          </p:cNvSpPr>
          <p:nvPr>
            <p:ph type="subTitle" idx="5"/>
          </p:nvPr>
        </p:nvSpPr>
        <p:spPr>
          <a:xfrm>
            <a:off x="3131033" y="2469980"/>
            <a:ext cx="4377600" cy="4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quality of the products I received from this company exceeded my expectations by a lot”</a:t>
            </a:r>
            <a:endParaRPr/>
          </a:p>
        </p:txBody>
      </p:sp>
      <p:sp>
        <p:nvSpPr>
          <p:cNvPr id="753" name="Google Shape;753;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TESTIMONIALS</a:t>
            </a:r>
            <a:endParaRPr/>
          </a:p>
        </p:txBody>
      </p:sp>
      <p:sp>
        <p:nvSpPr>
          <p:cNvPr id="754" name="Google Shape;754;p48"/>
          <p:cNvSpPr txBox="1">
            <a:spLocks noGrp="1"/>
          </p:cNvSpPr>
          <p:nvPr>
            <p:ph type="subTitle" idx="6"/>
          </p:nvPr>
        </p:nvSpPr>
        <p:spPr>
          <a:xfrm>
            <a:off x="3131033" y="3689685"/>
            <a:ext cx="4377600" cy="4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200"/>
              <a:t>"I love how easy it is to navigate this company's website and place an order</a:t>
            </a:r>
            <a:r>
              <a:rPr lang="en"/>
              <a:t>. Everything is simple and easy</a:t>
            </a:r>
            <a:r>
              <a:rPr lang="en" sz="1200"/>
              <a:t>”</a:t>
            </a:r>
            <a:endParaRPr sz="1200"/>
          </a:p>
        </p:txBody>
      </p:sp>
      <p:pic>
        <p:nvPicPr>
          <p:cNvPr id="755" name="Google Shape;755;p48"/>
          <p:cNvPicPr preferRelativeResize="0"/>
          <p:nvPr/>
        </p:nvPicPr>
        <p:blipFill rotWithShape="1">
          <a:blip r:embed="rId3">
            <a:alphaModFix/>
          </a:blip>
          <a:srcRect l="44957" t="5442" r="22157" b="45216"/>
          <a:stretch/>
        </p:blipFill>
        <p:spPr>
          <a:xfrm>
            <a:off x="1785708" y="2334173"/>
            <a:ext cx="1077600" cy="1077600"/>
          </a:xfrm>
          <a:prstGeom prst="ellipse">
            <a:avLst/>
          </a:prstGeom>
          <a:noFill/>
          <a:ln w="28575"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756" name="Google Shape;756;p48"/>
          <p:cNvPicPr preferRelativeResize="0"/>
          <p:nvPr/>
        </p:nvPicPr>
        <p:blipFill rotWithShape="1">
          <a:blip r:embed="rId4">
            <a:alphaModFix/>
          </a:blip>
          <a:srcRect l="25116" r="25116" b="25328"/>
          <a:stretch/>
        </p:blipFill>
        <p:spPr>
          <a:xfrm>
            <a:off x="1785708" y="3530796"/>
            <a:ext cx="1077652" cy="1077705"/>
          </a:xfrm>
          <a:prstGeom prst="rect">
            <a:avLst/>
          </a:prstGeom>
          <a:noFill/>
          <a:ln w="28575"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757" name="Google Shape;757;p48"/>
          <p:cNvPicPr preferRelativeResize="0"/>
          <p:nvPr/>
        </p:nvPicPr>
        <p:blipFill rotWithShape="1">
          <a:blip r:embed="rId5">
            <a:alphaModFix/>
          </a:blip>
          <a:srcRect l="30325" r="30325" b="40961"/>
          <a:stretch/>
        </p:blipFill>
        <p:spPr>
          <a:xfrm>
            <a:off x="1785708" y="1137550"/>
            <a:ext cx="1077652" cy="1077705"/>
          </a:xfrm>
          <a:prstGeom prst="rect">
            <a:avLst/>
          </a:prstGeom>
          <a:noFill/>
          <a:ln w="28575"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758" name="Google Shape;758;p48"/>
          <p:cNvGrpSpPr/>
          <p:nvPr/>
        </p:nvGrpSpPr>
        <p:grpSpPr>
          <a:xfrm rot="2126020">
            <a:off x="1856913" y="932650"/>
            <a:ext cx="443487" cy="387324"/>
            <a:chOff x="4318300" y="2960450"/>
            <a:chExt cx="161050" cy="106625"/>
          </a:xfrm>
        </p:grpSpPr>
        <p:sp>
          <p:nvSpPr>
            <p:cNvPr id="759" name="Google Shape;759;p4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48"/>
          <p:cNvGrpSpPr/>
          <p:nvPr/>
        </p:nvGrpSpPr>
        <p:grpSpPr>
          <a:xfrm rot="4662666">
            <a:off x="2548493" y="2348332"/>
            <a:ext cx="443483" cy="387320"/>
            <a:chOff x="4318300" y="2960450"/>
            <a:chExt cx="161050" cy="106625"/>
          </a:xfrm>
        </p:grpSpPr>
        <p:sp>
          <p:nvSpPr>
            <p:cNvPr id="762" name="Google Shape;762;p4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48"/>
          <p:cNvGrpSpPr/>
          <p:nvPr/>
        </p:nvGrpSpPr>
        <p:grpSpPr>
          <a:xfrm rot="4662666">
            <a:off x="1650043" y="2996832"/>
            <a:ext cx="443483" cy="387320"/>
            <a:chOff x="4318300" y="2960450"/>
            <a:chExt cx="161050" cy="106625"/>
          </a:xfrm>
        </p:grpSpPr>
        <p:sp>
          <p:nvSpPr>
            <p:cNvPr id="765" name="Google Shape;765;p4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48"/>
          <p:cNvGrpSpPr/>
          <p:nvPr/>
        </p:nvGrpSpPr>
        <p:grpSpPr>
          <a:xfrm rot="6819471">
            <a:off x="2642910" y="3876083"/>
            <a:ext cx="443488" cy="387322"/>
            <a:chOff x="4318300" y="2960450"/>
            <a:chExt cx="161050" cy="106625"/>
          </a:xfrm>
        </p:grpSpPr>
        <p:sp>
          <p:nvSpPr>
            <p:cNvPr id="768" name="Google Shape;768;p4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0" name="Google Shape;770;p48"/>
          <p:cNvPicPr preferRelativeResize="0"/>
          <p:nvPr/>
        </p:nvPicPr>
        <p:blipFill rotWithShape="1">
          <a:blip r:embed="rId6">
            <a:alphaModFix/>
          </a:blip>
          <a:srcRect l="23224"/>
          <a:stretch/>
        </p:blipFill>
        <p:spPr>
          <a:xfrm>
            <a:off x="8559375" y="1177125"/>
            <a:ext cx="2453974"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771" name="Google Shape;771;p48"/>
          <p:cNvPicPr preferRelativeResize="0"/>
          <p:nvPr/>
        </p:nvPicPr>
        <p:blipFill rotWithShape="1">
          <a:blip r:embed="rId6">
            <a:alphaModFix/>
          </a:blip>
          <a:srcRect l="23222" r="12361"/>
          <a:stretch/>
        </p:blipFill>
        <p:spPr>
          <a:xfrm>
            <a:off x="-1343750" y="-818025"/>
            <a:ext cx="2058900" cy="426192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772" name="Google Shape;772;p48"/>
          <p:cNvPicPr preferRelativeResize="0"/>
          <p:nvPr/>
        </p:nvPicPr>
        <p:blipFill rotWithShape="1">
          <a:blip r:embed="rId7">
            <a:alphaModFix/>
          </a:blip>
          <a:srcRect t="14317"/>
          <a:stretch/>
        </p:blipFill>
        <p:spPr>
          <a:xfrm>
            <a:off x="8424000" y="134600"/>
            <a:ext cx="1123449" cy="134627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773" name="Google Shape;773;p48"/>
          <p:cNvPicPr preferRelativeResize="0"/>
          <p:nvPr/>
        </p:nvPicPr>
        <p:blipFill rotWithShape="1">
          <a:blip r:embed="rId8">
            <a:alphaModFix/>
          </a:blip>
          <a:srcRect l="10551" r="21679"/>
          <a:stretch/>
        </p:blipFill>
        <p:spPr>
          <a:xfrm>
            <a:off x="-536425" y="3028775"/>
            <a:ext cx="1123449" cy="17565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774" name="Google Shape;774;p48"/>
          <p:cNvGrpSpPr/>
          <p:nvPr/>
        </p:nvGrpSpPr>
        <p:grpSpPr>
          <a:xfrm rot="212416" flipH="1">
            <a:off x="114761" y="2699214"/>
            <a:ext cx="770952" cy="673321"/>
            <a:chOff x="4318300" y="2960450"/>
            <a:chExt cx="161050" cy="106625"/>
          </a:xfrm>
        </p:grpSpPr>
        <p:sp>
          <p:nvSpPr>
            <p:cNvPr id="775" name="Google Shape;775;p4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48"/>
          <p:cNvGrpSpPr/>
          <p:nvPr/>
        </p:nvGrpSpPr>
        <p:grpSpPr>
          <a:xfrm rot="212416" flipH="1">
            <a:off x="8205936" y="1040889"/>
            <a:ext cx="770952" cy="673321"/>
            <a:chOff x="4318300" y="2960450"/>
            <a:chExt cx="161050" cy="106625"/>
          </a:xfrm>
        </p:grpSpPr>
        <p:sp>
          <p:nvSpPr>
            <p:cNvPr id="778" name="Google Shape;778;p48"/>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8"/>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0" name="Google Shape;780;p48"/>
          <p:cNvSpPr/>
          <p:nvPr/>
        </p:nvSpPr>
        <p:spPr>
          <a:xfrm>
            <a:off x="297025" y="4471200"/>
            <a:ext cx="672300" cy="672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8"/>
          <p:cNvSpPr/>
          <p:nvPr/>
        </p:nvSpPr>
        <p:spPr>
          <a:xfrm>
            <a:off x="8150500" y="52000"/>
            <a:ext cx="483000" cy="483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49"/>
          <p:cNvSpPr/>
          <p:nvPr/>
        </p:nvSpPr>
        <p:spPr>
          <a:xfrm>
            <a:off x="3908750" y="3311075"/>
            <a:ext cx="2139300" cy="7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9"/>
          <p:cNvSpPr/>
          <p:nvPr/>
        </p:nvSpPr>
        <p:spPr>
          <a:xfrm>
            <a:off x="3908750" y="4162250"/>
            <a:ext cx="2139300" cy="79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9"/>
          <p:cNvSpPr/>
          <p:nvPr/>
        </p:nvSpPr>
        <p:spPr>
          <a:xfrm>
            <a:off x="4426400" y="1751225"/>
            <a:ext cx="199500" cy="447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9"/>
          <p:cNvSpPr/>
          <p:nvPr/>
        </p:nvSpPr>
        <p:spPr>
          <a:xfrm>
            <a:off x="5429465" y="1963000"/>
            <a:ext cx="644400" cy="7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9"/>
          <p:cNvSpPr/>
          <p:nvPr/>
        </p:nvSpPr>
        <p:spPr>
          <a:xfrm>
            <a:off x="7399325" y="1670725"/>
            <a:ext cx="342000" cy="342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CASE STUDIES</a:t>
            </a:r>
            <a:endParaRPr/>
          </a:p>
        </p:txBody>
      </p:sp>
      <p:sp>
        <p:nvSpPr>
          <p:cNvPr id="792" name="Google Shape;792;p49"/>
          <p:cNvSpPr txBox="1">
            <a:spLocks noGrp="1"/>
          </p:cNvSpPr>
          <p:nvPr>
            <p:ph type="subTitle" idx="4294967295"/>
          </p:nvPr>
        </p:nvSpPr>
        <p:spPr>
          <a:xfrm>
            <a:off x="949100" y="1178875"/>
            <a:ext cx="3477300" cy="44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a:latin typeface="MuseoModerno Medium"/>
                <a:ea typeface="MuseoModerno Medium"/>
                <a:cs typeface="MuseoModerno Medium"/>
                <a:sym typeface="MuseoModerno Medium"/>
              </a:rPr>
              <a:t>CAMPAIGN OBJECTIVES</a:t>
            </a:r>
            <a:endParaRPr sz="1800">
              <a:latin typeface="MuseoModerno Medium"/>
              <a:ea typeface="MuseoModerno Medium"/>
              <a:cs typeface="MuseoModerno Medium"/>
              <a:sym typeface="MuseoModerno Medium"/>
            </a:endParaRPr>
          </a:p>
        </p:txBody>
      </p:sp>
      <p:sp>
        <p:nvSpPr>
          <p:cNvPr id="793" name="Google Shape;793;p49"/>
          <p:cNvSpPr txBox="1">
            <a:spLocks noGrp="1"/>
          </p:cNvSpPr>
          <p:nvPr>
            <p:ph type="subTitle" idx="4294967295"/>
          </p:nvPr>
        </p:nvSpPr>
        <p:spPr>
          <a:xfrm>
            <a:off x="949100" y="1620773"/>
            <a:ext cx="34773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Increase brand awareness and drive sales for a new line of eco-friendly products</a:t>
            </a:r>
            <a:endParaRPr/>
          </a:p>
        </p:txBody>
      </p:sp>
      <p:sp>
        <p:nvSpPr>
          <p:cNvPr id="794" name="Google Shape;794;p49"/>
          <p:cNvSpPr txBox="1">
            <a:spLocks noGrp="1"/>
          </p:cNvSpPr>
          <p:nvPr>
            <p:ph type="subTitle" idx="4294967295"/>
          </p:nvPr>
        </p:nvSpPr>
        <p:spPr>
          <a:xfrm>
            <a:off x="949100" y="2321675"/>
            <a:ext cx="2709300" cy="48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a:latin typeface="MuseoModerno Medium"/>
                <a:ea typeface="MuseoModerno Medium"/>
                <a:cs typeface="MuseoModerno Medium"/>
                <a:sym typeface="MuseoModerno Medium"/>
              </a:rPr>
              <a:t>APPROACH</a:t>
            </a:r>
            <a:endParaRPr sz="1800">
              <a:latin typeface="MuseoModerno Medium"/>
              <a:ea typeface="MuseoModerno Medium"/>
              <a:cs typeface="MuseoModerno Medium"/>
              <a:sym typeface="MuseoModerno Medium"/>
            </a:endParaRPr>
          </a:p>
        </p:txBody>
      </p:sp>
      <p:sp>
        <p:nvSpPr>
          <p:cNvPr id="795" name="Google Shape;795;p49"/>
          <p:cNvSpPr txBox="1">
            <a:spLocks noGrp="1"/>
          </p:cNvSpPr>
          <p:nvPr>
            <p:ph type="subTitle" idx="4294967295"/>
          </p:nvPr>
        </p:nvSpPr>
        <p:spPr>
          <a:xfrm>
            <a:off x="949100" y="2722675"/>
            <a:ext cx="2709300" cy="1885500"/>
          </a:xfrm>
          <a:prstGeom prst="rect">
            <a:avLst/>
          </a:prstGeom>
        </p:spPr>
        <p:txBody>
          <a:bodyPr spcFirstLastPara="1" wrap="square" lIns="91425" tIns="91425" rIns="91425" bIns="91425" anchor="t" anchorCtr="0">
            <a:noAutofit/>
          </a:bodyPr>
          <a:lstStyle/>
          <a:p>
            <a:pPr marL="342900" lvl="0" indent="-304800" algn="l" rtl="0">
              <a:spcBef>
                <a:spcPts val="0"/>
              </a:spcBef>
              <a:spcAft>
                <a:spcPts val="0"/>
              </a:spcAft>
              <a:buSzPts val="1200"/>
              <a:buChar char="●"/>
            </a:pPr>
            <a:r>
              <a:rPr lang="en"/>
              <a:t>A social media campaign that focused on showcasing the sustainability and quality of our products</a:t>
            </a:r>
            <a:endParaRPr/>
          </a:p>
          <a:p>
            <a:pPr marL="342900" lvl="0" indent="-304800" algn="l" rtl="0">
              <a:spcBef>
                <a:spcPts val="0"/>
              </a:spcBef>
              <a:spcAft>
                <a:spcPts val="0"/>
              </a:spcAft>
              <a:buSzPts val="1200"/>
              <a:buChar char="●"/>
            </a:pPr>
            <a:r>
              <a:rPr lang="en"/>
              <a:t>Collaboration with influencers</a:t>
            </a:r>
            <a:endParaRPr/>
          </a:p>
          <a:p>
            <a:pPr marL="342900" lvl="0" indent="-304800" algn="l" rtl="0">
              <a:spcBef>
                <a:spcPts val="0"/>
              </a:spcBef>
              <a:spcAft>
                <a:spcPts val="0"/>
              </a:spcAft>
              <a:buSzPts val="1200"/>
              <a:buChar char="●"/>
            </a:pPr>
            <a:r>
              <a:rPr lang="en"/>
              <a:t>Encourage their followers to make more environmentally conscious choices</a:t>
            </a:r>
            <a:endParaRPr/>
          </a:p>
        </p:txBody>
      </p:sp>
      <p:sp>
        <p:nvSpPr>
          <p:cNvPr id="796" name="Google Shape;796;p49"/>
          <p:cNvSpPr txBox="1">
            <a:spLocks noGrp="1"/>
          </p:cNvSpPr>
          <p:nvPr>
            <p:ph type="subTitle" idx="4294967295"/>
          </p:nvPr>
        </p:nvSpPr>
        <p:spPr>
          <a:xfrm>
            <a:off x="4387791" y="1178875"/>
            <a:ext cx="2516400" cy="44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a:latin typeface="MuseoModerno Medium"/>
                <a:ea typeface="MuseoModerno Medium"/>
                <a:cs typeface="MuseoModerno Medium"/>
                <a:sym typeface="MuseoModerno Medium"/>
              </a:rPr>
              <a:t>RESULTS</a:t>
            </a:r>
            <a:endParaRPr sz="1800">
              <a:latin typeface="MuseoModerno Medium"/>
              <a:ea typeface="MuseoModerno Medium"/>
              <a:cs typeface="MuseoModerno Medium"/>
              <a:sym typeface="MuseoModerno Medium"/>
            </a:endParaRPr>
          </a:p>
        </p:txBody>
      </p:sp>
      <p:sp>
        <p:nvSpPr>
          <p:cNvPr id="797" name="Google Shape;797;p49"/>
          <p:cNvSpPr txBox="1">
            <a:spLocks noGrp="1"/>
          </p:cNvSpPr>
          <p:nvPr>
            <p:ph type="subTitle" idx="4294967295"/>
          </p:nvPr>
        </p:nvSpPr>
        <p:spPr>
          <a:xfrm>
            <a:off x="4387810" y="2198836"/>
            <a:ext cx="12870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Increase in website traffic</a:t>
            </a:r>
            <a:endParaRPr/>
          </a:p>
        </p:txBody>
      </p:sp>
      <p:sp>
        <p:nvSpPr>
          <p:cNvPr id="798" name="Google Shape;798;p49"/>
          <p:cNvSpPr txBox="1">
            <a:spLocks noGrp="1"/>
          </p:cNvSpPr>
          <p:nvPr>
            <p:ph type="subTitle" idx="4294967295"/>
          </p:nvPr>
        </p:nvSpPr>
        <p:spPr>
          <a:xfrm>
            <a:off x="5674914" y="2198836"/>
            <a:ext cx="12870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Increase</a:t>
            </a:r>
            <a:endParaRPr/>
          </a:p>
          <a:p>
            <a:pPr marL="0" lvl="0" indent="0" algn="l" rtl="0">
              <a:spcBef>
                <a:spcPts val="0"/>
              </a:spcBef>
              <a:spcAft>
                <a:spcPts val="0"/>
              </a:spcAft>
              <a:buNone/>
            </a:pPr>
            <a:r>
              <a:rPr lang="en"/>
              <a:t>in sales</a:t>
            </a:r>
            <a:endParaRPr/>
          </a:p>
        </p:txBody>
      </p:sp>
      <p:sp>
        <p:nvSpPr>
          <p:cNvPr id="799" name="Google Shape;799;p49"/>
          <p:cNvSpPr txBox="1">
            <a:spLocks noGrp="1"/>
          </p:cNvSpPr>
          <p:nvPr>
            <p:ph type="subTitle" idx="4294967295"/>
          </p:nvPr>
        </p:nvSpPr>
        <p:spPr>
          <a:xfrm>
            <a:off x="6962019" y="2198836"/>
            <a:ext cx="1287000" cy="44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Increase</a:t>
            </a:r>
            <a:endParaRPr/>
          </a:p>
          <a:p>
            <a:pPr marL="0" lvl="0" indent="0" algn="l" rtl="0">
              <a:spcBef>
                <a:spcPts val="0"/>
              </a:spcBef>
              <a:spcAft>
                <a:spcPts val="0"/>
              </a:spcAft>
              <a:buNone/>
            </a:pPr>
            <a:r>
              <a:rPr lang="en"/>
              <a:t>in clicks</a:t>
            </a:r>
            <a:endParaRPr/>
          </a:p>
        </p:txBody>
      </p:sp>
      <p:sp>
        <p:nvSpPr>
          <p:cNvPr id="800" name="Google Shape;800;p49"/>
          <p:cNvSpPr/>
          <p:nvPr/>
        </p:nvSpPr>
        <p:spPr>
          <a:xfrm>
            <a:off x="4387800" y="1912299"/>
            <a:ext cx="907800" cy="1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latin typeface="MuseoModerno Medium"/>
                <a:ea typeface="MuseoModerno Medium"/>
                <a:cs typeface="MuseoModerno Medium"/>
                <a:sym typeface="MuseoModerno Medium"/>
              </a:rPr>
              <a:t>23%</a:t>
            </a:r>
            <a:endParaRPr sz="2000">
              <a:latin typeface="MuseoModerno Medium"/>
              <a:ea typeface="MuseoModerno Medium"/>
              <a:cs typeface="MuseoModerno Medium"/>
              <a:sym typeface="MuseoModerno Medium"/>
            </a:endParaRPr>
          </a:p>
        </p:txBody>
      </p:sp>
      <p:sp>
        <p:nvSpPr>
          <p:cNvPr id="801" name="Google Shape;801;p49"/>
          <p:cNvSpPr/>
          <p:nvPr/>
        </p:nvSpPr>
        <p:spPr>
          <a:xfrm>
            <a:off x="5674912" y="1912312"/>
            <a:ext cx="907800" cy="1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latin typeface="MuseoModerno Medium"/>
                <a:ea typeface="MuseoModerno Medium"/>
                <a:cs typeface="MuseoModerno Medium"/>
                <a:sym typeface="MuseoModerno Medium"/>
              </a:rPr>
              <a:t>80%</a:t>
            </a:r>
            <a:endParaRPr sz="2000">
              <a:latin typeface="MuseoModerno Medium"/>
              <a:ea typeface="MuseoModerno Medium"/>
              <a:cs typeface="MuseoModerno Medium"/>
              <a:sym typeface="MuseoModerno Medium"/>
            </a:endParaRPr>
          </a:p>
        </p:txBody>
      </p:sp>
      <p:sp>
        <p:nvSpPr>
          <p:cNvPr id="802" name="Google Shape;802;p49"/>
          <p:cNvSpPr/>
          <p:nvPr/>
        </p:nvSpPr>
        <p:spPr>
          <a:xfrm>
            <a:off x="6962025" y="1912312"/>
            <a:ext cx="907800" cy="181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latin typeface="MuseoModerno Medium"/>
                <a:ea typeface="MuseoModerno Medium"/>
                <a:cs typeface="MuseoModerno Medium"/>
                <a:sym typeface="MuseoModerno Medium"/>
              </a:rPr>
              <a:t>+10%</a:t>
            </a:r>
            <a:endParaRPr sz="2000">
              <a:latin typeface="MuseoModerno Medium"/>
              <a:ea typeface="MuseoModerno Medium"/>
              <a:cs typeface="MuseoModerno Medium"/>
              <a:sym typeface="MuseoModerno Medium"/>
            </a:endParaRPr>
          </a:p>
        </p:txBody>
      </p:sp>
      <p:sp>
        <p:nvSpPr>
          <p:cNvPr id="803" name="Google Shape;803;p49"/>
          <p:cNvSpPr txBox="1">
            <a:spLocks noGrp="1"/>
          </p:cNvSpPr>
          <p:nvPr>
            <p:ph type="subTitle" idx="4294967295"/>
          </p:nvPr>
        </p:nvSpPr>
        <p:spPr>
          <a:xfrm>
            <a:off x="4387797" y="3044432"/>
            <a:ext cx="1780200" cy="44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latin typeface="MuseoModerno Medium"/>
                <a:ea typeface="MuseoModerno Medium"/>
                <a:cs typeface="MuseoModerno Medium"/>
                <a:sym typeface="MuseoModerno Medium"/>
              </a:rPr>
              <a:t>KEY TAKEAWAY 1</a:t>
            </a:r>
            <a:endParaRPr sz="1400">
              <a:latin typeface="MuseoModerno Medium"/>
              <a:ea typeface="MuseoModerno Medium"/>
              <a:cs typeface="MuseoModerno Medium"/>
              <a:sym typeface="MuseoModerno Medium"/>
            </a:endParaRPr>
          </a:p>
        </p:txBody>
      </p:sp>
      <p:sp>
        <p:nvSpPr>
          <p:cNvPr id="804" name="Google Shape;804;p49"/>
          <p:cNvSpPr txBox="1">
            <a:spLocks noGrp="1"/>
          </p:cNvSpPr>
          <p:nvPr>
            <p:ph type="subTitle" idx="4294967295"/>
          </p:nvPr>
        </p:nvSpPr>
        <p:spPr>
          <a:xfrm>
            <a:off x="4387797" y="3891707"/>
            <a:ext cx="1780200" cy="441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400">
                <a:latin typeface="MuseoModerno Medium"/>
                <a:ea typeface="MuseoModerno Medium"/>
                <a:cs typeface="MuseoModerno Medium"/>
                <a:sym typeface="MuseoModerno Medium"/>
              </a:rPr>
              <a:t>KEY TAKEAWAY 2</a:t>
            </a:r>
            <a:endParaRPr sz="1400">
              <a:latin typeface="MuseoModerno Medium"/>
              <a:ea typeface="MuseoModerno Medium"/>
              <a:cs typeface="MuseoModerno Medium"/>
              <a:sym typeface="MuseoModerno Medium"/>
            </a:endParaRPr>
          </a:p>
        </p:txBody>
      </p:sp>
      <p:sp>
        <p:nvSpPr>
          <p:cNvPr id="805" name="Google Shape;805;p49"/>
          <p:cNvSpPr txBox="1">
            <a:spLocks noGrp="1"/>
          </p:cNvSpPr>
          <p:nvPr>
            <p:ph type="subTitle" idx="4294967295"/>
          </p:nvPr>
        </p:nvSpPr>
        <p:spPr>
          <a:xfrm>
            <a:off x="6168000" y="3072325"/>
            <a:ext cx="2179800" cy="68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Partnering with influencers who align with the same brand values</a:t>
            </a:r>
            <a:endParaRPr/>
          </a:p>
        </p:txBody>
      </p:sp>
      <p:sp>
        <p:nvSpPr>
          <p:cNvPr id="806" name="Google Shape;806;p49"/>
          <p:cNvSpPr txBox="1">
            <a:spLocks noGrp="1"/>
          </p:cNvSpPr>
          <p:nvPr>
            <p:ph type="subTitle" idx="4294967295"/>
          </p:nvPr>
        </p:nvSpPr>
        <p:spPr>
          <a:xfrm>
            <a:off x="6168000" y="3919600"/>
            <a:ext cx="2179800" cy="68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Highlighting the unique qualities of your product, such as sustainability</a:t>
            </a:r>
            <a:endParaRPr/>
          </a:p>
        </p:txBody>
      </p:sp>
      <p:pic>
        <p:nvPicPr>
          <p:cNvPr id="807" name="Google Shape;807;p49"/>
          <p:cNvPicPr preferRelativeResize="0"/>
          <p:nvPr/>
        </p:nvPicPr>
        <p:blipFill rotWithShape="1">
          <a:blip r:embed="rId3">
            <a:alphaModFix/>
          </a:blip>
          <a:srcRect t="12319" r="18817"/>
          <a:stretch/>
        </p:blipFill>
        <p:spPr>
          <a:xfrm>
            <a:off x="-327150" y="98825"/>
            <a:ext cx="780624" cy="94600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808" name="Google Shape;808;p49"/>
          <p:cNvPicPr preferRelativeResize="0"/>
          <p:nvPr/>
        </p:nvPicPr>
        <p:blipFill rotWithShape="1">
          <a:blip r:embed="rId4">
            <a:alphaModFix/>
          </a:blip>
          <a:srcRect t="42775"/>
          <a:stretch/>
        </p:blipFill>
        <p:spPr>
          <a:xfrm>
            <a:off x="-389275" y="4540150"/>
            <a:ext cx="2129724" cy="81177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sp>
        <p:nvSpPr>
          <p:cNvPr id="809" name="Google Shape;809;p49"/>
          <p:cNvSpPr/>
          <p:nvPr/>
        </p:nvSpPr>
        <p:spPr>
          <a:xfrm>
            <a:off x="524788" y="3960650"/>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9"/>
          <p:cNvSpPr/>
          <p:nvPr/>
        </p:nvSpPr>
        <p:spPr>
          <a:xfrm>
            <a:off x="811625" y="4839125"/>
            <a:ext cx="3189000" cy="74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1" name="Google Shape;811;p49"/>
          <p:cNvGrpSpPr/>
          <p:nvPr/>
        </p:nvGrpSpPr>
        <p:grpSpPr>
          <a:xfrm rot="212416" flipH="1">
            <a:off x="52661" y="-226611"/>
            <a:ext cx="770952" cy="673321"/>
            <a:chOff x="4318300" y="2960450"/>
            <a:chExt cx="161050" cy="106625"/>
          </a:xfrm>
        </p:grpSpPr>
        <p:sp>
          <p:nvSpPr>
            <p:cNvPr id="812" name="Google Shape;812;p49"/>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9"/>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 name="Google Shape;814;p49"/>
          <p:cNvGrpSpPr/>
          <p:nvPr/>
        </p:nvGrpSpPr>
        <p:grpSpPr>
          <a:xfrm rot="-2230191" flipH="1">
            <a:off x="380815" y="4184376"/>
            <a:ext cx="770944" cy="673321"/>
            <a:chOff x="4318300" y="2960450"/>
            <a:chExt cx="161050" cy="106625"/>
          </a:xfrm>
        </p:grpSpPr>
        <p:sp>
          <p:nvSpPr>
            <p:cNvPr id="815" name="Google Shape;815;p49"/>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9"/>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17" name="Google Shape;817;p49"/>
          <p:cNvPicPr preferRelativeResize="0"/>
          <p:nvPr/>
        </p:nvPicPr>
        <p:blipFill>
          <a:blip r:embed="rId5">
            <a:alphaModFix/>
          </a:blip>
          <a:stretch>
            <a:fillRect/>
          </a:stretch>
        </p:blipFill>
        <p:spPr>
          <a:xfrm>
            <a:off x="8611550" y="357271"/>
            <a:ext cx="1021126" cy="1521254"/>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818" name="Google Shape;818;p49"/>
          <p:cNvGrpSpPr/>
          <p:nvPr/>
        </p:nvGrpSpPr>
        <p:grpSpPr>
          <a:xfrm rot="-2230191" flipH="1">
            <a:off x="8457465" y="-36649"/>
            <a:ext cx="770944" cy="673321"/>
            <a:chOff x="4318300" y="2960450"/>
            <a:chExt cx="161050" cy="106625"/>
          </a:xfrm>
        </p:grpSpPr>
        <p:sp>
          <p:nvSpPr>
            <p:cNvPr id="819" name="Google Shape;819;p49"/>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1" name="Google Shape;821;p49"/>
          <p:cNvSpPr/>
          <p:nvPr/>
        </p:nvSpPr>
        <p:spPr>
          <a:xfrm>
            <a:off x="8472775" y="3855750"/>
            <a:ext cx="292200" cy="292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50"/>
          <p:cNvSpPr txBox="1">
            <a:spLocks noGrp="1"/>
          </p:cNvSpPr>
          <p:nvPr>
            <p:ph type="subTitle" idx="1"/>
          </p:nvPr>
        </p:nvSpPr>
        <p:spPr>
          <a:xfrm>
            <a:off x="715200" y="1394275"/>
            <a:ext cx="4379400" cy="134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latin typeface="MuseoModerno Medium"/>
                <a:ea typeface="MuseoModerno Medium"/>
                <a:cs typeface="MuseoModerno Medium"/>
                <a:sym typeface="MuseoModerno Medium"/>
              </a:rPr>
              <a:t>DOES ANYONE HAVE</a:t>
            </a:r>
            <a:endParaRPr sz="1800">
              <a:latin typeface="MuseoModerno Medium"/>
              <a:ea typeface="MuseoModerno Medium"/>
              <a:cs typeface="MuseoModerno Medium"/>
              <a:sym typeface="MuseoModerno Medium"/>
            </a:endParaRPr>
          </a:p>
          <a:p>
            <a:pPr marL="0" lvl="0" indent="0" algn="l" rtl="0">
              <a:spcBef>
                <a:spcPts val="1000"/>
              </a:spcBef>
              <a:spcAft>
                <a:spcPts val="0"/>
              </a:spcAft>
              <a:buNone/>
            </a:pPr>
            <a:r>
              <a:rPr lang="en" sz="1800">
                <a:latin typeface="MuseoModerno Medium"/>
                <a:ea typeface="MuseoModerno Medium"/>
                <a:cs typeface="MuseoModerno Medium"/>
                <a:sym typeface="MuseoModerno Medium"/>
              </a:rPr>
              <a:t>ANY QUESTIONS?</a:t>
            </a:r>
            <a:endParaRPr sz="1800">
              <a:latin typeface="MuseoModerno Medium"/>
              <a:ea typeface="MuseoModerno Medium"/>
              <a:cs typeface="MuseoModerno Medium"/>
              <a:sym typeface="MuseoModerno Medium"/>
            </a:endParaRPr>
          </a:p>
          <a:p>
            <a:pPr marL="0" lvl="0" indent="0" algn="l" rtl="0">
              <a:spcBef>
                <a:spcPts val="1000"/>
              </a:spcBef>
              <a:spcAft>
                <a:spcPts val="0"/>
              </a:spcAft>
              <a:buNone/>
            </a:pPr>
            <a:r>
              <a:rPr lang="en"/>
              <a:t>addyouremail@freepik.com </a:t>
            </a:r>
            <a:endParaRPr/>
          </a:p>
          <a:p>
            <a:pPr marL="0" lvl="0" indent="0" algn="l" rtl="0">
              <a:spcBef>
                <a:spcPts val="0"/>
              </a:spcBef>
              <a:spcAft>
                <a:spcPts val="0"/>
              </a:spcAft>
              <a:buNone/>
            </a:pPr>
            <a:r>
              <a:rPr lang="en"/>
              <a:t>+91  620 421 838 </a:t>
            </a:r>
            <a:endParaRPr/>
          </a:p>
          <a:p>
            <a:pPr marL="0" lvl="0" indent="0" algn="l" rtl="0">
              <a:spcBef>
                <a:spcPts val="0"/>
              </a:spcBef>
              <a:spcAft>
                <a:spcPts val="0"/>
              </a:spcAft>
              <a:buNone/>
            </a:pPr>
            <a:r>
              <a:rPr lang="en"/>
              <a:t>yourwebsite.com</a:t>
            </a:r>
            <a:endParaRPr/>
          </a:p>
        </p:txBody>
      </p:sp>
      <p:sp>
        <p:nvSpPr>
          <p:cNvPr id="827" name="Google Shape;827;p50"/>
          <p:cNvSpPr txBox="1">
            <a:spLocks noGrp="1"/>
          </p:cNvSpPr>
          <p:nvPr>
            <p:ph type="ctrTitle"/>
          </p:nvPr>
        </p:nvSpPr>
        <p:spPr>
          <a:xfrm>
            <a:off x="715100" y="535000"/>
            <a:ext cx="43794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828" name="Google Shape;828;p50"/>
          <p:cNvSpPr txBox="1"/>
          <p:nvPr/>
        </p:nvSpPr>
        <p:spPr>
          <a:xfrm>
            <a:off x="715150" y="4107575"/>
            <a:ext cx="4379400" cy="4347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a:solidFill>
                  <a:schemeClr val="dk1"/>
                </a:solidFill>
                <a:latin typeface="Open Sans"/>
                <a:ea typeface="Open Sans"/>
                <a:cs typeface="Open Sans"/>
                <a:sym typeface="Open Sans"/>
              </a:rPr>
              <a:t>Please keep this slide for attribution</a:t>
            </a:r>
            <a:endParaRPr sz="1000">
              <a:solidFill>
                <a:schemeClr val="dk1"/>
              </a:solidFill>
              <a:latin typeface="Open Sans"/>
              <a:ea typeface="Open Sans"/>
              <a:cs typeface="Open Sans"/>
              <a:sym typeface="Open Sans"/>
            </a:endParaRPr>
          </a:p>
        </p:txBody>
      </p:sp>
      <p:sp>
        <p:nvSpPr>
          <p:cNvPr id="829" name="Google Shape;829;p50"/>
          <p:cNvSpPr/>
          <p:nvPr/>
        </p:nvSpPr>
        <p:spPr>
          <a:xfrm flipH="1">
            <a:off x="8548725" y="639250"/>
            <a:ext cx="615000" cy="4560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0"/>
          <p:cNvSpPr/>
          <p:nvPr/>
        </p:nvSpPr>
        <p:spPr>
          <a:xfrm flipH="1">
            <a:off x="6163275" y="188425"/>
            <a:ext cx="2248800" cy="129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1" name="Google Shape;831;p50"/>
          <p:cNvPicPr preferRelativeResize="0"/>
          <p:nvPr/>
        </p:nvPicPr>
        <p:blipFill rotWithShape="1">
          <a:blip r:embed="rId3">
            <a:alphaModFix/>
          </a:blip>
          <a:srcRect/>
          <a:stretch/>
        </p:blipFill>
        <p:spPr>
          <a:xfrm flipH="1">
            <a:off x="5777950" y="754725"/>
            <a:ext cx="3196425" cy="4261926"/>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pic>
        <p:nvPicPr>
          <p:cNvPr id="832" name="Google Shape;832;p50"/>
          <p:cNvPicPr preferRelativeResize="0"/>
          <p:nvPr/>
        </p:nvPicPr>
        <p:blipFill rotWithShape="1">
          <a:blip r:embed="rId4">
            <a:alphaModFix/>
          </a:blip>
          <a:srcRect t="17648"/>
          <a:stretch/>
        </p:blipFill>
        <p:spPr>
          <a:xfrm flipH="1">
            <a:off x="7098176" y="3849001"/>
            <a:ext cx="1713349"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833" name="Google Shape;833;p50"/>
          <p:cNvGrpSpPr/>
          <p:nvPr/>
        </p:nvGrpSpPr>
        <p:grpSpPr>
          <a:xfrm rot="4412243">
            <a:off x="7025283" y="2059760"/>
            <a:ext cx="770954" cy="673325"/>
            <a:chOff x="4318300" y="2960450"/>
            <a:chExt cx="161050" cy="106625"/>
          </a:xfrm>
        </p:grpSpPr>
        <p:sp>
          <p:nvSpPr>
            <p:cNvPr id="834" name="Google Shape;834;p50"/>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0"/>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50"/>
          <p:cNvGrpSpPr/>
          <p:nvPr/>
        </p:nvGrpSpPr>
        <p:grpSpPr>
          <a:xfrm rot="6994513">
            <a:off x="8423473" y="3978211"/>
            <a:ext cx="770957" cy="673324"/>
            <a:chOff x="4318300" y="2960450"/>
            <a:chExt cx="161050" cy="106625"/>
          </a:xfrm>
        </p:grpSpPr>
        <p:sp>
          <p:nvSpPr>
            <p:cNvPr id="837" name="Google Shape;837;p50"/>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0"/>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39" name="Google Shape;839;p50"/>
          <p:cNvPicPr preferRelativeResize="0"/>
          <p:nvPr/>
        </p:nvPicPr>
        <p:blipFill rotWithShape="1">
          <a:blip r:embed="rId5">
            <a:alphaModFix/>
          </a:blip>
          <a:srcRect t="23886" b="23891"/>
          <a:stretch/>
        </p:blipFill>
        <p:spPr>
          <a:xfrm flipH="1">
            <a:off x="4636636" y="2281313"/>
            <a:ext cx="2301489"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840" name="Google Shape;840;p50"/>
          <p:cNvGrpSpPr/>
          <p:nvPr/>
        </p:nvGrpSpPr>
        <p:grpSpPr>
          <a:xfrm rot="-212416">
            <a:off x="4255512" y="1981376"/>
            <a:ext cx="770952" cy="673321"/>
            <a:chOff x="4318300" y="2960450"/>
            <a:chExt cx="161050" cy="106625"/>
          </a:xfrm>
        </p:grpSpPr>
        <p:sp>
          <p:nvSpPr>
            <p:cNvPr id="841" name="Google Shape;841;p50"/>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0"/>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3" name="Google Shape;843;p50"/>
          <p:cNvSpPr/>
          <p:nvPr/>
        </p:nvSpPr>
        <p:spPr>
          <a:xfrm flipH="1">
            <a:off x="6881850" y="4542275"/>
            <a:ext cx="362100" cy="36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0"/>
          <p:cNvSpPr/>
          <p:nvPr/>
        </p:nvSpPr>
        <p:spPr>
          <a:xfrm flipH="1">
            <a:off x="4115325" y="994275"/>
            <a:ext cx="4554000" cy="74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0"/>
          <p:cNvSpPr/>
          <p:nvPr/>
        </p:nvSpPr>
        <p:spPr>
          <a:xfrm flipH="1">
            <a:off x="5519900" y="414625"/>
            <a:ext cx="483000" cy="483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6" name="Google Shape;846;p50"/>
          <p:cNvPicPr preferRelativeResize="0"/>
          <p:nvPr/>
        </p:nvPicPr>
        <p:blipFill rotWithShape="1">
          <a:blip r:embed="rId6">
            <a:alphaModFix/>
          </a:blip>
          <a:srcRect l="12023" t="13931" r="12023" b="33236"/>
          <a:stretch/>
        </p:blipFill>
        <p:spPr>
          <a:xfrm flipH="1">
            <a:off x="7098174" y="131975"/>
            <a:ext cx="1713351" cy="1348550"/>
          </a:xfrm>
          <a:prstGeom prst="rect">
            <a:avLst/>
          </a:prstGeom>
          <a:noFill/>
          <a:ln w="38100" cap="flat" cmpd="sng">
            <a:solidFill>
              <a:schemeClr val="lt1"/>
            </a:solidFill>
            <a:prstDash val="solid"/>
            <a:round/>
            <a:headEnd type="none" w="sm" len="sm"/>
            <a:tailEnd type="none" w="sm" len="sm"/>
          </a:ln>
          <a:effectLst>
            <a:outerShdw blurRad="57150" dist="19050" dir="5400000" algn="bl" rotWithShape="0">
              <a:srgbClr val="000000">
                <a:alpha val="50000"/>
              </a:srgbClr>
            </a:outerShdw>
          </a:effectLst>
        </p:spPr>
      </p:pic>
      <p:grpSp>
        <p:nvGrpSpPr>
          <p:cNvPr id="847" name="Google Shape;847;p50"/>
          <p:cNvGrpSpPr/>
          <p:nvPr/>
        </p:nvGrpSpPr>
        <p:grpSpPr>
          <a:xfrm rot="6994513">
            <a:off x="8423473" y="236936"/>
            <a:ext cx="770957" cy="673324"/>
            <a:chOff x="4318300" y="2960450"/>
            <a:chExt cx="161050" cy="106625"/>
          </a:xfrm>
        </p:grpSpPr>
        <p:sp>
          <p:nvSpPr>
            <p:cNvPr id="848" name="Google Shape;848;p50"/>
            <p:cNvSpPr/>
            <p:nvPr/>
          </p:nvSpPr>
          <p:spPr>
            <a:xfrm>
              <a:off x="4318300" y="2960450"/>
              <a:ext cx="153675" cy="106625"/>
            </a:xfrm>
            <a:custGeom>
              <a:avLst/>
              <a:gdLst/>
              <a:ahLst/>
              <a:cxnLst/>
              <a:rect l="l" t="t" r="r" b="b"/>
              <a:pathLst>
                <a:path w="6147" h="4265" extrusionOk="0">
                  <a:moveTo>
                    <a:pt x="5586" y="1"/>
                  </a:moveTo>
                  <a:lnTo>
                    <a:pt x="3888" y="785"/>
                  </a:lnTo>
                  <a:lnTo>
                    <a:pt x="3205" y="1100"/>
                  </a:lnTo>
                  <a:lnTo>
                    <a:pt x="6146" y="1100"/>
                  </a:lnTo>
                  <a:lnTo>
                    <a:pt x="6126" y="1079"/>
                  </a:lnTo>
                  <a:lnTo>
                    <a:pt x="6106" y="856"/>
                  </a:lnTo>
                  <a:lnTo>
                    <a:pt x="5862" y="663"/>
                  </a:lnTo>
                  <a:lnTo>
                    <a:pt x="5932" y="469"/>
                  </a:lnTo>
                  <a:lnTo>
                    <a:pt x="5719" y="388"/>
                  </a:lnTo>
                  <a:lnTo>
                    <a:pt x="5821" y="235"/>
                  </a:lnTo>
                  <a:lnTo>
                    <a:pt x="5647" y="134"/>
                  </a:lnTo>
                  <a:lnTo>
                    <a:pt x="5586" y="1"/>
                  </a:lnTo>
                  <a:close/>
                  <a:moveTo>
                    <a:pt x="1547" y="1863"/>
                  </a:moveTo>
                  <a:lnTo>
                    <a:pt x="1" y="2585"/>
                  </a:lnTo>
                  <a:lnTo>
                    <a:pt x="62" y="2718"/>
                  </a:lnTo>
                  <a:lnTo>
                    <a:pt x="21" y="2911"/>
                  </a:lnTo>
                  <a:lnTo>
                    <a:pt x="214" y="2931"/>
                  </a:lnTo>
                  <a:lnTo>
                    <a:pt x="133" y="3145"/>
                  </a:lnTo>
                  <a:lnTo>
                    <a:pt x="326" y="3216"/>
                  </a:lnTo>
                  <a:lnTo>
                    <a:pt x="316" y="3532"/>
                  </a:lnTo>
                  <a:lnTo>
                    <a:pt x="479" y="3695"/>
                  </a:lnTo>
                  <a:lnTo>
                    <a:pt x="479" y="3888"/>
                  </a:lnTo>
                  <a:lnTo>
                    <a:pt x="632" y="4000"/>
                  </a:lnTo>
                  <a:lnTo>
                    <a:pt x="652" y="4265"/>
                  </a:lnTo>
                  <a:lnTo>
                    <a:pt x="1547" y="3847"/>
                  </a:lnTo>
                  <a:lnTo>
                    <a:pt x="1547" y="1863"/>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0"/>
            <p:cNvSpPr/>
            <p:nvPr/>
          </p:nvSpPr>
          <p:spPr>
            <a:xfrm>
              <a:off x="4356975" y="2987925"/>
              <a:ext cx="122375" cy="68725"/>
            </a:xfrm>
            <a:custGeom>
              <a:avLst/>
              <a:gdLst/>
              <a:ahLst/>
              <a:cxnLst/>
              <a:rect l="l" t="t" r="r" b="b"/>
              <a:pathLst>
                <a:path w="4895" h="2749" extrusionOk="0">
                  <a:moveTo>
                    <a:pt x="1658" y="1"/>
                  </a:moveTo>
                  <a:lnTo>
                    <a:pt x="153" y="703"/>
                  </a:lnTo>
                  <a:lnTo>
                    <a:pt x="0" y="764"/>
                  </a:lnTo>
                  <a:lnTo>
                    <a:pt x="0" y="2748"/>
                  </a:lnTo>
                  <a:lnTo>
                    <a:pt x="905" y="2331"/>
                  </a:lnTo>
                  <a:lnTo>
                    <a:pt x="3094" y="1314"/>
                  </a:lnTo>
                  <a:lnTo>
                    <a:pt x="4894" y="479"/>
                  </a:lnTo>
                  <a:lnTo>
                    <a:pt x="4701" y="296"/>
                  </a:lnTo>
                  <a:lnTo>
                    <a:pt x="4722" y="113"/>
                  </a:lnTo>
                  <a:lnTo>
                    <a:pt x="4599" y="1"/>
                  </a:lnTo>
                  <a:close/>
                </a:path>
              </a:pathLst>
            </a:custGeom>
            <a:solidFill>
              <a:srgbClr val="E4D3C5">
                <a:alpha val="67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0" name="Google Shape;850;p50"/>
          <p:cNvSpPr/>
          <p:nvPr/>
        </p:nvSpPr>
        <p:spPr>
          <a:xfrm>
            <a:off x="809523" y="2985299"/>
            <a:ext cx="482428" cy="482989"/>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1" name="Google Shape;851;p50"/>
          <p:cNvGrpSpPr/>
          <p:nvPr/>
        </p:nvGrpSpPr>
        <p:grpSpPr>
          <a:xfrm>
            <a:off x="1436687" y="2985455"/>
            <a:ext cx="482955" cy="482457"/>
            <a:chOff x="3303268" y="3817349"/>
            <a:chExt cx="346056" cy="345674"/>
          </a:xfrm>
        </p:grpSpPr>
        <p:sp>
          <p:nvSpPr>
            <p:cNvPr id="852" name="Google Shape;852;p50"/>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0"/>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0"/>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0"/>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 name="Google Shape;856;p50"/>
          <p:cNvGrpSpPr/>
          <p:nvPr/>
        </p:nvGrpSpPr>
        <p:grpSpPr>
          <a:xfrm>
            <a:off x="2063436" y="2985455"/>
            <a:ext cx="482955" cy="482457"/>
            <a:chOff x="3752358" y="3817349"/>
            <a:chExt cx="346056" cy="345674"/>
          </a:xfrm>
        </p:grpSpPr>
        <p:sp>
          <p:nvSpPr>
            <p:cNvPr id="857" name="Google Shape;857;p50"/>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0"/>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0"/>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0"/>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 name="Google Shape;861;p50"/>
          <p:cNvGrpSpPr/>
          <p:nvPr/>
        </p:nvGrpSpPr>
        <p:grpSpPr>
          <a:xfrm>
            <a:off x="2690185" y="2985455"/>
            <a:ext cx="482911" cy="482457"/>
            <a:chOff x="4201447" y="3817349"/>
            <a:chExt cx="346024" cy="345674"/>
          </a:xfrm>
        </p:grpSpPr>
        <p:sp>
          <p:nvSpPr>
            <p:cNvPr id="862" name="Google Shape;862;p50"/>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0"/>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 name="Google Shape;864;p50"/>
          <p:cNvGrpSpPr/>
          <p:nvPr/>
        </p:nvGrpSpPr>
        <p:grpSpPr>
          <a:xfrm>
            <a:off x="3318073" y="2985447"/>
            <a:ext cx="482955" cy="482457"/>
            <a:chOff x="2238181" y="4120624"/>
            <a:chExt cx="346056" cy="345674"/>
          </a:xfrm>
        </p:grpSpPr>
        <p:grpSp>
          <p:nvGrpSpPr>
            <p:cNvPr id="865" name="Google Shape;865;p50"/>
            <p:cNvGrpSpPr/>
            <p:nvPr/>
          </p:nvGrpSpPr>
          <p:grpSpPr>
            <a:xfrm>
              <a:off x="2309155" y="4177413"/>
              <a:ext cx="203862" cy="231903"/>
              <a:chOff x="1512725" y="258500"/>
              <a:chExt cx="4570900" cy="5199625"/>
            </a:xfrm>
          </p:grpSpPr>
          <p:sp>
            <p:nvSpPr>
              <p:cNvPr id="866" name="Google Shape;866;p50"/>
              <p:cNvSpPr/>
              <p:nvPr/>
            </p:nvSpPr>
            <p:spPr>
              <a:xfrm>
                <a:off x="1512725" y="2700900"/>
                <a:ext cx="2654475" cy="2757225"/>
              </a:xfrm>
              <a:custGeom>
                <a:avLst/>
                <a:gdLst/>
                <a:ahLst/>
                <a:cxnLst/>
                <a:rect l="l" t="t" r="r" b="b"/>
                <a:pathLst>
                  <a:path w="106179" h="110289" extrusionOk="0">
                    <a:moveTo>
                      <a:pt x="19199" y="1"/>
                    </a:moveTo>
                    <a:cubicBezTo>
                      <a:pt x="18076" y="1"/>
                      <a:pt x="16954" y="466"/>
                      <a:pt x="16148" y="1404"/>
                    </a:cubicBezTo>
                    <a:cubicBezTo>
                      <a:pt x="5840" y="13310"/>
                      <a:pt x="1" y="28739"/>
                      <a:pt x="33" y="44494"/>
                    </a:cubicBezTo>
                    <a:cubicBezTo>
                      <a:pt x="33" y="62077"/>
                      <a:pt x="6916" y="78582"/>
                      <a:pt x="19442" y="91010"/>
                    </a:cubicBezTo>
                    <a:cubicBezTo>
                      <a:pt x="31968" y="103439"/>
                      <a:pt x="48572" y="110289"/>
                      <a:pt x="66252" y="110289"/>
                    </a:cubicBezTo>
                    <a:cubicBezTo>
                      <a:pt x="69546" y="110289"/>
                      <a:pt x="72939" y="110060"/>
                      <a:pt x="76201" y="109571"/>
                    </a:cubicBezTo>
                    <a:cubicBezTo>
                      <a:pt x="86248" y="108071"/>
                      <a:pt x="95675" y="104352"/>
                      <a:pt x="103895" y="98643"/>
                    </a:cubicBezTo>
                    <a:cubicBezTo>
                      <a:pt x="105983" y="97208"/>
                      <a:pt x="106179" y="94272"/>
                      <a:pt x="104417" y="92478"/>
                    </a:cubicBezTo>
                    <a:cubicBezTo>
                      <a:pt x="104384" y="92348"/>
                      <a:pt x="104384" y="92315"/>
                      <a:pt x="104352" y="92315"/>
                    </a:cubicBezTo>
                    <a:cubicBezTo>
                      <a:pt x="103555" y="91537"/>
                      <a:pt x="102517" y="91128"/>
                      <a:pt x="101470" y="91128"/>
                    </a:cubicBezTo>
                    <a:cubicBezTo>
                      <a:pt x="100673" y="91128"/>
                      <a:pt x="99870" y="91365"/>
                      <a:pt x="99165" y="91859"/>
                    </a:cubicBezTo>
                    <a:cubicBezTo>
                      <a:pt x="91956" y="96849"/>
                      <a:pt x="83769" y="100111"/>
                      <a:pt x="74994" y="101416"/>
                    </a:cubicBezTo>
                    <a:cubicBezTo>
                      <a:pt x="72091" y="101808"/>
                      <a:pt x="69155" y="102069"/>
                      <a:pt x="66252" y="102069"/>
                    </a:cubicBezTo>
                    <a:cubicBezTo>
                      <a:pt x="50757" y="102069"/>
                      <a:pt x="36176" y="96066"/>
                      <a:pt x="25216" y="85171"/>
                    </a:cubicBezTo>
                    <a:cubicBezTo>
                      <a:pt x="14256" y="74309"/>
                      <a:pt x="8221" y="59826"/>
                      <a:pt x="8188" y="44462"/>
                    </a:cubicBezTo>
                    <a:cubicBezTo>
                      <a:pt x="8188" y="30664"/>
                      <a:pt x="13277" y="17126"/>
                      <a:pt x="22313" y="6721"/>
                    </a:cubicBezTo>
                    <a:cubicBezTo>
                      <a:pt x="23650" y="5188"/>
                      <a:pt x="23650" y="2904"/>
                      <a:pt x="22248" y="1404"/>
                    </a:cubicBezTo>
                    <a:lnTo>
                      <a:pt x="22215" y="1338"/>
                    </a:lnTo>
                    <a:cubicBezTo>
                      <a:pt x="21407" y="449"/>
                      <a:pt x="20302" y="1"/>
                      <a:pt x="19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0"/>
              <p:cNvSpPr/>
              <p:nvPr/>
            </p:nvSpPr>
            <p:spPr>
              <a:xfrm>
                <a:off x="2323325" y="258500"/>
                <a:ext cx="3760300" cy="4390225"/>
              </a:xfrm>
              <a:custGeom>
                <a:avLst/>
                <a:gdLst/>
                <a:ahLst/>
                <a:cxnLst/>
                <a:rect l="l" t="t" r="r" b="b"/>
                <a:pathLst>
                  <a:path w="150412" h="175609" extrusionOk="0">
                    <a:moveTo>
                      <a:pt x="63610" y="0"/>
                    </a:moveTo>
                    <a:cubicBezTo>
                      <a:pt x="61359" y="0"/>
                      <a:pt x="59532" y="1827"/>
                      <a:pt x="59532" y="4078"/>
                    </a:cubicBezTo>
                    <a:lnTo>
                      <a:pt x="59532" y="93228"/>
                    </a:lnTo>
                    <a:lnTo>
                      <a:pt x="59467" y="142060"/>
                    </a:lnTo>
                    <a:cubicBezTo>
                      <a:pt x="59467" y="153020"/>
                      <a:pt x="52421" y="162741"/>
                      <a:pt x="41950" y="166199"/>
                    </a:cubicBezTo>
                    <a:cubicBezTo>
                      <a:pt x="39320" y="167047"/>
                      <a:pt x="36616" y="167503"/>
                      <a:pt x="33881" y="167503"/>
                    </a:cubicBezTo>
                    <a:cubicBezTo>
                      <a:pt x="33462" y="167503"/>
                      <a:pt x="33042" y="167493"/>
                      <a:pt x="32621" y="167471"/>
                    </a:cubicBezTo>
                    <a:cubicBezTo>
                      <a:pt x="19181" y="166818"/>
                      <a:pt x="8515" y="155793"/>
                      <a:pt x="8319" y="142419"/>
                    </a:cubicBezTo>
                    <a:cubicBezTo>
                      <a:pt x="8221" y="135569"/>
                      <a:pt x="10798" y="129143"/>
                      <a:pt x="15593" y="124250"/>
                    </a:cubicBezTo>
                    <a:cubicBezTo>
                      <a:pt x="20454" y="119291"/>
                      <a:pt x="26978" y="116584"/>
                      <a:pt x="33926" y="116584"/>
                    </a:cubicBezTo>
                    <a:cubicBezTo>
                      <a:pt x="36633" y="116584"/>
                      <a:pt x="39373" y="117041"/>
                      <a:pt x="41983" y="117889"/>
                    </a:cubicBezTo>
                    <a:cubicBezTo>
                      <a:pt x="42399" y="118019"/>
                      <a:pt x="42825" y="118082"/>
                      <a:pt x="43246" y="118082"/>
                    </a:cubicBezTo>
                    <a:cubicBezTo>
                      <a:pt x="44409" y="118082"/>
                      <a:pt x="45540" y="117600"/>
                      <a:pt x="46354" y="116714"/>
                    </a:cubicBezTo>
                    <a:cubicBezTo>
                      <a:pt x="47006" y="115931"/>
                      <a:pt x="47332" y="114920"/>
                      <a:pt x="47332" y="113909"/>
                    </a:cubicBezTo>
                    <a:lnTo>
                      <a:pt x="47332" y="81028"/>
                    </a:lnTo>
                    <a:cubicBezTo>
                      <a:pt x="47332" y="79038"/>
                      <a:pt x="45865" y="77277"/>
                      <a:pt x="43875" y="76983"/>
                    </a:cubicBezTo>
                    <a:cubicBezTo>
                      <a:pt x="40547" y="76494"/>
                      <a:pt x="37220" y="76233"/>
                      <a:pt x="33926" y="76233"/>
                    </a:cubicBezTo>
                    <a:cubicBezTo>
                      <a:pt x="26651" y="76233"/>
                      <a:pt x="19638" y="77407"/>
                      <a:pt x="12984" y="79593"/>
                    </a:cubicBezTo>
                    <a:cubicBezTo>
                      <a:pt x="10831" y="80311"/>
                      <a:pt x="9820" y="82724"/>
                      <a:pt x="10831" y="84780"/>
                    </a:cubicBezTo>
                    <a:lnTo>
                      <a:pt x="10831" y="84812"/>
                    </a:lnTo>
                    <a:cubicBezTo>
                      <a:pt x="10961" y="85008"/>
                      <a:pt x="11092" y="85269"/>
                      <a:pt x="11157" y="85465"/>
                    </a:cubicBezTo>
                    <a:cubicBezTo>
                      <a:pt x="11790" y="86730"/>
                      <a:pt x="13091" y="87485"/>
                      <a:pt x="14435" y="87485"/>
                    </a:cubicBezTo>
                    <a:cubicBezTo>
                      <a:pt x="14823" y="87485"/>
                      <a:pt x="15214" y="87423"/>
                      <a:pt x="15593" y="87291"/>
                    </a:cubicBezTo>
                    <a:cubicBezTo>
                      <a:pt x="21400" y="85367"/>
                      <a:pt x="27565" y="84388"/>
                      <a:pt x="33860" y="84388"/>
                    </a:cubicBezTo>
                    <a:cubicBezTo>
                      <a:pt x="35622" y="84388"/>
                      <a:pt x="37383" y="84486"/>
                      <a:pt x="39145" y="84649"/>
                    </a:cubicBezTo>
                    <a:lnTo>
                      <a:pt x="39145" y="108853"/>
                    </a:lnTo>
                    <a:cubicBezTo>
                      <a:pt x="37383" y="108592"/>
                      <a:pt x="35622" y="108462"/>
                      <a:pt x="33860" y="108462"/>
                    </a:cubicBezTo>
                    <a:cubicBezTo>
                      <a:pt x="24727" y="108462"/>
                      <a:pt x="16180" y="112050"/>
                      <a:pt x="9787" y="118541"/>
                    </a:cubicBezTo>
                    <a:cubicBezTo>
                      <a:pt x="3426" y="124967"/>
                      <a:pt x="1" y="133481"/>
                      <a:pt x="99" y="142549"/>
                    </a:cubicBezTo>
                    <a:cubicBezTo>
                      <a:pt x="360" y="160197"/>
                      <a:pt x="14452" y="174712"/>
                      <a:pt x="32164" y="175561"/>
                    </a:cubicBezTo>
                    <a:cubicBezTo>
                      <a:pt x="32758" y="175593"/>
                      <a:pt x="33351" y="175609"/>
                      <a:pt x="33941" y="175609"/>
                    </a:cubicBezTo>
                    <a:cubicBezTo>
                      <a:pt x="37530" y="175609"/>
                      <a:pt x="41044" y="175018"/>
                      <a:pt x="44462" y="173897"/>
                    </a:cubicBezTo>
                    <a:cubicBezTo>
                      <a:pt x="58325" y="169330"/>
                      <a:pt x="67622" y="156543"/>
                      <a:pt x="67622" y="142027"/>
                    </a:cubicBezTo>
                    <a:lnTo>
                      <a:pt x="67687" y="93163"/>
                    </a:lnTo>
                    <a:lnTo>
                      <a:pt x="67687" y="8155"/>
                    </a:lnTo>
                    <a:lnTo>
                      <a:pt x="78321" y="8155"/>
                    </a:lnTo>
                    <a:cubicBezTo>
                      <a:pt x="81697" y="8133"/>
                      <a:pt x="85305" y="8095"/>
                      <a:pt x="88344" y="8095"/>
                    </a:cubicBezTo>
                    <a:cubicBezTo>
                      <a:pt x="89709" y="8095"/>
                      <a:pt x="90960" y="8103"/>
                      <a:pt x="92022" y="8123"/>
                    </a:cubicBezTo>
                    <a:cubicBezTo>
                      <a:pt x="93098" y="21073"/>
                      <a:pt x="98643" y="33110"/>
                      <a:pt x="107973" y="42374"/>
                    </a:cubicBezTo>
                    <a:cubicBezTo>
                      <a:pt x="117269" y="51573"/>
                      <a:pt x="129339" y="57053"/>
                      <a:pt x="142256" y="58031"/>
                    </a:cubicBezTo>
                    <a:cubicBezTo>
                      <a:pt x="142256" y="64131"/>
                      <a:pt x="142289" y="76005"/>
                      <a:pt x="142354" y="82333"/>
                    </a:cubicBezTo>
                    <a:cubicBezTo>
                      <a:pt x="133155" y="81876"/>
                      <a:pt x="124250" y="79821"/>
                      <a:pt x="115769" y="76233"/>
                    </a:cubicBezTo>
                    <a:cubicBezTo>
                      <a:pt x="109506" y="73624"/>
                      <a:pt x="103700" y="70198"/>
                      <a:pt x="98350" y="66088"/>
                    </a:cubicBezTo>
                    <a:cubicBezTo>
                      <a:pt x="97610" y="65524"/>
                      <a:pt x="96719" y="65238"/>
                      <a:pt x="95830" y="65238"/>
                    </a:cubicBezTo>
                    <a:cubicBezTo>
                      <a:pt x="95229" y="65238"/>
                      <a:pt x="94629" y="65369"/>
                      <a:pt x="94077" y="65632"/>
                    </a:cubicBezTo>
                    <a:cubicBezTo>
                      <a:pt x="92674" y="66284"/>
                      <a:pt x="91793" y="67752"/>
                      <a:pt x="91793" y="69318"/>
                    </a:cubicBezTo>
                    <a:lnTo>
                      <a:pt x="91956" y="142354"/>
                    </a:lnTo>
                    <a:cubicBezTo>
                      <a:pt x="91891" y="150443"/>
                      <a:pt x="90195" y="158272"/>
                      <a:pt x="86966" y="165514"/>
                    </a:cubicBezTo>
                    <a:cubicBezTo>
                      <a:pt x="86150" y="167308"/>
                      <a:pt x="86802" y="169428"/>
                      <a:pt x="88433" y="170472"/>
                    </a:cubicBezTo>
                    <a:cubicBezTo>
                      <a:pt x="88466" y="170472"/>
                      <a:pt x="88466" y="170505"/>
                      <a:pt x="88531" y="170505"/>
                    </a:cubicBezTo>
                    <a:cubicBezTo>
                      <a:pt x="89214" y="170960"/>
                      <a:pt x="89984" y="171174"/>
                      <a:pt x="90744" y="171174"/>
                    </a:cubicBezTo>
                    <a:cubicBezTo>
                      <a:pt x="92271" y="171174"/>
                      <a:pt x="93760" y="170311"/>
                      <a:pt x="94436" y="168808"/>
                    </a:cubicBezTo>
                    <a:cubicBezTo>
                      <a:pt x="98089" y="160555"/>
                      <a:pt x="100046" y="151650"/>
                      <a:pt x="100111" y="142354"/>
                    </a:cubicBezTo>
                    <a:lnTo>
                      <a:pt x="99850" y="77049"/>
                    </a:lnTo>
                    <a:lnTo>
                      <a:pt x="99850" y="77049"/>
                    </a:lnTo>
                    <a:cubicBezTo>
                      <a:pt x="103895" y="79593"/>
                      <a:pt x="108071" y="81844"/>
                      <a:pt x="112474" y="83670"/>
                    </a:cubicBezTo>
                    <a:cubicBezTo>
                      <a:pt x="123206" y="88205"/>
                      <a:pt x="134591" y="90521"/>
                      <a:pt x="146301" y="90521"/>
                    </a:cubicBezTo>
                    <a:cubicBezTo>
                      <a:pt x="147410" y="90521"/>
                      <a:pt x="148454" y="90097"/>
                      <a:pt x="149237" y="89346"/>
                    </a:cubicBezTo>
                    <a:cubicBezTo>
                      <a:pt x="149987" y="88563"/>
                      <a:pt x="150411" y="87552"/>
                      <a:pt x="150411" y="86443"/>
                    </a:cubicBezTo>
                    <a:lnTo>
                      <a:pt x="150379" y="70231"/>
                    </a:lnTo>
                    <a:lnTo>
                      <a:pt x="150313" y="54345"/>
                    </a:lnTo>
                    <a:cubicBezTo>
                      <a:pt x="150281" y="49974"/>
                      <a:pt x="146301" y="49942"/>
                      <a:pt x="146236" y="49942"/>
                    </a:cubicBezTo>
                    <a:cubicBezTo>
                      <a:pt x="120955" y="49942"/>
                      <a:pt x="100177" y="29358"/>
                      <a:pt x="99981" y="4045"/>
                    </a:cubicBezTo>
                    <a:cubicBezTo>
                      <a:pt x="99981" y="2121"/>
                      <a:pt x="98546" y="131"/>
                      <a:pt x="959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8" name="Google Shape;868;p50"/>
            <p:cNvSpPr/>
            <p:nvPr/>
          </p:nvSpPr>
          <p:spPr>
            <a:xfrm>
              <a:off x="2238181" y="4120624"/>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Psychology Newsletter by Slidesgo">
  <a:themeElements>
    <a:clrScheme name="Simple Light">
      <a:dk1>
        <a:srgbClr val="191919"/>
      </a:dk1>
      <a:lt1>
        <a:srgbClr val="FFFFFF"/>
      </a:lt1>
      <a:dk2>
        <a:srgbClr val="5D82A7"/>
      </a:dk2>
      <a:lt2>
        <a:srgbClr val="D84C50"/>
      </a:lt2>
      <a:accent1>
        <a:srgbClr val="FFC733"/>
      </a:accent1>
      <a:accent2>
        <a:srgbClr val="FFB55C"/>
      </a:accent2>
      <a:accent3>
        <a:srgbClr val="7F9864"/>
      </a:accent3>
      <a:accent4>
        <a:srgbClr val="E4D3C5"/>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1105</Words>
  <Application>Microsoft Office PowerPoint</Application>
  <PresentationFormat>Экран (16:9)</PresentationFormat>
  <Paragraphs>190</Paragraphs>
  <Slides>20</Slides>
  <Notes>20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20</vt:i4>
      </vt:variant>
    </vt:vector>
  </HeadingPairs>
  <TitlesOfParts>
    <vt:vector size="28" baseType="lpstr">
      <vt:lpstr>Open Sans</vt:lpstr>
      <vt:lpstr>Bebas Neue</vt:lpstr>
      <vt:lpstr>MuseoModerno Medium</vt:lpstr>
      <vt:lpstr>Open Sans Light</vt:lpstr>
      <vt:lpstr>Raleway</vt:lpstr>
      <vt:lpstr>Nunito Light</vt:lpstr>
      <vt:lpstr>Arial</vt:lpstr>
      <vt:lpstr>Psychology Newsletter by Slidesgo</vt:lpstr>
      <vt:lpstr>PSYCHOLOGY NEWSLETTER</vt:lpstr>
      <vt:lpstr>CONTENTS OF THIS TEMPLATE</vt:lpstr>
      <vt:lpstr>TABLE OF CONTENTS</vt:lpstr>
      <vt:lpstr>HEADLINE NEWS</vt:lpstr>
      <vt:lpstr>HEADLINE NEWS</vt:lpstr>
      <vt:lpstr>IN DEPTH ANALYSIS</vt:lpstr>
      <vt:lpstr>BEHIND THE SCENES</vt:lpstr>
      <vt:lpstr>TIPS &amp; TRICKS</vt:lpstr>
      <vt:lpstr>MORE NEWS!</vt:lpstr>
      <vt:lpstr>—COMPANY’S QUOTE</vt:lpstr>
      <vt:lpstr>APRIL 14</vt:lpstr>
      <vt:lpstr>PLANS FOR NEXT QUARTER</vt:lpstr>
      <vt:lpstr>ARE OUR PRODUCTS WORKING?</vt:lpstr>
      <vt:lpstr>“EXCLUSIVE AND INSPIRING”</vt:lpstr>
      <vt:lpstr>PROCESS FOR THE NEXT LAUNCH</vt:lpstr>
      <vt:lpstr>ORGANIZATIONAL CHART</vt:lpstr>
      <vt:lpstr>LIFE’S MOMENTS</vt:lpstr>
      <vt:lpstr>TESTIMONIALS</vt:lpstr>
      <vt:lpstr>CASE STUDIES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PSYCHOLOGY NEWSLETTER</dc:title>
  <cp:lastModifiedBy>я</cp:lastModifiedBy>
  <cp:revision>1</cp:revision>
  <dcterms:modified xsi:type="dcterms:W3CDTF">2026-02-19T08:18:46Z</dcterms:modified>
</cp:coreProperties>
</file>
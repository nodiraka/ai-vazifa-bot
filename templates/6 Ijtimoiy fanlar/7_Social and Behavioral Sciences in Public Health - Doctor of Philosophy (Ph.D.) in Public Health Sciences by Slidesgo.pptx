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5143500" type="screen16x9"/>
  <p:notesSz cx="6858000" cy="9144000"/>
  <p:embeddedFontLst>
    <p:embeddedFont>
      <p:font typeface="Jost" panose="020B0604020202020204" charset="-52"/>
      <p:regular r:id="rId22"/>
      <p:bold r:id="rId23"/>
      <p:italic r:id="rId24"/>
      <p:boldItalic r:id="rId25"/>
    </p:embeddedFont>
    <p:embeddedFont>
      <p:font typeface="Anaheim" panose="020B0604020202020204" charset="0"/>
      <p:regular r:id="rId26"/>
      <p:bold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DM Sans" panose="020B0604020202020204" charset="0"/>
      <p:regular r:id="rId32"/>
      <p:bold r:id="rId33"/>
      <p:italic r:id="rId34"/>
      <p:boldItalic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A832B5-9DB4-4C7A-BADC-B0174C159B4B}">
  <a:tblStyle styleId="{51A832B5-9DB4-4C7A-BADC-B0174C159B4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CB575966-B7A1-4ABB-A338-B9DE56967991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9" Type="http://schemas.openxmlformats.org/officeDocument/2006/relationships/tableStyles" Target="tableStyles.xml"/><Relationship Id="rId21" Type="http://schemas.openxmlformats.org/officeDocument/2006/relationships/notesMaster" Target="notesMasters/notesMaster1.xml"/><Relationship Id="rId34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font" Target="fonts/font14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d431007ba2_0_2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d431007ba2_0_2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6" name="Google Shape;376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54dda1946d_4_27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54dda1946d_4_27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54dda1946d_6_3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54dda1946d_6_3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8" name="Google Shape;708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5" name="Google Shape;825;g54dda1946d_4_26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6" name="Google Shape;826;g54dda1946d_4_26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7" name="Google Shape;1097;g54dda1946d_4_26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8" name="Google Shape;1098;g54dda1946d_4_26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2" name="Google Shape;1112;g2b7bf7bdc1c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3" name="Google Shape;1113;g2b7bf7bdc1c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" name="Google Shape;1140;g54dda1946d_4_26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1" name="Google Shape;1141;g54dda1946d_4_26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0" name="Google Shape;1170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1" name="Google Shape;1171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9" name="Google Shape;1179;g1e71a4a866a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0" name="Google Shape;1180;g1e71a4a866a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e71a4a866a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6" name="Google Shape;1186;g1e71a4a866a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5" name="Google Shape;1195;g1e71a4a866a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6" name="Google Shape;1196;g1e71a4a866a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3" name="Google Shape;1203;g54dda1946d_6_3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4" name="Google Shape;1204;g54dda1946d_6_3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5" name="Google Shape;1215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bit.ly/3A1uf1Q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hyperlink" Target="http://bit.ly/2TtBDfr" TargetMode="External"/><Relationship Id="rId4" Type="http://schemas.openxmlformats.org/officeDocument/2006/relationships/hyperlink" Target="http://bit.ly/2TyoMsr" TargetMode="Externa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Google Shape;13;p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937950"/>
            <a:ext cx="14667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7200" b="0">
                <a:solidFill>
                  <a:schemeClr val="accent3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Google Shape;32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3" name="Google Shape;33;p7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DM Sans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>
            <a:spLocks noGrp="1"/>
          </p:cNvSpPr>
          <p:nvPr>
            <p:ph type="pic" idx="2"/>
          </p:nvPr>
        </p:nvSpPr>
        <p:spPr>
          <a:xfrm>
            <a:off x="5348550" y="835075"/>
            <a:ext cx="3082200" cy="358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8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oogle Shape;40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11"/>
          <p:cNvSpPr txBox="1">
            <a:spLocks noGrp="1"/>
          </p:cNvSpPr>
          <p:nvPr>
            <p:ph type="title" hasCustomPrompt="1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9600"/>
              <a:buNone/>
              <a:defRPr sz="6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6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Google Shape;62;p1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title" idx="5" hasCustomPrompt="1"/>
          </p:nvPr>
        </p:nvSpPr>
        <p:spPr>
          <a:xfrm>
            <a:off x="719998" y="1109725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4"/>
          <p:cNvSpPr txBox="1">
            <a:spLocks noGrp="1"/>
          </p:cNvSpPr>
          <p:nvPr>
            <p:ph type="title" idx="6" hasCustomPrompt="1"/>
          </p:nvPr>
        </p:nvSpPr>
        <p:spPr>
          <a:xfrm>
            <a:off x="725468" y="2897121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4"/>
          <p:cNvSpPr txBox="1">
            <a:spLocks noGrp="1"/>
          </p:cNvSpPr>
          <p:nvPr>
            <p:ph type="title" idx="7" hasCustomPrompt="1"/>
          </p:nvPr>
        </p:nvSpPr>
        <p:spPr>
          <a:xfrm>
            <a:off x="720009" y="2003422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1" name="Google Shape;71;p14"/>
          <p:cNvSpPr txBox="1">
            <a:spLocks noGrp="1"/>
          </p:cNvSpPr>
          <p:nvPr>
            <p:ph type="title" idx="8" hasCustomPrompt="1"/>
          </p:nvPr>
        </p:nvSpPr>
        <p:spPr>
          <a:xfrm>
            <a:off x="725474" y="3790824"/>
            <a:ext cx="6981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b="0">
                <a:solidFill>
                  <a:schemeClr val="accent3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2" name="Google Shape;72;p14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3" name="Google Shape;73;p14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4" name="Google Shape;74;p14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Google Shape;77;p1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5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5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5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6" name="Google Shape;86;p15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8" name="Google Shape;88;p15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89" name="Google Shape;89;p15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90" name="Google Shape;90;p15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7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7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7"/>
          <p:cNvSpPr txBox="1"/>
          <p:nvPr/>
        </p:nvSpPr>
        <p:spPr>
          <a:xfrm>
            <a:off x="713275" y="3496950"/>
            <a:ext cx="3061800" cy="66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This presentation template was created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includes icons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19"/>
          <p:cNvGrpSpPr/>
          <p:nvPr/>
        </p:nvGrpSpPr>
        <p:grpSpPr>
          <a:xfrm>
            <a:off x="-145504" y="1176402"/>
            <a:ext cx="9252665" cy="4011911"/>
            <a:chOff x="-145504" y="1176402"/>
            <a:chExt cx="9252665" cy="4011911"/>
          </a:xfrm>
        </p:grpSpPr>
        <p:grpSp>
          <p:nvGrpSpPr>
            <p:cNvPr id="105" name="Google Shape;105;p19"/>
            <p:cNvGrpSpPr/>
            <p:nvPr/>
          </p:nvGrpSpPr>
          <p:grpSpPr>
            <a:xfrm>
              <a:off x="-145504" y="3548784"/>
              <a:ext cx="858731" cy="1639529"/>
              <a:chOff x="3994396" y="1674709"/>
              <a:chExt cx="858731" cy="1639529"/>
            </a:xfrm>
          </p:grpSpPr>
          <p:sp>
            <p:nvSpPr>
              <p:cNvPr id="106" name="Google Shape;106;p19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7" name="Google Shape;107;p19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8" name="Google Shape;108;p19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9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9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1" name="Google Shape;111;p19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9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3" name="Google Shape;113;p19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9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9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" name="Google Shape;116;p19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" name="Google Shape;117;p19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9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9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" name="Google Shape;120;p19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9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4" name="Google Shape;124;p19"/>
            <p:cNvGrpSpPr/>
            <p:nvPr/>
          </p:nvGrpSpPr>
          <p:grpSpPr>
            <a:xfrm>
              <a:off x="8287402" y="1176402"/>
              <a:ext cx="819760" cy="1653609"/>
              <a:chOff x="6476427" y="1580527"/>
              <a:chExt cx="819760" cy="1653609"/>
            </a:xfrm>
          </p:grpSpPr>
          <p:sp>
            <p:nvSpPr>
              <p:cNvPr id="125" name="Google Shape;125;p19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" name="Google Shape;126;p19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9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9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" name="Google Shape;129;p19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" name="Google Shape;130;p19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9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9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9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9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9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9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9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" name="Google Shape;139;p19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0" name="Google Shape;140;p19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1" name="Google Shape;141;p19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9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3" name="Google Shape;143;p19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Jost"/>
              <a:buNone/>
              <a:defRPr sz="30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3" r:id="rId13"/>
    <p:sldLayoutId id="2147483664" r:id="rId14"/>
    <p:sldLayoutId id="2147483665" r:id="rId1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epik.com/?utm_source=slidesgo_template&amp;utm_medium=referral-link&amp;utm_campaign=promo-slide&amp;utm_term=slidesgo&amp;utm_content=wepik" TargetMode="External"/><Relationship Id="rId3" Type="http://schemas.openxmlformats.org/officeDocument/2006/relationships/slide" Target="slide19.xml"/><Relationship Id="rId7" Type="http://schemas.openxmlformats.org/officeDocument/2006/relationships/hyperlink" Target="https://storyset.com/?utm_source=slidesgo_template&amp;utm_medium=referral-link&amp;utm_campaign=promo-slide&amp;utm_term=slidesgo&amp;utm_content=storyset" TargetMode="External"/><Relationship Id="rId12" Type="http://schemas.openxmlformats.org/officeDocument/2006/relationships/hyperlink" Target="http://bit.ly/33VAFh3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11" Type="http://schemas.openxmlformats.org/officeDocument/2006/relationships/hyperlink" Target="http://bit.ly/30B07Gq" TargetMode="External"/><Relationship Id="rId5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10" Type="http://schemas.openxmlformats.org/officeDocument/2006/relationships/hyperlink" Target="https://bit.ly/3A1uf1Q" TargetMode="External"/><Relationship Id="rId4" Type="http://schemas.openxmlformats.org/officeDocument/2006/relationships/hyperlink" Target="https://slidesgo.com/slidesgo-school/presentation-tips/how-to-edit-the-master-slides-in-our-templates?utm_source=slidesgo_template&amp;utm_medium=referral-link&amp;utm_campaign=how-to-edit-the-master-slides-in-our-templates&amp;utm_term=slidesgo-school&amp;utm_content=how-to-edit-the-master-slides-in-our-templates" TargetMode="External"/><Relationship Id="rId9" Type="http://schemas.openxmlformats.org/officeDocument/2006/relationships/hyperlink" Target="https://www.videvo.net/?utm_source=slidesgo_template&amp;utm_medium=referral-link&amp;utm_campaign=sg_resources&amp;utm_content=videvo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png"/><Relationship Id="rId4" Type="http://schemas.openxmlformats.org/officeDocument/2006/relationships/hyperlink" Target="https://docs.google.com/spreadsheets/d/1Fk2_hYGdh0Mnn-RJ8oRgR83Du1Bs26k6Q-EKhf4KJrU/copy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3"/>
          <p:cNvSpPr txBox="1">
            <a:spLocks noGrp="1"/>
          </p:cNvSpPr>
          <p:nvPr>
            <p:ph type="ctrTitle"/>
          </p:nvPr>
        </p:nvSpPr>
        <p:spPr>
          <a:xfrm>
            <a:off x="713225" y="539500"/>
            <a:ext cx="7717500" cy="2766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300"/>
              <a:t>Social and Behavioral Sciences in Public Health - </a:t>
            </a:r>
            <a:r>
              <a:rPr lang="en" sz="3800" b="0"/>
              <a:t>Doctor of Philosophy (Ph.D.) in Public Health Sciences</a:t>
            </a:r>
            <a:endParaRPr sz="3300" b="0"/>
          </a:p>
        </p:txBody>
      </p:sp>
      <p:sp>
        <p:nvSpPr>
          <p:cNvPr id="158" name="Google Shape;158;p23"/>
          <p:cNvSpPr txBox="1">
            <a:spLocks noGrp="1"/>
          </p:cNvSpPr>
          <p:nvPr>
            <p:ph type="subTitle" idx="1"/>
          </p:nvPr>
        </p:nvSpPr>
        <p:spPr>
          <a:xfrm>
            <a:off x="2307675" y="4128197"/>
            <a:ext cx="45288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 is where your presentation begins</a:t>
            </a:r>
            <a:endParaRPr/>
          </a:p>
        </p:txBody>
      </p:sp>
      <p:grpSp>
        <p:nvGrpSpPr>
          <p:cNvPr id="159" name="Google Shape;159;p23"/>
          <p:cNvGrpSpPr/>
          <p:nvPr/>
        </p:nvGrpSpPr>
        <p:grpSpPr>
          <a:xfrm>
            <a:off x="8202246" y="1499309"/>
            <a:ext cx="858731" cy="1639529"/>
            <a:chOff x="3994396" y="1674709"/>
            <a:chExt cx="858731" cy="1639529"/>
          </a:xfrm>
        </p:grpSpPr>
        <p:sp>
          <p:nvSpPr>
            <p:cNvPr id="160" name="Google Shape;160;p23"/>
            <p:cNvSpPr/>
            <p:nvPr/>
          </p:nvSpPr>
          <p:spPr>
            <a:xfrm>
              <a:off x="3994396" y="2913152"/>
              <a:ext cx="858731" cy="401085"/>
            </a:xfrm>
            <a:custGeom>
              <a:avLst/>
              <a:gdLst/>
              <a:ahLst/>
              <a:cxnLst/>
              <a:rect l="l" t="t" r="r" b="b"/>
              <a:pathLst>
                <a:path w="294086" h="137358" extrusionOk="0">
                  <a:moveTo>
                    <a:pt x="247795" y="11716"/>
                  </a:moveTo>
                  <a:cubicBezTo>
                    <a:pt x="249891" y="10763"/>
                    <a:pt x="251986" y="9906"/>
                    <a:pt x="254177" y="9144"/>
                  </a:cubicBezTo>
                  <a:cubicBezTo>
                    <a:pt x="254558" y="9049"/>
                    <a:pt x="255034" y="8954"/>
                    <a:pt x="255415" y="8858"/>
                  </a:cubicBezTo>
                  <a:cubicBezTo>
                    <a:pt x="260559" y="7430"/>
                    <a:pt x="261987" y="7049"/>
                    <a:pt x="267131" y="6858"/>
                  </a:cubicBezTo>
                  <a:cubicBezTo>
                    <a:pt x="271798" y="6668"/>
                    <a:pt x="275513" y="7049"/>
                    <a:pt x="280085" y="6858"/>
                  </a:cubicBezTo>
                  <a:cubicBezTo>
                    <a:pt x="283323" y="6858"/>
                    <a:pt x="287229" y="6286"/>
                    <a:pt x="290467" y="5429"/>
                  </a:cubicBezTo>
                  <a:cubicBezTo>
                    <a:pt x="291134" y="5429"/>
                    <a:pt x="291610" y="5239"/>
                    <a:pt x="291705" y="5144"/>
                  </a:cubicBezTo>
                  <a:cubicBezTo>
                    <a:pt x="291705" y="5144"/>
                    <a:pt x="291705" y="5144"/>
                    <a:pt x="291705" y="5144"/>
                  </a:cubicBezTo>
                  <a:cubicBezTo>
                    <a:pt x="292563" y="4858"/>
                    <a:pt x="293420" y="4667"/>
                    <a:pt x="294087" y="4286"/>
                  </a:cubicBezTo>
                  <a:cubicBezTo>
                    <a:pt x="294087" y="4286"/>
                    <a:pt x="291420" y="4001"/>
                    <a:pt x="287514" y="3620"/>
                  </a:cubicBezTo>
                  <a:lnTo>
                    <a:pt x="287514" y="3620"/>
                  </a:lnTo>
                  <a:cubicBezTo>
                    <a:pt x="276370" y="2477"/>
                    <a:pt x="254558" y="286"/>
                    <a:pt x="248843" y="0"/>
                  </a:cubicBezTo>
                  <a:cubicBezTo>
                    <a:pt x="244938" y="1715"/>
                    <a:pt x="237889" y="6953"/>
                    <a:pt x="237889" y="6953"/>
                  </a:cubicBezTo>
                  <a:cubicBezTo>
                    <a:pt x="238270" y="7430"/>
                    <a:pt x="239508" y="7715"/>
                    <a:pt x="241032" y="7906"/>
                  </a:cubicBezTo>
                  <a:cubicBezTo>
                    <a:pt x="236175" y="11144"/>
                    <a:pt x="229888" y="14383"/>
                    <a:pt x="222459" y="17431"/>
                  </a:cubicBezTo>
                  <a:cubicBezTo>
                    <a:pt x="218363" y="19145"/>
                    <a:pt x="213886" y="20765"/>
                    <a:pt x="209981" y="22479"/>
                  </a:cubicBezTo>
                  <a:cubicBezTo>
                    <a:pt x="197694" y="27718"/>
                    <a:pt x="181692" y="35528"/>
                    <a:pt x="176834" y="39338"/>
                  </a:cubicBezTo>
                  <a:cubicBezTo>
                    <a:pt x="174738" y="40958"/>
                    <a:pt x="171976" y="42577"/>
                    <a:pt x="168928" y="44101"/>
                  </a:cubicBezTo>
                  <a:cubicBezTo>
                    <a:pt x="167214" y="43910"/>
                    <a:pt x="165404" y="43815"/>
                    <a:pt x="163594" y="43720"/>
                  </a:cubicBezTo>
                  <a:cubicBezTo>
                    <a:pt x="163594" y="43720"/>
                    <a:pt x="163594" y="43529"/>
                    <a:pt x="163594" y="43434"/>
                  </a:cubicBezTo>
                  <a:cubicBezTo>
                    <a:pt x="162737" y="43434"/>
                    <a:pt x="161880" y="43434"/>
                    <a:pt x="161022" y="43434"/>
                  </a:cubicBezTo>
                  <a:cubicBezTo>
                    <a:pt x="160737" y="43434"/>
                    <a:pt x="160451" y="43434"/>
                    <a:pt x="160165" y="43434"/>
                  </a:cubicBezTo>
                  <a:cubicBezTo>
                    <a:pt x="160165" y="43434"/>
                    <a:pt x="160070" y="43434"/>
                    <a:pt x="159975" y="43529"/>
                  </a:cubicBezTo>
                  <a:cubicBezTo>
                    <a:pt x="157974" y="43529"/>
                    <a:pt x="156069" y="43625"/>
                    <a:pt x="154069" y="43720"/>
                  </a:cubicBezTo>
                  <a:cubicBezTo>
                    <a:pt x="153974" y="42005"/>
                    <a:pt x="154069" y="40672"/>
                    <a:pt x="154545" y="40100"/>
                  </a:cubicBezTo>
                  <a:cubicBezTo>
                    <a:pt x="163785" y="30385"/>
                    <a:pt x="162546" y="21812"/>
                    <a:pt x="172071" y="12097"/>
                  </a:cubicBezTo>
                  <a:cubicBezTo>
                    <a:pt x="173119" y="11049"/>
                    <a:pt x="174167" y="10192"/>
                    <a:pt x="175596" y="9334"/>
                  </a:cubicBezTo>
                  <a:cubicBezTo>
                    <a:pt x="175691" y="9334"/>
                    <a:pt x="175786" y="9334"/>
                    <a:pt x="175977" y="9334"/>
                  </a:cubicBezTo>
                  <a:cubicBezTo>
                    <a:pt x="176643" y="9334"/>
                    <a:pt x="177215" y="9430"/>
                    <a:pt x="178072" y="9334"/>
                  </a:cubicBezTo>
                  <a:cubicBezTo>
                    <a:pt x="179310" y="9144"/>
                    <a:pt x="180168" y="8763"/>
                    <a:pt x="181025" y="8382"/>
                  </a:cubicBezTo>
                  <a:cubicBezTo>
                    <a:pt x="184644" y="6668"/>
                    <a:pt x="185597" y="6191"/>
                    <a:pt x="190836" y="5429"/>
                  </a:cubicBezTo>
                  <a:cubicBezTo>
                    <a:pt x="195598" y="4667"/>
                    <a:pt x="200170" y="4572"/>
                    <a:pt x="204837" y="3905"/>
                  </a:cubicBezTo>
                  <a:cubicBezTo>
                    <a:pt x="209600" y="3239"/>
                    <a:pt x="215029" y="1810"/>
                    <a:pt x="216363" y="286"/>
                  </a:cubicBezTo>
                  <a:lnTo>
                    <a:pt x="190836" y="286"/>
                  </a:lnTo>
                  <a:cubicBezTo>
                    <a:pt x="181882" y="762"/>
                    <a:pt x="170262" y="1905"/>
                    <a:pt x="161213" y="2572"/>
                  </a:cubicBezTo>
                  <a:cubicBezTo>
                    <a:pt x="159498" y="4382"/>
                    <a:pt x="159213" y="9239"/>
                    <a:pt x="159213" y="9239"/>
                  </a:cubicBezTo>
                  <a:cubicBezTo>
                    <a:pt x="159498" y="9239"/>
                    <a:pt x="159879" y="9334"/>
                    <a:pt x="160165" y="9430"/>
                  </a:cubicBezTo>
                  <a:cubicBezTo>
                    <a:pt x="159308" y="12764"/>
                    <a:pt x="156831" y="16193"/>
                    <a:pt x="152545" y="19717"/>
                  </a:cubicBezTo>
                  <a:cubicBezTo>
                    <a:pt x="150354" y="21527"/>
                    <a:pt x="147783" y="23241"/>
                    <a:pt x="145782" y="25051"/>
                  </a:cubicBezTo>
                  <a:cubicBezTo>
                    <a:pt x="139591" y="30575"/>
                    <a:pt x="132543" y="38481"/>
                    <a:pt x="132352" y="42005"/>
                  </a:cubicBezTo>
                  <a:cubicBezTo>
                    <a:pt x="132352" y="43244"/>
                    <a:pt x="131685" y="44387"/>
                    <a:pt x="130828" y="45625"/>
                  </a:cubicBezTo>
                  <a:cubicBezTo>
                    <a:pt x="130638" y="45625"/>
                    <a:pt x="130352" y="45625"/>
                    <a:pt x="130161" y="45625"/>
                  </a:cubicBezTo>
                  <a:cubicBezTo>
                    <a:pt x="130161" y="45625"/>
                    <a:pt x="130161" y="45625"/>
                    <a:pt x="130161" y="45625"/>
                  </a:cubicBezTo>
                  <a:cubicBezTo>
                    <a:pt x="128352" y="45815"/>
                    <a:pt x="126447" y="46101"/>
                    <a:pt x="124637" y="46292"/>
                  </a:cubicBezTo>
                  <a:cubicBezTo>
                    <a:pt x="124637" y="46292"/>
                    <a:pt x="124637" y="46292"/>
                    <a:pt x="124637" y="46292"/>
                  </a:cubicBezTo>
                  <a:lnTo>
                    <a:pt x="124637" y="46292"/>
                  </a:lnTo>
                  <a:cubicBezTo>
                    <a:pt x="121589" y="50102"/>
                    <a:pt x="118541" y="53912"/>
                    <a:pt x="115302" y="57722"/>
                  </a:cubicBezTo>
                  <a:cubicBezTo>
                    <a:pt x="112731" y="60770"/>
                    <a:pt x="114159" y="62579"/>
                    <a:pt x="107206" y="65437"/>
                  </a:cubicBezTo>
                  <a:cubicBezTo>
                    <a:pt x="102253" y="67437"/>
                    <a:pt x="98729" y="69533"/>
                    <a:pt x="96443" y="71628"/>
                  </a:cubicBezTo>
                  <a:cubicBezTo>
                    <a:pt x="94538" y="71628"/>
                    <a:pt x="92633" y="71819"/>
                    <a:pt x="90823" y="71819"/>
                  </a:cubicBezTo>
                  <a:cubicBezTo>
                    <a:pt x="90823" y="72962"/>
                    <a:pt x="91299" y="74009"/>
                    <a:pt x="91776" y="75057"/>
                  </a:cubicBezTo>
                  <a:cubicBezTo>
                    <a:pt x="91966" y="75343"/>
                    <a:pt x="92157" y="75629"/>
                    <a:pt x="92252" y="76009"/>
                  </a:cubicBezTo>
                  <a:cubicBezTo>
                    <a:pt x="90156" y="76772"/>
                    <a:pt x="87870" y="77438"/>
                    <a:pt x="85489" y="78105"/>
                  </a:cubicBezTo>
                  <a:cubicBezTo>
                    <a:pt x="77964" y="80201"/>
                    <a:pt x="68439" y="84011"/>
                    <a:pt x="64058" y="86011"/>
                  </a:cubicBezTo>
                  <a:cubicBezTo>
                    <a:pt x="63010" y="86487"/>
                    <a:pt x="62153" y="86963"/>
                    <a:pt x="61486" y="87440"/>
                  </a:cubicBezTo>
                  <a:cubicBezTo>
                    <a:pt x="58819" y="89630"/>
                    <a:pt x="58438" y="91631"/>
                    <a:pt x="57676" y="94107"/>
                  </a:cubicBezTo>
                  <a:cubicBezTo>
                    <a:pt x="57676" y="94393"/>
                    <a:pt x="57486" y="94774"/>
                    <a:pt x="57295" y="95059"/>
                  </a:cubicBezTo>
                  <a:cubicBezTo>
                    <a:pt x="56247" y="95250"/>
                    <a:pt x="55200" y="95441"/>
                    <a:pt x="54152" y="95726"/>
                  </a:cubicBezTo>
                  <a:cubicBezTo>
                    <a:pt x="52342" y="99251"/>
                    <a:pt x="51009" y="102870"/>
                    <a:pt x="50247" y="106299"/>
                  </a:cubicBezTo>
                  <a:cubicBezTo>
                    <a:pt x="50056" y="107347"/>
                    <a:pt x="49770" y="108395"/>
                    <a:pt x="50532" y="109252"/>
                  </a:cubicBezTo>
                  <a:cubicBezTo>
                    <a:pt x="50628" y="109347"/>
                    <a:pt x="50818" y="109538"/>
                    <a:pt x="50913" y="109633"/>
                  </a:cubicBezTo>
                  <a:cubicBezTo>
                    <a:pt x="51104" y="109728"/>
                    <a:pt x="51485" y="109823"/>
                    <a:pt x="51675" y="110014"/>
                  </a:cubicBezTo>
                  <a:cubicBezTo>
                    <a:pt x="50818" y="111347"/>
                    <a:pt x="50151" y="112586"/>
                    <a:pt x="49675" y="113824"/>
                  </a:cubicBezTo>
                  <a:cubicBezTo>
                    <a:pt x="51009" y="113824"/>
                    <a:pt x="49675" y="113824"/>
                    <a:pt x="51104" y="113824"/>
                  </a:cubicBezTo>
                  <a:cubicBezTo>
                    <a:pt x="51866" y="113824"/>
                    <a:pt x="52723" y="113729"/>
                    <a:pt x="53485" y="113633"/>
                  </a:cubicBezTo>
                  <a:cubicBezTo>
                    <a:pt x="53104" y="114109"/>
                    <a:pt x="52628" y="114586"/>
                    <a:pt x="51866" y="115062"/>
                  </a:cubicBezTo>
                  <a:cubicBezTo>
                    <a:pt x="52437" y="115062"/>
                    <a:pt x="53295" y="115062"/>
                    <a:pt x="54152" y="114967"/>
                  </a:cubicBezTo>
                  <a:cubicBezTo>
                    <a:pt x="53390" y="116110"/>
                    <a:pt x="52628" y="117158"/>
                    <a:pt x="52056" y="118015"/>
                  </a:cubicBezTo>
                  <a:cubicBezTo>
                    <a:pt x="51771" y="117920"/>
                    <a:pt x="51580" y="117729"/>
                    <a:pt x="51294" y="117634"/>
                  </a:cubicBezTo>
                  <a:cubicBezTo>
                    <a:pt x="48151" y="118110"/>
                    <a:pt x="45389" y="118777"/>
                    <a:pt x="42722" y="119634"/>
                  </a:cubicBezTo>
                  <a:cubicBezTo>
                    <a:pt x="43103" y="118396"/>
                    <a:pt x="42722" y="117158"/>
                    <a:pt x="41198" y="116205"/>
                  </a:cubicBezTo>
                  <a:cubicBezTo>
                    <a:pt x="37864" y="114014"/>
                    <a:pt x="28434" y="112967"/>
                    <a:pt x="18338" y="114205"/>
                  </a:cubicBezTo>
                  <a:cubicBezTo>
                    <a:pt x="23291" y="114395"/>
                    <a:pt x="25386" y="115919"/>
                    <a:pt x="24434" y="117539"/>
                  </a:cubicBezTo>
                  <a:cubicBezTo>
                    <a:pt x="23481" y="119158"/>
                    <a:pt x="20148" y="120872"/>
                    <a:pt x="16433" y="122492"/>
                  </a:cubicBezTo>
                  <a:cubicBezTo>
                    <a:pt x="12718" y="124111"/>
                    <a:pt x="8622" y="125635"/>
                    <a:pt x="5479" y="127254"/>
                  </a:cubicBezTo>
                  <a:cubicBezTo>
                    <a:pt x="-236" y="130302"/>
                    <a:pt x="-1760" y="133636"/>
                    <a:pt x="2241" y="135827"/>
                  </a:cubicBezTo>
                  <a:cubicBezTo>
                    <a:pt x="3860" y="136684"/>
                    <a:pt x="6717" y="137446"/>
                    <a:pt x="10813" y="137351"/>
                  </a:cubicBezTo>
                  <a:cubicBezTo>
                    <a:pt x="14909" y="137255"/>
                    <a:pt x="19386" y="136303"/>
                    <a:pt x="23291" y="135446"/>
                  </a:cubicBezTo>
                  <a:cubicBezTo>
                    <a:pt x="24434" y="135160"/>
                    <a:pt x="25958" y="134779"/>
                    <a:pt x="27577" y="134398"/>
                  </a:cubicBezTo>
                  <a:cubicBezTo>
                    <a:pt x="33197" y="135255"/>
                    <a:pt x="41484" y="135255"/>
                    <a:pt x="49294" y="134684"/>
                  </a:cubicBezTo>
                  <a:cubicBezTo>
                    <a:pt x="55771" y="134207"/>
                    <a:pt x="62820" y="133350"/>
                    <a:pt x="68916" y="132017"/>
                  </a:cubicBezTo>
                  <a:cubicBezTo>
                    <a:pt x="77869" y="130016"/>
                    <a:pt x="77679" y="128873"/>
                    <a:pt x="81584" y="126302"/>
                  </a:cubicBezTo>
                  <a:cubicBezTo>
                    <a:pt x="80441" y="127064"/>
                    <a:pt x="77488" y="127540"/>
                    <a:pt x="74726" y="127635"/>
                  </a:cubicBezTo>
                  <a:cubicBezTo>
                    <a:pt x="74726" y="127635"/>
                    <a:pt x="74726" y="127635"/>
                    <a:pt x="74726" y="127635"/>
                  </a:cubicBezTo>
                  <a:cubicBezTo>
                    <a:pt x="75488" y="126968"/>
                    <a:pt x="75964" y="126397"/>
                    <a:pt x="76250" y="125730"/>
                  </a:cubicBezTo>
                  <a:cubicBezTo>
                    <a:pt x="76631" y="125063"/>
                    <a:pt x="76917" y="124397"/>
                    <a:pt x="78060" y="123730"/>
                  </a:cubicBezTo>
                  <a:cubicBezTo>
                    <a:pt x="79107" y="123063"/>
                    <a:pt x="80917" y="122492"/>
                    <a:pt x="82632" y="121920"/>
                  </a:cubicBezTo>
                  <a:cubicBezTo>
                    <a:pt x="83394" y="121730"/>
                    <a:pt x="84156" y="121444"/>
                    <a:pt x="84537" y="121158"/>
                  </a:cubicBezTo>
                  <a:cubicBezTo>
                    <a:pt x="85584" y="120396"/>
                    <a:pt x="81489" y="120587"/>
                    <a:pt x="83203" y="119634"/>
                  </a:cubicBezTo>
                  <a:cubicBezTo>
                    <a:pt x="83584" y="119348"/>
                    <a:pt x="84441" y="119158"/>
                    <a:pt x="84251" y="118872"/>
                  </a:cubicBezTo>
                  <a:cubicBezTo>
                    <a:pt x="84251" y="118777"/>
                    <a:pt x="83775" y="118682"/>
                    <a:pt x="83775" y="118586"/>
                  </a:cubicBezTo>
                  <a:cubicBezTo>
                    <a:pt x="83775" y="118396"/>
                    <a:pt x="84632" y="118205"/>
                    <a:pt x="84918" y="118015"/>
                  </a:cubicBezTo>
                  <a:cubicBezTo>
                    <a:pt x="85299" y="117729"/>
                    <a:pt x="85013" y="117539"/>
                    <a:pt x="84632" y="117443"/>
                  </a:cubicBezTo>
                  <a:cubicBezTo>
                    <a:pt x="84251" y="117253"/>
                    <a:pt x="83775" y="117158"/>
                    <a:pt x="83679" y="116967"/>
                  </a:cubicBezTo>
                  <a:cubicBezTo>
                    <a:pt x="83489" y="116205"/>
                    <a:pt x="84346" y="115443"/>
                    <a:pt x="80441" y="115729"/>
                  </a:cubicBezTo>
                  <a:cubicBezTo>
                    <a:pt x="78536" y="115824"/>
                    <a:pt x="76250" y="116015"/>
                    <a:pt x="73678" y="116300"/>
                  </a:cubicBezTo>
                  <a:lnTo>
                    <a:pt x="76155" y="113919"/>
                  </a:lnTo>
                  <a:cubicBezTo>
                    <a:pt x="78060" y="113824"/>
                    <a:pt x="79298" y="113729"/>
                    <a:pt x="79298" y="113633"/>
                  </a:cubicBezTo>
                  <a:cubicBezTo>
                    <a:pt x="79965" y="113157"/>
                    <a:pt x="79965" y="112681"/>
                    <a:pt x="80346" y="112014"/>
                  </a:cubicBezTo>
                  <a:cubicBezTo>
                    <a:pt x="86251" y="111443"/>
                    <a:pt x="93204" y="109823"/>
                    <a:pt x="99967" y="107918"/>
                  </a:cubicBezTo>
                  <a:cubicBezTo>
                    <a:pt x="100062" y="107918"/>
                    <a:pt x="100253" y="107918"/>
                    <a:pt x="100348" y="107918"/>
                  </a:cubicBezTo>
                  <a:cubicBezTo>
                    <a:pt x="100539" y="107918"/>
                    <a:pt x="100634" y="107823"/>
                    <a:pt x="100824" y="107728"/>
                  </a:cubicBezTo>
                  <a:cubicBezTo>
                    <a:pt x="107682" y="105728"/>
                    <a:pt x="114159" y="103537"/>
                    <a:pt x="118922" y="102299"/>
                  </a:cubicBezTo>
                  <a:cubicBezTo>
                    <a:pt x="120351" y="101918"/>
                    <a:pt x="121875" y="101441"/>
                    <a:pt x="122922" y="100965"/>
                  </a:cubicBezTo>
                  <a:cubicBezTo>
                    <a:pt x="125018" y="100013"/>
                    <a:pt x="125304" y="99060"/>
                    <a:pt x="125589" y="98203"/>
                  </a:cubicBezTo>
                  <a:cubicBezTo>
                    <a:pt x="127971" y="90773"/>
                    <a:pt x="136924" y="83915"/>
                    <a:pt x="149497" y="76772"/>
                  </a:cubicBezTo>
                  <a:cubicBezTo>
                    <a:pt x="154164" y="75248"/>
                    <a:pt x="157498" y="74200"/>
                    <a:pt x="157498" y="74200"/>
                  </a:cubicBezTo>
                  <a:cubicBezTo>
                    <a:pt x="158927" y="73533"/>
                    <a:pt x="163118" y="72866"/>
                    <a:pt x="165404" y="72390"/>
                  </a:cubicBezTo>
                  <a:cubicBezTo>
                    <a:pt x="168642" y="71723"/>
                    <a:pt x="171690" y="71057"/>
                    <a:pt x="174834" y="70390"/>
                  </a:cubicBezTo>
                  <a:cubicBezTo>
                    <a:pt x="176834" y="69914"/>
                    <a:pt x="178739" y="69342"/>
                    <a:pt x="180168" y="68866"/>
                  </a:cubicBezTo>
                  <a:cubicBezTo>
                    <a:pt x="182358" y="68104"/>
                    <a:pt x="183501" y="67151"/>
                    <a:pt x="183311" y="66389"/>
                  </a:cubicBezTo>
                  <a:lnTo>
                    <a:pt x="183311" y="66104"/>
                  </a:lnTo>
                  <a:cubicBezTo>
                    <a:pt x="182358" y="65437"/>
                    <a:pt x="176548" y="65437"/>
                    <a:pt x="176739" y="65056"/>
                  </a:cubicBezTo>
                  <a:cubicBezTo>
                    <a:pt x="177310" y="64103"/>
                    <a:pt x="174834" y="64008"/>
                    <a:pt x="172929" y="65056"/>
                  </a:cubicBezTo>
                  <a:cubicBezTo>
                    <a:pt x="171405" y="65913"/>
                    <a:pt x="171690" y="66770"/>
                    <a:pt x="168547" y="67342"/>
                  </a:cubicBezTo>
                  <a:cubicBezTo>
                    <a:pt x="167309" y="67532"/>
                    <a:pt x="165690" y="67628"/>
                    <a:pt x="164261" y="67913"/>
                  </a:cubicBezTo>
                  <a:cubicBezTo>
                    <a:pt x="162642" y="68199"/>
                    <a:pt x="161022" y="68675"/>
                    <a:pt x="159403" y="69056"/>
                  </a:cubicBezTo>
                  <a:cubicBezTo>
                    <a:pt x="159213" y="69056"/>
                    <a:pt x="159117" y="69056"/>
                    <a:pt x="158927" y="69056"/>
                  </a:cubicBezTo>
                  <a:cubicBezTo>
                    <a:pt x="171309" y="61913"/>
                    <a:pt x="182358" y="54674"/>
                    <a:pt x="191121" y="47434"/>
                  </a:cubicBezTo>
                  <a:cubicBezTo>
                    <a:pt x="190264" y="47244"/>
                    <a:pt x="189312" y="47149"/>
                    <a:pt x="188359" y="47054"/>
                  </a:cubicBezTo>
                  <a:cubicBezTo>
                    <a:pt x="191788" y="44006"/>
                    <a:pt x="194741" y="41339"/>
                    <a:pt x="196551" y="40481"/>
                  </a:cubicBezTo>
                  <a:cubicBezTo>
                    <a:pt x="216744" y="31052"/>
                    <a:pt x="226935" y="21527"/>
                    <a:pt x="247414" y="12097"/>
                  </a:cubicBezTo>
                  <a:close/>
                  <a:moveTo>
                    <a:pt x="85013" y="84677"/>
                  </a:moveTo>
                  <a:cubicBezTo>
                    <a:pt x="87299" y="83725"/>
                    <a:pt x="90823" y="82296"/>
                    <a:pt x="94538" y="80772"/>
                  </a:cubicBezTo>
                  <a:cubicBezTo>
                    <a:pt x="95014" y="82010"/>
                    <a:pt x="95586" y="84392"/>
                    <a:pt x="92538" y="85058"/>
                  </a:cubicBezTo>
                  <a:cubicBezTo>
                    <a:pt x="90633" y="85534"/>
                    <a:pt x="87585" y="85725"/>
                    <a:pt x="86918" y="86392"/>
                  </a:cubicBezTo>
                  <a:cubicBezTo>
                    <a:pt x="86537" y="86678"/>
                    <a:pt x="87108" y="86963"/>
                    <a:pt x="87394" y="87154"/>
                  </a:cubicBezTo>
                  <a:cubicBezTo>
                    <a:pt x="88156" y="87821"/>
                    <a:pt x="84537" y="89630"/>
                    <a:pt x="80441" y="91535"/>
                  </a:cubicBezTo>
                  <a:cubicBezTo>
                    <a:pt x="79488" y="91535"/>
                    <a:pt x="78536" y="91726"/>
                    <a:pt x="77583" y="91821"/>
                  </a:cubicBezTo>
                  <a:cubicBezTo>
                    <a:pt x="77583" y="91345"/>
                    <a:pt x="77583" y="90869"/>
                    <a:pt x="77583" y="90488"/>
                  </a:cubicBezTo>
                  <a:cubicBezTo>
                    <a:pt x="77583" y="88678"/>
                    <a:pt x="80250" y="86582"/>
                    <a:pt x="85013" y="84677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1" name="Google Shape;161;p23"/>
            <p:cNvSpPr/>
            <p:nvPr/>
          </p:nvSpPr>
          <p:spPr>
            <a:xfrm>
              <a:off x="4557250" y="1705379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3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97"/>
                  </a:cubicBezTo>
                  <a:cubicBezTo>
                    <a:pt x="35921" y="59050"/>
                    <a:pt x="35921" y="56573"/>
                    <a:pt x="37160" y="54287"/>
                  </a:cubicBezTo>
                  <a:cubicBezTo>
                    <a:pt x="37541" y="53620"/>
                    <a:pt x="38207" y="53144"/>
                    <a:pt x="38779" y="52668"/>
                  </a:cubicBezTo>
                  <a:cubicBezTo>
                    <a:pt x="39350" y="52192"/>
                    <a:pt x="39922" y="51525"/>
                    <a:pt x="39827" y="50763"/>
                  </a:cubicBezTo>
                  <a:cubicBezTo>
                    <a:pt x="39827" y="50096"/>
                    <a:pt x="39160" y="49429"/>
                    <a:pt x="39446" y="48858"/>
                  </a:cubicBezTo>
                  <a:cubicBezTo>
                    <a:pt x="39636" y="48477"/>
                    <a:pt x="40017" y="48191"/>
                    <a:pt x="40303" y="47905"/>
                  </a:cubicBezTo>
                  <a:cubicBezTo>
                    <a:pt x="40684" y="47239"/>
                    <a:pt x="40303" y="46381"/>
                    <a:pt x="40303" y="45619"/>
                  </a:cubicBezTo>
                  <a:cubicBezTo>
                    <a:pt x="39922" y="42476"/>
                    <a:pt x="43732" y="43238"/>
                    <a:pt x="43637" y="40857"/>
                  </a:cubicBezTo>
                  <a:cubicBezTo>
                    <a:pt x="43637" y="40000"/>
                    <a:pt x="43160" y="39238"/>
                    <a:pt x="42684" y="38571"/>
                  </a:cubicBezTo>
                  <a:cubicBezTo>
                    <a:pt x="41636" y="36856"/>
                    <a:pt x="40684" y="34951"/>
                    <a:pt x="40493" y="32951"/>
                  </a:cubicBezTo>
                  <a:cubicBezTo>
                    <a:pt x="40208" y="30856"/>
                    <a:pt x="40779" y="28665"/>
                    <a:pt x="41351" y="26665"/>
                  </a:cubicBezTo>
                  <a:cubicBezTo>
                    <a:pt x="41827" y="24760"/>
                    <a:pt x="42113" y="22759"/>
                    <a:pt x="42208" y="20759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2" name="Google Shape;162;p23"/>
            <p:cNvSpPr/>
            <p:nvPr/>
          </p:nvSpPr>
          <p:spPr>
            <a:xfrm>
              <a:off x="4595235" y="1920040"/>
              <a:ext cx="170986" cy="428706"/>
            </a:xfrm>
            <a:custGeom>
              <a:avLst/>
              <a:gdLst/>
              <a:ahLst/>
              <a:cxnLst/>
              <a:rect l="l" t="t" r="r" b="b"/>
              <a:pathLst>
                <a:path w="58557" h="146817" extrusionOk="0">
                  <a:moveTo>
                    <a:pt x="57580" y="132387"/>
                  </a:moveTo>
                  <a:cubicBezTo>
                    <a:pt x="56818" y="130768"/>
                    <a:pt x="55675" y="128958"/>
                    <a:pt x="54246" y="127529"/>
                  </a:cubicBezTo>
                  <a:cubicBezTo>
                    <a:pt x="52055" y="125338"/>
                    <a:pt x="49769" y="123243"/>
                    <a:pt x="47388" y="121243"/>
                  </a:cubicBezTo>
                  <a:cubicBezTo>
                    <a:pt x="45674" y="119814"/>
                    <a:pt x="42435" y="117623"/>
                    <a:pt x="41864" y="115528"/>
                  </a:cubicBezTo>
                  <a:cubicBezTo>
                    <a:pt x="41864" y="115528"/>
                    <a:pt x="27481" y="90382"/>
                    <a:pt x="21861" y="81809"/>
                  </a:cubicBezTo>
                  <a:cubicBezTo>
                    <a:pt x="18432" y="76475"/>
                    <a:pt x="17099" y="70189"/>
                    <a:pt x="18242" y="63902"/>
                  </a:cubicBezTo>
                  <a:cubicBezTo>
                    <a:pt x="21194" y="47710"/>
                    <a:pt x="26528" y="16087"/>
                    <a:pt x="25004" y="8276"/>
                  </a:cubicBezTo>
                  <a:cubicBezTo>
                    <a:pt x="23099" y="-2201"/>
                    <a:pt x="8240" y="-2963"/>
                    <a:pt x="5478" y="7324"/>
                  </a:cubicBezTo>
                  <a:cubicBezTo>
                    <a:pt x="5478" y="7514"/>
                    <a:pt x="5478" y="7705"/>
                    <a:pt x="5383" y="7800"/>
                  </a:cubicBezTo>
                  <a:cubicBezTo>
                    <a:pt x="2144" y="21516"/>
                    <a:pt x="2240" y="45138"/>
                    <a:pt x="1097" y="55996"/>
                  </a:cubicBezTo>
                  <a:cubicBezTo>
                    <a:pt x="239" y="64093"/>
                    <a:pt x="-618" y="70570"/>
                    <a:pt x="620" y="77523"/>
                  </a:cubicBezTo>
                  <a:cubicBezTo>
                    <a:pt x="906" y="79047"/>
                    <a:pt x="1478" y="80476"/>
                    <a:pt x="2240" y="81904"/>
                  </a:cubicBezTo>
                  <a:cubicBezTo>
                    <a:pt x="5288" y="87619"/>
                    <a:pt x="12241" y="98383"/>
                    <a:pt x="18242" y="104002"/>
                  </a:cubicBezTo>
                  <a:cubicBezTo>
                    <a:pt x="25766" y="110956"/>
                    <a:pt x="31100" y="121433"/>
                    <a:pt x="31100" y="121433"/>
                  </a:cubicBezTo>
                  <a:cubicBezTo>
                    <a:pt x="32720" y="124386"/>
                    <a:pt x="33863" y="127720"/>
                    <a:pt x="36244" y="130577"/>
                  </a:cubicBezTo>
                  <a:cubicBezTo>
                    <a:pt x="37577" y="132196"/>
                    <a:pt x="39006" y="134101"/>
                    <a:pt x="40625" y="135340"/>
                  </a:cubicBezTo>
                  <a:cubicBezTo>
                    <a:pt x="41768" y="136197"/>
                    <a:pt x="43292" y="136387"/>
                    <a:pt x="44245" y="137054"/>
                  </a:cubicBezTo>
                  <a:cubicBezTo>
                    <a:pt x="46626" y="138769"/>
                    <a:pt x="45197" y="141531"/>
                    <a:pt x="45578" y="144293"/>
                  </a:cubicBezTo>
                  <a:cubicBezTo>
                    <a:pt x="46055" y="147722"/>
                    <a:pt x="48531" y="147532"/>
                    <a:pt x="49293" y="144484"/>
                  </a:cubicBezTo>
                  <a:cubicBezTo>
                    <a:pt x="49579" y="143150"/>
                    <a:pt x="55484" y="143150"/>
                    <a:pt x="57104" y="141245"/>
                  </a:cubicBezTo>
                  <a:lnTo>
                    <a:pt x="57580" y="140388"/>
                  </a:lnTo>
                  <a:cubicBezTo>
                    <a:pt x="58818" y="137911"/>
                    <a:pt x="58913" y="135054"/>
                    <a:pt x="57675" y="132577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" name="Google Shape;163;p23"/>
            <p:cNvSpPr/>
            <p:nvPr/>
          </p:nvSpPr>
          <p:spPr>
            <a:xfrm>
              <a:off x="4614162" y="193198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8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23"/>
            <p:cNvSpPr/>
            <p:nvPr/>
          </p:nvSpPr>
          <p:spPr>
            <a:xfrm>
              <a:off x="4556547" y="2168121"/>
              <a:ext cx="288657" cy="758067"/>
            </a:xfrm>
            <a:custGeom>
              <a:avLst/>
              <a:gdLst/>
              <a:ahLst/>
              <a:cxnLst/>
              <a:rect l="l" t="t" r="r" b="b"/>
              <a:pathLst>
                <a:path w="98855" h="259612" extrusionOk="0">
                  <a:moveTo>
                    <a:pt x="4063" y="5870"/>
                  </a:moveTo>
                  <a:cubicBezTo>
                    <a:pt x="2539" y="13680"/>
                    <a:pt x="1396" y="21586"/>
                    <a:pt x="539" y="29492"/>
                  </a:cubicBezTo>
                  <a:cubicBezTo>
                    <a:pt x="158" y="33302"/>
                    <a:pt x="-223" y="37017"/>
                    <a:pt x="158" y="40827"/>
                  </a:cubicBezTo>
                  <a:cubicBezTo>
                    <a:pt x="1015" y="49875"/>
                    <a:pt x="4254" y="56638"/>
                    <a:pt x="9016" y="63972"/>
                  </a:cubicBezTo>
                  <a:cubicBezTo>
                    <a:pt x="13683" y="71211"/>
                    <a:pt x="14445" y="79974"/>
                    <a:pt x="16255" y="88071"/>
                  </a:cubicBezTo>
                  <a:cubicBezTo>
                    <a:pt x="20256" y="105692"/>
                    <a:pt x="29114" y="121122"/>
                    <a:pt x="28733" y="139220"/>
                  </a:cubicBezTo>
                  <a:cubicBezTo>
                    <a:pt x="28542" y="151317"/>
                    <a:pt x="34353" y="175701"/>
                    <a:pt x="39687" y="192274"/>
                  </a:cubicBezTo>
                  <a:cubicBezTo>
                    <a:pt x="41401" y="197608"/>
                    <a:pt x="43687" y="202752"/>
                    <a:pt x="45592" y="207990"/>
                  </a:cubicBezTo>
                  <a:cubicBezTo>
                    <a:pt x="50069" y="220373"/>
                    <a:pt x="52164" y="233517"/>
                    <a:pt x="51879" y="246662"/>
                  </a:cubicBezTo>
                  <a:cubicBezTo>
                    <a:pt x="51879" y="251043"/>
                    <a:pt x="49116" y="258282"/>
                    <a:pt x="54069" y="259521"/>
                  </a:cubicBezTo>
                  <a:cubicBezTo>
                    <a:pt x="56070" y="259997"/>
                    <a:pt x="60070" y="258473"/>
                    <a:pt x="62070" y="258187"/>
                  </a:cubicBezTo>
                  <a:cubicBezTo>
                    <a:pt x="73881" y="256187"/>
                    <a:pt x="80739" y="253615"/>
                    <a:pt x="92550" y="251615"/>
                  </a:cubicBezTo>
                  <a:cubicBezTo>
                    <a:pt x="94360" y="251329"/>
                    <a:pt x="97218" y="247710"/>
                    <a:pt x="98837" y="246852"/>
                  </a:cubicBezTo>
                  <a:cubicBezTo>
                    <a:pt x="99123" y="245328"/>
                    <a:pt x="96075" y="245614"/>
                    <a:pt x="94551" y="245233"/>
                  </a:cubicBezTo>
                  <a:cubicBezTo>
                    <a:pt x="87597" y="243709"/>
                    <a:pt x="85216" y="244757"/>
                    <a:pt x="78263" y="242947"/>
                  </a:cubicBezTo>
                  <a:cubicBezTo>
                    <a:pt x="69024" y="240566"/>
                    <a:pt x="65976" y="234946"/>
                    <a:pt x="63594" y="226088"/>
                  </a:cubicBezTo>
                  <a:cubicBezTo>
                    <a:pt x="55498" y="196465"/>
                    <a:pt x="57689" y="166652"/>
                    <a:pt x="49974" y="136934"/>
                  </a:cubicBezTo>
                  <a:cubicBezTo>
                    <a:pt x="48450" y="131124"/>
                    <a:pt x="52831" y="98072"/>
                    <a:pt x="50640" y="82451"/>
                  </a:cubicBezTo>
                  <a:cubicBezTo>
                    <a:pt x="48069" y="64639"/>
                    <a:pt x="46354" y="58353"/>
                    <a:pt x="46354" y="51114"/>
                  </a:cubicBezTo>
                  <a:cubicBezTo>
                    <a:pt x="46354" y="43017"/>
                    <a:pt x="45783" y="33588"/>
                    <a:pt x="44259" y="25587"/>
                  </a:cubicBezTo>
                  <a:cubicBezTo>
                    <a:pt x="42639" y="17300"/>
                    <a:pt x="38925" y="8918"/>
                    <a:pt x="31971" y="4060"/>
                  </a:cubicBezTo>
                  <a:cubicBezTo>
                    <a:pt x="25018" y="-798"/>
                    <a:pt x="5682" y="-2512"/>
                    <a:pt x="4158" y="5870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" name="Google Shape;165;p23"/>
            <p:cNvSpPr/>
            <p:nvPr/>
          </p:nvSpPr>
          <p:spPr>
            <a:xfrm>
              <a:off x="4533910" y="2206106"/>
              <a:ext cx="179957" cy="330973"/>
            </a:xfrm>
            <a:custGeom>
              <a:avLst/>
              <a:gdLst/>
              <a:ahLst/>
              <a:cxnLst/>
              <a:rect l="l" t="t" r="r" b="b"/>
              <a:pathLst>
                <a:path w="61629" h="113347" extrusionOk="0">
                  <a:moveTo>
                    <a:pt x="17820" y="77438"/>
                  </a:moveTo>
                  <a:cubicBezTo>
                    <a:pt x="20391" y="89344"/>
                    <a:pt x="22773" y="101346"/>
                    <a:pt x="25154" y="113348"/>
                  </a:cubicBezTo>
                  <a:cubicBezTo>
                    <a:pt x="37727" y="111061"/>
                    <a:pt x="49728" y="106870"/>
                    <a:pt x="61444" y="101917"/>
                  </a:cubicBezTo>
                  <a:cubicBezTo>
                    <a:pt x="62206" y="78200"/>
                    <a:pt x="60587" y="54388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1"/>
                    <a:pt x="15819" y="68104"/>
                    <a:pt x="17820" y="7734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" name="Google Shape;166;p23"/>
            <p:cNvSpPr/>
            <p:nvPr/>
          </p:nvSpPr>
          <p:spPr>
            <a:xfrm>
              <a:off x="4457747" y="2154381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97" y="2861"/>
                  </a:moveTo>
                  <a:cubicBezTo>
                    <a:pt x="42101" y="9624"/>
                    <a:pt x="38196" y="16577"/>
                    <a:pt x="34672" y="23626"/>
                  </a:cubicBezTo>
                  <a:cubicBezTo>
                    <a:pt x="32957" y="26959"/>
                    <a:pt x="31338" y="30388"/>
                    <a:pt x="30290" y="34103"/>
                  </a:cubicBezTo>
                  <a:cubicBezTo>
                    <a:pt x="27909" y="42866"/>
                    <a:pt x="28385" y="50296"/>
                    <a:pt x="30100" y="58868"/>
                  </a:cubicBezTo>
                  <a:cubicBezTo>
                    <a:pt x="31719" y="67250"/>
                    <a:pt x="29338" y="75727"/>
                    <a:pt x="28099" y="84014"/>
                  </a:cubicBezTo>
                  <a:cubicBezTo>
                    <a:pt x="25432" y="101921"/>
                    <a:pt x="28099" y="119447"/>
                    <a:pt x="21241" y="136211"/>
                  </a:cubicBezTo>
                  <a:cubicBezTo>
                    <a:pt x="16765" y="147355"/>
                    <a:pt x="13431" y="172311"/>
                    <a:pt x="12383" y="189646"/>
                  </a:cubicBezTo>
                  <a:cubicBezTo>
                    <a:pt x="12002" y="195266"/>
                    <a:pt x="12383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342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23"/>
            <p:cNvSpPr/>
            <p:nvPr/>
          </p:nvSpPr>
          <p:spPr>
            <a:xfrm>
              <a:off x="4547498" y="1869448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23"/>
            <p:cNvSpPr/>
            <p:nvPr/>
          </p:nvSpPr>
          <p:spPr>
            <a:xfrm>
              <a:off x="4564948" y="187913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23"/>
            <p:cNvSpPr/>
            <p:nvPr/>
          </p:nvSpPr>
          <p:spPr>
            <a:xfrm>
              <a:off x="4453301" y="2849448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0" name="Google Shape;170;p23"/>
            <p:cNvSpPr/>
            <p:nvPr/>
          </p:nvSpPr>
          <p:spPr>
            <a:xfrm>
              <a:off x="4694637" y="2847813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6"/>
                    <a:pt x="52768" y="16574"/>
                    <a:pt x="52768" y="16574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23"/>
            <p:cNvSpPr/>
            <p:nvPr/>
          </p:nvSpPr>
          <p:spPr>
            <a:xfrm>
              <a:off x="4514192" y="2219823"/>
              <a:ext cx="180941" cy="317530"/>
            </a:xfrm>
            <a:custGeom>
              <a:avLst/>
              <a:gdLst/>
              <a:ahLst/>
              <a:cxnLst/>
              <a:rect l="l" t="t" r="r" b="b"/>
              <a:pathLst>
                <a:path w="61966" h="108743" extrusionOk="0">
                  <a:moveTo>
                    <a:pt x="5620" y="64071"/>
                  </a:moveTo>
                  <a:cubicBezTo>
                    <a:pt x="3905" y="76073"/>
                    <a:pt x="1905" y="87979"/>
                    <a:pt x="0" y="99981"/>
                  </a:cubicBezTo>
                  <a:cubicBezTo>
                    <a:pt x="10668" y="105696"/>
                    <a:pt x="22955" y="107886"/>
                    <a:pt x="35338" y="108744"/>
                  </a:cubicBezTo>
                  <a:cubicBezTo>
                    <a:pt x="35528" y="108363"/>
                    <a:pt x="35624" y="108077"/>
                    <a:pt x="35814" y="107696"/>
                  </a:cubicBezTo>
                  <a:cubicBezTo>
                    <a:pt x="46006" y="84074"/>
                    <a:pt x="53340" y="59214"/>
                    <a:pt x="58865" y="34068"/>
                  </a:cubicBezTo>
                  <a:cubicBezTo>
                    <a:pt x="61246" y="23495"/>
                    <a:pt x="63246" y="12541"/>
                    <a:pt x="60960" y="1968"/>
                  </a:cubicBezTo>
                  <a:cubicBezTo>
                    <a:pt x="43815" y="-1270"/>
                    <a:pt x="27242" y="63"/>
                    <a:pt x="9811" y="1873"/>
                  </a:cubicBezTo>
                  <a:cubicBezTo>
                    <a:pt x="4381" y="14065"/>
                    <a:pt x="3239" y="27305"/>
                    <a:pt x="7715" y="39878"/>
                  </a:cubicBezTo>
                  <a:cubicBezTo>
                    <a:pt x="10858" y="48831"/>
                    <a:pt x="6953" y="54737"/>
                    <a:pt x="5620" y="6426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p23"/>
            <p:cNvSpPr/>
            <p:nvPr/>
          </p:nvSpPr>
          <p:spPr>
            <a:xfrm>
              <a:off x="4514192" y="2219545"/>
              <a:ext cx="180622" cy="298617"/>
            </a:xfrm>
            <a:custGeom>
              <a:avLst/>
              <a:gdLst/>
              <a:ahLst/>
              <a:cxnLst/>
              <a:rect l="l" t="t" r="r" b="b"/>
              <a:pathLst>
                <a:path w="61857" h="102266" extrusionOk="0">
                  <a:moveTo>
                    <a:pt x="5620" y="64167"/>
                  </a:moveTo>
                  <a:cubicBezTo>
                    <a:pt x="3905" y="76168"/>
                    <a:pt x="1905" y="88074"/>
                    <a:pt x="0" y="100076"/>
                  </a:cubicBezTo>
                  <a:cubicBezTo>
                    <a:pt x="1524" y="100933"/>
                    <a:pt x="3048" y="101600"/>
                    <a:pt x="4667" y="102267"/>
                  </a:cubicBezTo>
                  <a:cubicBezTo>
                    <a:pt x="7620" y="84074"/>
                    <a:pt x="11525" y="66167"/>
                    <a:pt x="17335" y="48736"/>
                  </a:cubicBezTo>
                  <a:cubicBezTo>
                    <a:pt x="18098" y="46641"/>
                    <a:pt x="18955" y="44355"/>
                    <a:pt x="20765" y="43116"/>
                  </a:cubicBezTo>
                  <a:cubicBezTo>
                    <a:pt x="22289" y="42069"/>
                    <a:pt x="24289" y="41973"/>
                    <a:pt x="26099" y="41783"/>
                  </a:cubicBezTo>
                  <a:cubicBezTo>
                    <a:pt x="37529" y="40926"/>
                    <a:pt x="48673" y="37782"/>
                    <a:pt x="59055" y="32829"/>
                  </a:cubicBezTo>
                  <a:cubicBezTo>
                    <a:pt x="61246" y="22638"/>
                    <a:pt x="63055" y="12065"/>
                    <a:pt x="60865" y="1968"/>
                  </a:cubicBezTo>
                  <a:cubicBezTo>
                    <a:pt x="43720" y="-1270"/>
                    <a:pt x="27146" y="63"/>
                    <a:pt x="9716" y="1873"/>
                  </a:cubicBezTo>
                  <a:cubicBezTo>
                    <a:pt x="4286" y="14065"/>
                    <a:pt x="3143" y="27305"/>
                    <a:pt x="7525" y="39878"/>
                  </a:cubicBezTo>
                  <a:cubicBezTo>
                    <a:pt x="10668" y="48831"/>
                    <a:pt x="6763" y="54737"/>
                    <a:pt x="5429" y="64262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23"/>
            <p:cNvSpPr/>
            <p:nvPr/>
          </p:nvSpPr>
          <p:spPr>
            <a:xfrm>
              <a:off x="4513357" y="1890257"/>
              <a:ext cx="207075" cy="423248"/>
            </a:xfrm>
            <a:custGeom>
              <a:avLst/>
              <a:gdLst/>
              <a:ahLst/>
              <a:cxnLst/>
              <a:rect l="l" t="t" r="r" b="b"/>
              <a:pathLst>
                <a:path w="70916" h="144948" extrusionOk="0">
                  <a:moveTo>
                    <a:pt x="5239" y="122301"/>
                  </a:moveTo>
                  <a:cubicBezTo>
                    <a:pt x="3334" y="125635"/>
                    <a:pt x="1524" y="128969"/>
                    <a:pt x="0" y="132493"/>
                  </a:cubicBezTo>
                  <a:cubicBezTo>
                    <a:pt x="11144" y="132017"/>
                    <a:pt x="21146" y="138970"/>
                    <a:pt x="31814" y="142399"/>
                  </a:cubicBezTo>
                  <a:cubicBezTo>
                    <a:pt x="44005" y="146399"/>
                    <a:pt x="57721" y="145637"/>
                    <a:pt x="69437" y="140494"/>
                  </a:cubicBezTo>
                  <a:cubicBezTo>
                    <a:pt x="63055" y="109347"/>
                    <a:pt x="59722" y="81439"/>
                    <a:pt x="69628" y="50387"/>
                  </a:cubicBezTo>
                  <a:cubicBezTo>
                    <a:pt x="70485" y="47530"/>
                    <a:pt x="71438" y="44482"/>
                    <a:pt x="70580" y="41624"/>
                  </a:cubicBezTo>
                  <a:cubicBezTo>
                    <a:pt x="70104" y="40100"/>
                    <a:pt x="69151" y="38767"/>
                    <a:pt x="68294" y="37529"/>
                  </a:cubicBezTo>
                  <a:cubicBezTo>
                    <a:pt x="61817" y="28480"/>
                    <a:pt x="52292" y="7239"/>
                    <a:pt x="40576" y="5715"/>
                  </a:cubicBezTo>
                  <a:cubicBezTo>
                    <a:pt x="32195" y="4667"/>
                    <a:pt x="24003" y="2762"/>
                    <a:pt x="16002" y="0"/>
                  </a:cubicBezTo>
                  <a:cubicBezTo>
                    <a:pt x="14669" y="0"/>
                    <a:pt x="15907" y="95"/>
                    <a:pt x="14478" y="191"/>
                  </a:cubicBezTo>
                  <a:cubicBezTo>
                    <a:pt x="11906" y="8763"/>
                    <a:pt x="10096" y="17526"/>
                    <a:pt x="9144" y="26480"/>
                  </a:cubicBezTo>
                  <a:cubicBezTo>
                    <a:pt x="8001" y="36576"/>
                    <a:pt x="9620" y="46672"/>
                    <a:pt x="11716" y="56483"/>
                  </a:cubicBezTo>
                  <a:cubicBezTo>
                    <a:pt x="12764" y="61532"/>
                    <a:pt x="20193" y="80105"/>
                    <a:pt x="17145" y="84201"/>
                  </a:cubicBezTo>
                  <a:cubicBezTo>
                    <a:pt x="16573" y="84963"/>
                    <a:pt x="15716" y="85725"/>
                    <a:pt x="15621" y="86678"/>
                  </a:cubicBezTo>
                  <a:cubicBezTo>
                    <a:pt x="15526" y="88678"/>
                    <a:pt x="18288" y="89345"/>
                    <a:pt x="19621" y="90773"/>
                  </a:cubicBezTo>
                  <a:cubicBezTo>
                    <a:pt x="22098" y="93440"/>
                    <a:pt x="16478" y="103251"/>
                    <a:pt x="15145" y="105918"/>
                  </a:cubicBezTo>
                  <a:cubicBezTo>
                    <a:pt x="12192" y="111633"/>
                    <a:pt x="8668" y="116967"/>
                    <a:pt x="5524" y="12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23"/>
            <p:cNvSpPr/>
            <p:nvPr/>
          </p:nvSpPr>
          <p:spPr>
            <a:xfrm>
              <a:off x="4488055" y="191970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2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301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583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7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23"/>
            <p:cNvSpPr/>
            <p:nvPr/>
          </p:nvSpPr>
          <p:spPr>
            <a:xfrm>
              <a:off x="4498899" y="1915714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3" y="45857"/>
                    <a:pt x="30766" y="37952"/>
                  </a:cubicBezTo>
                  <a:cubicBezTo>
                    <a:pt x="34195" y="29474"/>
                    <a:pt x="37528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3" y="56049"/>
                    <a:pt x="13621" y="588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p23"/>
            <p:cNvSpPr/>
            <p:nvPr/>
          </p:nvSpPr>
          <p:spPr>
            <a:xfrm>
              <a:off x="4532900" y="1696397"/>
              <a:ext cx="161788" cy="158603"/>
            </a:xfrm>
            <a:custGeom>
              <a:avLst/>
              <a:gdLst/>
              <a:ahLst/>
              <a:cxnLst/>
              <a:rect l="l" t="t" r="r" b="b"/>
              <a:pathLst>
                <a:path w="55407" h="54316" extrusionOk="0">
                  <a:moveTo>
                    <a:pt x="47407" y="23932"/>
                  </a:moveTo>
                  <a:cubicBezTo>
                    <a:pt x="44168" y="24979"/>
                    <a:pt x="41501" y="27456"/>
                    <a:pt x="38453" y="28980"/>
                  </a:cubicBezTo>
                  <a:cubicBezTo>
                    <a:pt x="34548" y="30980"/>
                    <a:pt x="29976" y="31266"/>
                    <a:pt x="25594" y="31456"/>
                  </a:cubicBezTo>
                  <a:cubicBezTo>
                    <a:pt x="28928" y="37552"/>
                    <a:pt x="29976" y="44791"/>
                    <a:pt x="28547" y="51649"/>
                  </a:cubicBezTo>
                  <a:cubicBezTo>
                    <a:pt x="27785" y="44982"/>
                    <a:pt x="25785" y="38505"/>
                    <a:pt x="22546" y="32599"/>
                  </a:cubicBezTo>
                  <a:cubicBezTo>
                    <a:pt x="21689" y="31075"/>
                    <a:pt x="20451" y="29361"/>
                    <a:pt x="18736" y="29361"/>
                  </a:cubicBezTo>
                  <a:cubicBezTo>
                    <a:pt x="16450" y="29361"/>
                    <a:pt x="15212" y="32218"/>
                    <a:pt x="15593" y="34504"/>
                  </a:cubicBezTo>
                  <a:cubicBezTo>
                    <a:pt x="16165" y="37838"/>
                    <a:pt x="18927" y="40600"/>
                    <a:pt x="22261" y="41172"/>
                  </a:cubicBezTo>
                  <a:cubicBezTo>
                    <a:pt x="22261" y="46030"/>
                    <a:pt x="18070" y="51554"/>
                    <a:pt x="14164" y="54316"/>
                  </a:cubicBezTo>
                  <a:cubicBezTo>
                    <a:pt x="6640" y="49935"/>
                    <a:pt x="3877" y="39553"/>
                    <a:pt x="1687" y="31171"/>
                  </a:cubicBezTo>
                  <a:cubicBezTo>
                    <a:pt x="-28" y="24408"/>
                    <a:pt x="-1266" y="16693"/>
                    <a:pt x="2258" y="10692"/>
                  </a:cubicBezTo>
                  <a:cubicBezTo>
                    <a:pt x="8735" y="-262"/>
                    <a:pt x="23118" y="-1595"/>
                    <a:pt x="34262" y="1357"/>
                  </a:cubicBezTo>
                  <a:cubicBezTo>
                    <a:pt x="40072" y="2881"/>
                    <a:pt x="45978" y="5644"/>
                    <a:pt x="50264" y="9835"/>
                  </a:cubicBezTo>
                  <a:cubicBezTo>
                    <a:pt x="56646" y="16026"/>
                    <a:pt x="54931" y="19741"/>
                    <a:pt x="55408" y="27932"/>
                  </a:cubicBezTo>
                  <a:cubicBezTo>
                    <a:pt x="55217" y="24503"/>
                    <a:pt x="50645" y="22884"/>
                    <a:pt x="47311" y="2393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23"/>
            <p:cNvSpPr/>
            <p:nvPr/>
          </p:nvSpPr>
          <p:spPr>
            <a:xfrm>
              <a:off x="4465257" y="1674709"/>
              <a:ext cx="119446" cy="216687"/>
            </a:xfrm>
            <a:custGeom>
              <a:avLst/>
              <a:gdLst/>
              <a:ahLst/>
              <a:cxnLst/>
              <a:rect l="l" t="t" r="r" b="b"/>
              <a:pathLst>
                <a:path w="40906" h="74208" extrusionOk="0">
                  <a:moveTo>
                    <a:pt x="32766" y="6120"/>
                  </a:moveTo>
                  <a:cubicBezTo>
                    <a:pt x="30099" y="3167"/>
                    <a:pt x="26765" y="310"/>
                    <a:pt x="22860" y="24"/>
                  </a:cubicBezTo>
                  <a:cubicBezTo>
                    <a:pt x="18859" y="-262"/>
                    <a:pt x="15145" y="2024"/>
                    <a:pt x="12287" y="4882"/>
                  </a:cubicBezTo>
                  <a:cubicBezTo>
                    <a:pt x="5429" y="11740"/>
                    <a:pt x="2572" y="22217"/>
                    <a:pt x="4286" y="31742"/>
                  </a:cubicBezTo>
                  <a:cubicBezTo>
                    <a:pt x="5239" y="36886"/>
                    <a:pt x="7334" y="41744"/>
                    <a:pt x="8953" y="46697"/>
                  </a:cubicBezTo>
                  <a:cubicBezTo>
                    <a:pt x="10573" y="51650"/>
                    <a:pt x="11716" y="57079"/>
                    <a:pt x="10477" y="62127"/>
                  </a:cubicBezTo>
                  <a:cubicBezTo>
                    <a:pt x="9239" y="67175"/>
                    <a:pt x="5239" y="71938"/>
                    <a:pt x="0" y="72509"/>
                  </a:cubicBezTo>
                  <a:cubicBezTo>
                    <a:pt x="8477" y="76415"/>
                    <a:pt x="19145" y="73271"/>
                    <a:pt x="25432" y="66318"/>
                  </a:cubicBezTo>
                  <a:cubicBezTo>
                    <a:pt x="31718" y="59365"/>
                    <a:pt x="33909" y="49459"/>
                    <a:pt x="32861" y="40220"/>
                  </a:cubicBezTo>
                  <a:cubicBezTo>
                    <a:pt x="31623" y="29456"/>
                    <a:pt x="38957" y="30790"/>
                    <a:pt x="40767" y="22598"/>
                  </a:cubicBezTo>
                  <a:cubicBezTo>
                    <a:pt x="41910" y="17550"/>
                    <a:pt x="35719" y="9549"/>
                    <a:pt x="32671" y="62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8" name="Google Shape;178;p23"/>
          <p:cNvGrpSpPr/>
          <p:nvPr/>
        </p:nvGrpSpPr>
        <p:grpSpPr>
          <a:xfrm>
            <a:off x="1129152" y="3085439"/>
            <a:ext cx="819760" cy="1653609"/>
            <a:chOff x="6476427" y="1580527"/>
            <a:chExt cx="819760" cy="1653609"/>
          </a:xfrm>
        </p:grpSpPr>
        <p:sp>
          <p:nvSpPr>
            <p:cNvPr id="179" name="Google Shape;179;p23"/>
            <p:cNvSpPr/>
            <p:nvPr/>
          </p:nvSpPr>
          <p:spPr>
            <a:xfrm>
              <a:off x="6476427" y="2835857"/>
              <a:ext cx="791983" cy="398279"/>
            </a:xfrm>
            <a:custGeom>
              <a:avLst/>
              <a:gdLst/>
              <a:ahLst/>
              <a:cxnLst/>
              <a:rect l="l" t="t" r="r" b="b"/>
              <a:pathLst>
                <a:path w="271227" h="136397" extrusionOk="0">
                  <a:moveTo>
                    <a:pt x="194265" y="69151"/>
                  </a:moveTo>
                  <a:lnTo>
                    <a:pt x="194456" y="68866"/>
                  </a:lnTo>
                  <a:cubicBezTo>
                    <a:pt x="194456" y="68104"/>
                    <a:pt x="189408" y="67627"/>
                    <a:pt x="189979" y="67151"/>
                  </a:cubicBezTo>
                  <a:cubicBezTo>
                    <a:pt x="191408" y="66103"/>
                    <a:pt x="189408" y="65913"/>
                    <a:pt x="186741" y="66866"/>
                  </a:cubicBezTo>
                  <a:cubicBezTo>
                    <a:pt x="184550" y="67723"/>
                    <a:pt x="183883" y="68675"/>
                    <a:pt x="180740" y="68961"/>
                  </a:cubicBezTo>
                  <a:cubicBezTo>
                    <a:pt x="179502" y="69056"/>
                    <a:pt x="178073" y="68961"/>
                    <a:pt x="176549" y="69151"/>
                  </a:cubicBezTo>
                  <a:cubicBezTo>
                    <a:pt x="174358" y="69437"/>
                    <a:pt x="171786" y="69818"/>
                    <a:pt x="169596" y="70199"/>
                  </a:cubicBezTo>
                  <a:cubicBezTo>
                    <a:pt x="165690" y="70866"/>
                    <a:pt x="162452" y="71819"/>
                    <a:pt x="159023" y="72580"/>
                  </a:cubicBezTo>
                  <a:cubicBezTo>
                    <a:pt x="159023" y="72580"/>
                    <a:pt x="147498" y="75248"/>
                    <a:pt x="136353" y="76772"/>
                  </a:cubicBezTo>
                  <a:cubicBezTo>
                    <a:pt x="132924" y="77248"/>
                    <a:pt x="128829" y="77915"/>
                    <a:pt x="124733" y="78676"/>
                  </a:cubicBezTo>
                  <a:cubicBezTo>
                    <a:pt x="125781" y="77819"/>
                    <a:pt x="126828" y="76962"/>
                    <a:pt x="127876" y="76105"/>
                  </a:cubicBezTo>
                  <a:cubicBezTo>
                    <a:pt x="130734" y="73819"/>
                    <a:pt x="135877" y="71438"/>
                    <a:pt x="140354" y="69247"/>
                  </a:cubicBezTo>
                  <a:cubicBezTo>
                    <a:pt x="139116" y="69056"/>
                    <a:pt x="137687" y="68866"/>
                    <a:pt x="136353" y="68771"/>
                  </a:cubicBezTo>
                  <a:cubicBezTo>
                    <a:pt x="149784" y="60960"/>
                    <a:pt x="161785" y="53150"/>
                    <a:pt x="170834" y="45339"/>
                  </a:cubicBezTo>
                  <a:cubicBezTo>
                    <a:pt x="172834" y="43625"/>
                    <a:pt x="174644" y="41910"/>
                    <a:pt x="177787" y="40196"/>
                  </a:cubicBezTo>
                  <a:cubicBezTo>
                    <a:pt x="182550" y="37624"/>
                    <a:pt x="189884" y="35243"/>
                    <a:pt x="194170" y="32671"/>
                  </a:cubicBezTo>
                  <a:cubicBezTo>
                    <a:pt x="198075" y="30290"/>
                    <a:pt x="199219" y="27813"/>
                    <a:pt x="203981" y="25432"/>
                  </a:cubicBezTo>
                  <a:cubicBezTo>
                    <a:pt x="208458" y="23241"/>
                    <a:pt x="216078" y="21146"/>
                    <a:pt x="217030" y="19050"/>
                  </a:cubicBezTo>
                  <a:cubicBezTo>
                    <a:pt x="217411" y="18288"/>
                    <a:pt x="216745" y="17621"/>
                    <a:pt x="217316" y="16859"/>
                  </a:cubicBezTo>
                  <a:cubicBezTo>
                    <a:pt x="219411" y="13716"/>
                    <a:pt x="241414" y="11240"/>
                    <a:pt x="236842" y="9049"/>
                  </a:cubicBezTo>
                  <a:cubicBezTo>
                    <a:pt x="236271" y="8763"/>
                    <a:pt x="235604" y="8573"/>
                    <a:pt x="234842" y="8287"/>
                  </a:cubicBezTo>
                  <a:cubicBezTo>
                    <a:pt x="238176" y="7429"/>
                    <a:pt x="240081" y="7049"/>
                    <a:pt x="244272" y="6858"/>
                  </a:cubicBezTo>
                  <a:cubicBezTo>
                    <a:pt x="248939" y="6668"/>
                    <a:pt x="252654" y="7049"/>
                    <a:pt x="257226" y="6858"/>
                  </a:cubicBezTo>
                  <a:cubicBezTo>
                    <a:pt x="260464" y="6858"/>
                    <a:pt x="264370" y="6286"/>
                    <a:pt x="267608" y="5429"/>
                  </a:cubicBezTo>
                  <a:cubicBezTo>
                    <a:pt x="268275" y="5429"/>
                    <a:pt x="268751" y="5239"/>
                    <a:pt x="268846" y="5144"/>
                  </a:cubicBezTo>
                  <a:lnTo>
                    <a:pt x="268846" y="5144"/>
                  </a:lnTo>
                  <a:cubicBezTo>
                    <a:pt x="269703" y="4858"/>
                    <a:pt x="270561" y="4572"/>
                    <a:pt x="271228" y="4286"/>
                  </a:cubicBezTo>
                  <a:cubicBezTo>
                    <a:pt x="271228" y="4286"/>
                    <a:pt x="268561" y="4001"/>
                    <a:pt x="264655" y="3620"/>
                  </a:cubicBezTo>
                  <a:lnTo>
                    <a:pt x="264655" y="3620"/>
                  </a:lnTo>
                  <a:cubicBezTo>
                    <a:pt x="253511" y="2476"/>
                    <a:pt x="231699" y="286"/>
                    <a:pt x="225984" y="0"/>
                  </a:cubicBezTo>
                  <a:cubicBezTo>
                    <a:pt x="223031" y="1333"/>
                    <a:pt x="218459" y="4477"/>
                    <a:pt x="216268" y="6096"/>
                  </a:cubicBezTo>
                  <a:cubicBezTo>
                    <a:pt x="214268" y="6096"/>
                    <a:pt x="212268" y="6096"/>
                    <a:pt x="210267" y="6096"/>
                  </a:cubicBezTo>
                  <a:cubicBezTo>
                    <a:pt x="204743" y="7715"/>
                    <a:pt x="201790" y="9430"/>
                    <a:pt x="198457" y="11335"/>
                  </a:cubicBezTo>
                  <a:cubicBezTo>
                    <a:pt x="188741" y="16859"/>
                    <a:pt x="178263" y="22289"/>
                    <a:pt x="167786" y="27718"/>
                  </a:cubicBezTo>
                  <a:cubicBezTo>
                    <a:pt x="159023" y="32290"/>
                    <a:pt x="150165" y="36862"/>
                    <a:pt x="141402" y="41434"/>
                  </a:cubicBezTo>
                  <a:cubicBezTo>
                    <a:pt x="141211" y="41529"/>
                    <a:pt x="141021" y="41624"/>
                    <a:pt x="140830" y="41720"/>
                  </a:cubicBezTo>
                  <a:cubicBezTo>
                    <a:pt x="140830" y="40862"/>
                    <a:pt x="141116" y="39910"/>
                    <a:pt x="141783" y="38957"/>
                  </a:cubicBezTo>
                  <a:cubicBezTo>
                    <a:pt x="143592" y="36385"/>
                    <a:pt x="148545" y="33719"/>
                    <a:pt x="149879" y="31147"/>
                  </a:cubicBezTo>
                  <a:cubicBezTo>
                    <a:pt x="151117" y="28766"/>
                    <a:pt x="149117" y="26765"/>
                    <a:pt x="151212" y="24289"/>
                  </a:cubicBezTo>
                  <a:cubicBezTo>
                    <a:pt x="153213" y="22098"/>
                    <a:pt x="158832" y="19526"/>
                    <a:pt x="157118" y="17717"/>
                  </a:cubicBezTo>
                  <a:cubicBezTo>
                    <a:pt x="156546" y="17050"/>
                    <a:pt x="155023" y="16574"/>
                    <a:pt x="154546" y="15907"/>
                  </a:cubicBezTo>
                  <a:cubicBezTo>
                    <a:pt x="152736" y="13145"/>
                    <a:pt x="173406" y="8763"/>
                    <a:pt x="165595" y="7525"/>
                  </a:cubicBezTo>
                  <a:cubicBezTo>
                    <a:pt x="164262" y="7334"/>
                    <a:pt x="162642" y="7144"/>
                    <a:pt x="161023" y="7049"/>
                  </a:cubicBezTo>
                  <a:cubicBezTo>
                    <a:pt x="162833" y="6286"/>
                    <a:pt x="164452" y="5810"/>
                    <a:pt x="168072" y="5334"/>
                  </a:cubicBezTo>
                  <a:cubicBezTo>
                    <a:pt x="172834" y="4572"/>
                    <a:pt x="177406" y="4477"/>
                    <a:pt x="182074" y="3810"/>
                  </a:cubicBezTo>
                  <a:cubicBezTo>
                    <a:pt x="186836" y="3143"/>
                    <a:pt x="192265" y="1715"/>
                    <a:pt x="193599" y="191"/>
                  </a:cubicBezTo>
                  <a:lnTo>
                    <a:pt x="168072" y="191"/>
                  </a:lnTo>
                  <a:cubicBezTo>
                    <a:pt x="159118" y="667"/>
                    <a:pt x="147498" y="1810"/>
                    <a:pt x="138449" y="2476"/>
                  </a:cubicBezTo>
                  <a:cubicBezTo>
                    <a:pt x="137306" y="3715"/>
                    <a:pt x="136735" y="6382"/>
                    <a:pt x="136544" y="7906"/>
                  </a:cubicBezTo>
                  <a:cubicBezTo>
                    <a:pt x="135877" y="7906"/>
                    <a:pt x="135306" y="8001"/>
                    <a:pt x="134734" y="8096"/>
                  </a:cubicBezTo>
                  <a:cubicBezTo>
                    <a:pt x="134067" y="8096"/>
                    <a:pt x="133496" y="8192"/>
                    <a:pt x="132829" y="8287"/>
                  </a:cubicBezTo>
                  <a:cubicBezTo>
                    <a:pt x="128829" y="10192"/>
                    <a:pt x="127971" y="11906"/>
                    <a:pt x="126733" y="13716"/>
                  </a:cubicBezTo>
                  <a:cubicBezTo>
                    <a:pt x="123304" y="19145"/>
                    <a:pt x="118923" y="24670"/>
                    <a:pt x="114541" y="30099"/>
                  </a:cubicBezTo>
                  <a:cubicBezTo>
                    <a:pt x="110922" y="34671"/>
                    <a:pt x="107207" y="39338"/>
                    <a:pt x="103587" y="43910"/>
                  </a:cubicBezTo>
                  <a:cubicBezTo>
                    <a:pt x="99968" y="48482"/>
                    <a:pt x="96349" y="52959"/>
                    <a:pt x="92443" y="57531"/>
                  </a:cubicBezTo>
                  <a:cubicBezTo>
                    <a:pt x="89871" y="60579"/>
                    <a:pt x="91300" y="62389"/>
                    <a:pt x="84347" y="65246"/>
                  </a:cubicBezTo>
                  <a:cubicBezTo>
                    <a:pt x="80728" y="66770"/>
                    <a:pt x="77870" y="68294"/>
                    <a:pt x="75679" y="69818"/>
                  </a:cubicBezTo>
                  <a:cubicBezTo>
                    <a:pt x="74917" y="70390"/>
                    <a:pt x="74250" y="70961"/>
                    <a:pt x="73584" y="71533"/>
                  </a:cubicBezTo>
                  <a:cubicBezTo>
                    <a:pt x="71679" y="71533"/>
                    <a:pt x="69774" y="71723"/>
                    <a:pt x="67964" y="71723"/>
                  </a:cubicBezTo>
                  <a:cubicBezTo>
                    <a:pt x="67964" y="72866"/>
                    <a:pt x="68440" y="73914"/>
                    <a:pt x="68916" y="74962"/>
                  </a:cubicBezTo>
                  <a:cubicBezTo>
                    <a:pt x="69107" y="75248"/>
                    <a:pt x="69298" y="75533"/>
                    <a:pt x="69393" y="75914"/>
                  </a:cubicBezTo>
                  <a:cubicBezTo>
                    <a:pt x="67964" y="76391"/>
                    <a:pt x="66440" y="76867"/>
                    <a:pt x="64821" y="77438"/>
                  </a:cubicBezTo>
                  <a:cubicBezTo>
                    <a:pt x="58058" y="77438"/>
                    <a:pt x="51200" y="77438"/>
                    <a:pt x="44056" y="77819"/>
                  </a:cubicBezTo>
                  <a:cubicBezTo>
                    <a:pt x="31102" y="83629"/>
                    <a:pt x="25292" y="89916"/>
                    <a:pt x="20053" y="95917"/>
                  </a:cubicBezTo>
                  <a:cubicBezTo>
                    <a:pt x="16815" y="99631"/>
                    <a:pt x="13576" y="103346"/>
                    <a:pt x="11100" y="106966"/>
                  </a:cubicBezTo>
                  <a:cubicBezTo>
                    <a:pt x="9004" y="109919"/>
                    <a:pt x="13576" y="112967"/>
                    <a:pt x="25292" y="111538"/>
                  </a:cubicBezTo>
                  <a:cubicBezTo>
                    <a:pt x="26149" y="111728"/>
                    <a:pt x="27007" y="111824"/>
                    <a:pt x="28054" y="111919"/>
                  </a:cubicBezTo>
                  <a:cubicBezTo>
                    <a:pt x="27769" y="112586"/>
                    <a:pt x="27292" y="113252"/>
                    <a:pt x="27007" y="113824"/>
                  </a:cubicBezTo>
                  <a:cubicBezTo>
                    <a:pt x="28340" y="113824"/>
                    <a:pt x="27007" y="113824"/>
                    <a:pt x="28435" y="113824"/>
                  </a:cubicBezTo>
                  <a:cubicBezTo>
                    <a:pt x="29197" y="113824"/>
                    <a:pt x="30054" y="113728"/>
                    <a:pt x="30816" y="113633"/>
                  </a:cubicBezTo>
                  <a:cubicBezTo>
                    <a:pt x="30436" y="114109"/>
                    <a:pt x="29959" y="114586"/>
                    <a:pt x="29197" y="115062"/>
                  </a:cubicBezTo>
                  <a:cubicBezTo>
                    <a:pt x="29769" y="115062"/>
                    <a:pt x="30626" y="115062"/>
                    <a:pt x="31483" y="114967"/>
                  </a:cubicBezTo>
                  <a:cubicBezTo>
                    <a:pt x="30816" y="115919"/>
                    <a:pt x="30150" y="116872"/>
                    <a:pt x="29578" y="117634"/>
                  </a:cubicBezTo>
                  <a:cubicBezTo>
                    <a:pt x="27673" y="119158"/>
                    <a:pt x="23006" y="120587"/>
                    <a:pt x="18815" y="121825"/>
                  </a:cubicBezTo>
                  <a:cubicBezTo>
                    <a:pt x="13767" y="123349"/>
                    <a:pt x="9004" y="124968"/>
                    <a:pt x="4528" y="126682"/>
                  </a:cubicBezTo>
                  <a:cubicBezTo>
                    <a:pt x="2527" y="127445"/>
                    <a:pt x="432" y="128302"/>
                    <a:pt x="51" y="129064"/>
                  </a:cubicBezTo>
                  <a:cubicBezTo>
                    <a:pt x="-330" y="129921"/>
                    <a:pt x="1480" y="130493"/>
                    <a:pt x="3956" y="130588"/>
                  </a:cubicBezTo>
                  <a:cubicBezTo>
                    <a:pt x="1003" y="132017"/>
                    <a:pt x="717" y="133922"/>
                    <a:pt x="3575" y="134684"/>
                  </a:cubicBezTo>
                  <a:cubicBezTo>
                    <a:pt x="5766" y="135255"/>
                    <a:pt x="9195" y="135446"/>
                    <a:pt x="12528" y="135636"/>
                  </a:cubicBezTo>
                  <a:cubicBezTo>
                    <a:pt x="17577" y="135922"/>
                    <a:pt x="22625" y="136112"/>
                    <a:pt x="27673" y="136398"/>
                  </a:cubicBezTo>
                  <a:cubicBezTo>
                    <a:pt x="27102" y="135826"/>
                    <a:pt x="25482" y="135350"/>
                    <a:pt x="23292" y="135255"/>
                  </a:cubicBezTo>
                  <a:cubicBezTo>
                    <a:pt x="28626" y="135255"/>
                    <a:pt x="34055" y="135255"/>
                    <a:pt x="39865" y="134684"/>
                  </a:cubicBezTo>
                  <a:cubicBezTo>
                    <a:pt x="43485" y="134302"/>
                    <a:pt x="47485" y="133636"/>
                    <a:pt x="50343" y="133922"/>
                  </a:cubicBezTo>
                  <a:cubicBezTo>
                    <a:pt x="49390" y="133445"/>
                    <a:pt x="47485" y="133255"/>
                    <a:pt x="45294" y="133350"/>
                  </a:cubicBezTo>
                  <a:cubicBezTo>
                    <a:pt x="48914" y="132683"/>
                    <a:pt x="52915" y="132683"/>
                    <a:pt x="55296" y="133160"/>
                  </a:cubicBezTo>
                  <a:cubicBezTo>
                    <a:pt x="55200" y="131540"/>
                    <a:pt x="52343" y="130397"/>
                    <a:pt x="48152" y="129635"/>
                  </a:cubicBezTo>
                  <a:cubicBezTo>
                    <a:pt x="49771" y="128873"/>
                    <a:pt x="51105" y="128111"/>
                    <a:pt x="51962" y="127349"/>
                  </a:cubicBezTo>
                  <a:cubicBezTo>
                    <a:pt x="52724" y="126682"/>
                    <a:pt x="53200" y="126111"/>
                    <a:pt x="53486" y="125444"/>
                  </a:cubicBezTo>
                  <a:cubicBezTo>
                    <a:pt x="53867" y="124777"/>
                    <a:pt x="54153" y="124111"/>
                    <a:pt x="55296" y="123444"/>
                  </a:cubicBezTo>
                  <a:cubicBezTo>
                    <a:pt x="56344" y="122777"/>
                    <a:pt x="58153" y="122206"/>
                    <a:pt x="59868" y="121634"/>
                  </a:cubicBezTo>
                  <a:cubicBezTo>
                    <a:pt x="60630" y="121444"/>
                    <a:pt x="61392" y="121158"/>
                    <a:pt x="61773" y="120872"/>
                  </a:cubicBezTo>
                  <a:cubicBezTo>
                    <a:pt x="62820" y="120110"/>
                    <a:pt x="58725" y="120301"/>
                    <a:pt x="60439" y="119348"/>
                  </a:cubicBezTo>
                  <a:cubicBezTo>
                    <a:pt x="60820" y="119063"/>
                    <a:pt x="61678" y="118872"/>
                    <a:pt x="61487" y="118586"/>
                  </a:cubicBezTo>
                  <a:cubicBezTo>
                    <a:pt x="61487" y="118491"/>
                    <a:pt x="61011" y="118396"/>
                    <a:pt x="61011" y="118301"/>
                  </a:cubicBezTo>
                  <a:cubicBezTo>
                    <a:pt x="61011" y="118110"/>
                    <a:pt x="61868" y="117920"/>
                    <a:pt x="62154" y="117729"/>
                  </a:cubicBezTo>
                  <a:cubicBezTo>
                    <a:pt x="62535" y="117443"/>
                    <a:pt x="62249" y="117253"/>
                    <a:pt x="61868" y="117157"/>
                  </a:cubicBezTo>
                  <a:cubicBezTo>
                    <a:pt x="61487" y="116967"/>
                    <a:pt x="61011" y="116872"/>
                    <a:pt x="60915" y="116681"/>
                  </a:cubicBezTo>
                  <a:cubicBezTo>
                    <a:pt x="60725" y="115919"/>
                    <a:pt x="61582" y="115157"/>
                    <a:pt x="57677" y="115443"/>
                  </a:cubicBezTo>
                  <a:cubicBezTo>
                    <a:pt x="55772" y="115538"/>
                    <a:pt x="53486" y="115729"/>
                    <a:pt x="50914" y="116015"/>
                  </a:cubicBezTo>
                  <a:lnTo>
                    <a:pt x="53391" y="113633"/>
                  </a:lnTo>
                  <a:cubicBezTo>
                    <a:pt x="55296" y="113538"/>
                    <a:pt x="56534" y="113443"/>
                    <a:pt x="56534" y="113348"/>
                  </a:cubicBezTo>
                  <a:cubicBezTo>
                    <a:pt x="57106" y="112871"/>
                    <a:pt x="57201" y="112490"/>
                    <a:pt x="57486" y="111919"/>
                  </a:cubicBezTo>
                  <a:cubicBezTo>
                    <a:pt x="59391" y="111824"/>
                    <a:pt x="60725" y="111728"/>
                    <a:pt x="63392" y="111347"/>
                  </a:cubicBezTo>
                  <a:cubicBezTo>
                    <a:pt x="71298" y="110395"/>
                    <a:pt x="77775" y="108109"/>
                    <a:pt x="83109" y="105632"/>
                  </a:cubicBezTo>
                  <a:cubicBezTo>
                    <a:pt x="88633" y="103537"/>
                    <a:pt x="92824" y="101155"/>
                    <a:pt x="96444" y="98965"/>
                  </a:cubicBezTo>
                  <a:cubicBezTo>
                    <a:pt x="99206" y="97346"/>
                    <a:pt x="101778" y="95631"/>
                    <a:pt x="104445" y="94012"/>
                  </a:cubicBezTo>
                  <a:cubicBezTo>
                    <a:pt x="104445" y="94012"/>
                    <a:pt x="104445" y="94012"/>
                    <a:pt x="104445" y="94012"/>
                  </a:cubicBezTo>
                  <a:cubicBezTo>
                    <a:pt x="108255" y="91535"/>
                    <a:pt x="111684" y="88964"/>
                    <a:pt x="114922" y="86487"/>
                  </a:cubicBezTo>
                  <a:cubicBezTo>
                    <a:pt x="117685" y="85439"/>
                    <a:pt x="120923" y="84582"/>
                    <a:pt x="124638" y="83820"/>
                  </a:cubicBezTo>
                  <a:cubicBezTo>
                    <a:pt x="135211" y="81629"/>
                    <a:pt x="164357" y="75248"/>
                    <a:pt x="164357" y="75248"/>
                  </a:cubicBezTo>
                  <a:cubicBezTo>
                    <a:pt x="166262" y="74676"/>
                    <a:pt x="170548" y="74295"/>
                    <a:pt x="172929" y="74009"/>
                  </a:cubicBezTo>
                  <a:cubicBezTo>
                    <a:pt x="176358" y="73628"/>
                    <a:pt x="179597" y="73152"/>
                    <a:pt x="182931" y="72676"/>
                  </a:cubicBezTo>
                  <a:cubicBezTo>
                    <a:pt x="185121" y="72390"/>
                    <a:pt x="187217" y="71914"/>
                    <a:pt x="189027" y="71533"/>
                  </a:cubicBezTo>
                  <a:cubicBezTo>
                    <a:pt x="191694" y="70866"/>
                    <a:pt x="193599" y="70009"/>
                    <a:pt x="194170" y="6915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23"/>
            <p:cNvSpPr/>
            <p:nvPr/>
          </p:nvSpPr>
          <p:spPr>
            <a:xfrm>
              <a:off x="6881061" y="1806534"/>
              <a:ext cx="123204" cy="317573"/>
            </a:xfrm>
            <a:custGeom>
              <a:avLst/>
              <a:gdLst/>
              <a:ahLst/>
              <a:cxnLst/>
              <a:rect l="l" t="t" r="r" b="b"/>
              <a:pathLst>
                <a:path w="42193" h="108758" extrusionOk="0">
                  <a:moveTo>
                    <a:pt x="8401" y="15633"/>
                  </a:moveTo>
                  <a:cubicBezTo>
                    <a:pt x="6115" y="27158"/>
                    <a:pt x="4496" y="38778"/>
                    <a:pt x="2876" y="50494"/>
                  </a:cubicBezTo>
                  <a:cubicBezTo>
                    <a:pt x="305" y="69449"/>
                    <a:pt x="-2172" y="88975"/>
                    <a:pt x="3162" y="107358"/>
                  </a:cubicBezTo>
                  <a:cubicBezTo>
                    <a:pt x="12306" y="108692"/>
                    <a:pt x="21641" y="109073"/>
                    <a:pt x="30975" y="108501"/>
                  </a:cubicBezTo>
                  <a:cubicBezTo>
                    <a:pt x="32309" y="108501"/>
                    <a:pt x="33737" y="108311"/>
                    <a:pt x="34785" y="107549"/>
                  </a:cubicBezTo>
                  <a:cubicBezTo>
                    <a:pt x="36309" y="106501"/>
                    <a:pt x="36881" y="104406"/>
                    <a:pt x="37262" y="102596"/>
                  </a:cubicBezTo>
                  <a:cubicBezTo>
                    <a:pt x="41738" y="80117"/>
                    <a:pt x="43167" y="57066"/>
                    <a:pt x="41548" y="34302"/>
                  </a:cubicBezTo>
                  <a:cubicBezTo>
                    <a:pt x="40881" y="25158"/>
                    <a:pt x="39548" y="8679"/>
                    <a:pt x="31166" y="2679"/>
                  </a:cubicBezTo>
                  <a:cubicBezTo>
                    <a:pt x="20307" y="-5132"/>
                    <a:pt x="10401" y="5631"/>
                    <a:pt x="8401" y="158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23"/>
            <p:cNvSpPr/>
            <p:nvPr/>
          </p:nvSpPr>
          <p:spPr>
            <a:xfrm>
              <a:off x="6980617" y="1603619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2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3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8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97"/>
                  </a:cubicBezTo>
                  <a:cubicBezTo>
                    <a:pt x="35921" y="59050"/>
                    <a:pt x="35921" y="56573"/>
                    <a:pt x="37160" y="54287"/>
                  </a:cubicBezTo>
                  <a:cubicBezTo>
                    <a:pt x="37541" y="53620"/>
                    <a:pt x="38207" y="53144"/>
                    <a:pt x="38779" y="52668"/>
                  </a:cubicBezTo>
                  <a:cubicBezTo>
                    <a:pt x="39350" y="52192"/>
                    <a:pt x="39922" y="51525"/>
                    <a:pt x="39827" y="50763"/>
                  </a:cubicBezTo>
                  <a:cubicBezTo>
                    <a:pt x="39827" y="50096"/>
                    <a:pt x="39160" y="49429"/>
                    <a:pt x="39446" y="48858"/>
                  </a:cubicBezTo>
                  <a:cubicBezTo>
                    <a:pt x="39636" y="48477"/>
                    <a:pt x="40017" y="48191"/>
                    <a:pt x="40303" y="47905"/>
                  </a:cubicBezTo>
                  <a:cubicBezTo>
                    <a:pt x="40684" y="47239"/>
                    <a:pt x="40303" y="46381"/>
                    <a:pt x="40303" y="45619"/>
                  </a:cubicBezTo>
                  <a:cubicBezTo>
                    <a:pt x="39922" y="42476"/>
                    <a:pt x="43732" y="43238"/>
                    <a:pt x="43637" y="40857"/>
                  </a:cubicBezTo>
                  <a:cubicBezTo>
                    <a:pt x="43637" y="40000"/>
                    <a:pt x="43161" y="39238"/>
                    <a:pt x="42684" y="38571"/>
                  </a:cubicBezTo>
                  <a:cubicBezTo>
                    <a:pt x="41636" y="36856"/>
                    <a:pt x="40684" y="34951"/>
                    <a:pt x="40494" y="32951"/>
                  </a:cubicBezTo>
                  <a:cubicBezTo>
                    <a:pt x="40208" y="30856"/>
                    <a:pt x="40779" y="28665"/>
                    <a:pt x="41351" y="26665"/>
                  </a:cubicBezTo>
                  <a:cubicBezTo>
                    <a:pt x="41827" y="24760"/>
                    <a:pt x="42113" y="22759"/>
                    <a:pt x="42208" y="20759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23"/>
            <p:cNvSpPr/>
            <p:nvPr/>
          </p:nvSpPr>
          <p:spPr>
            <a:xfrm>
              <a:off x="7044319" y="1838267"/>
              <a:ext cx="251868" cy="387715"/>
            </a:xfrm>
            <a:custGeom>
              <a:avLst/>
              <a:gdLst/>
              <a:ahLst/>
              <a:cxnLst/>
              <a:rect l="l" t="t" r="r" b="b"/>
              <a:pathLst>
                <a:path w="86256" h="132779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F6BB9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23"/>
            <p:cNvSpPr/>
            <p:nvPr/>
          </p:nvSpPr>
          <p:spPr>
            <a:xfrm>
              <a:off x="7037529" y="182994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9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E406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23"/>
            <p:cNvSpPr/>
            <p:nvPr/>
          </p:nvSpPr>
          <p:spPr>
            <a:xfrm>
              <a:off x="6979914" y="2066186"/>
              <a:ext cx="288657" cy="757962"/>
            </a:xfrm>
            <a:custGeom>
              <a:avLst/>
              <a:gdLst/>
              <a:ahLst/>
              <a:cxnLst/>
              <a:rect l="l" t="t" r="r" b="b"/>
              <a:pathLst>
                <a:path w="98855" h="259576" extrusionOk="0">
                  <a:moveTo>
                    <a:pt x="4063" y="5834"/>
                  </a:moveTo>
                  <a:cubicBezTo>
                    <a:pt x="2539" y="13645"/>
                    <a:pt x="1396" y="21550"/>
                    <a:pt x="539" y="29456"/>
                  </a:cubicBezTo>
                  <a:cubicBezTo>
                    <a:pt x="158" y="33266"/>
                    <a:pt x="-223" y="36981"/>
                    <a:pt x="158" y="40791"/>
                  </a:cubicBezTo>
                  <a:cubicBezTo>
                    <a:pt x="1015" y="49840"/>
                    <a:pt x="4254" y="56602"/>
                    <a:pt x="9016" y="63937"/>
                  </a:cubicBezTo>
                  <a:cubicBezTo>
                    <a:pt x="13683" y="71176"/>
                    <a:pt x="14445" y="79939"/>
                    <a:pt x="16255" y="88035"/>
                  </a:cubicBezTo>
                  <a:cubicBezTo>
                    <a:pt x="20256" y="105656"/>
                    <a:pt x="29114" y="121087"/>
                    <a:pt x="28733" y="139184"/>
                  </a:cubicBezTo>
                  <a:cubicBezTo>
                    <a:pt x="28542" y="151281"/>
                    <a:pt x="34353" y="175665"/>
                    <a:pt x="39687" y="192238"/>
                  </a:cubicBezTo>
                  <a:cubicBezTo>
                    <a:pt x="41401" y="197572"/>
                    <a:pt x="43687" y="202716"/>
                    <a:pt x="45592" y="207955"/>
                  </a:cubicBezTo>
                  <a:cubicBezTo>
                    <a:pt x="50069" y="220337"/>
                    <a:pt x="52164" y="233482"/>
                    <a:pt x="51879" y="246626"/>
                  </a:cubicBezTo>
                  <a:cubicBezTo>
                    <a:pt x="51879" y="251008"/>
                    <a:pt x="49116" y="258247"/>
                    <a:pt x="54069" y="259485"/>
                  </a:cubicBezTo>
                  <a:cubicBezTo>
                    <a:pt x="56070" y="259961"/>
                    <a:pt x="60070" y="258437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23"/>
            <p:cNvSpPr/>
            <p:nvPr/>
          </p:nvSpPr>
          <p:spPr>
            <a:xfrm>
              <a:off x="7118004" y="2746054"/>
              <a:ext cx="154083" cy="87609"/>
            </a:xfrm>
            <a:custGeom>
              <a:avLst/>
              <a:gdLst/>
              <a:ahLst/>
              <a:cxnLst/>
              <a:rect l="l" t="t" r="r" b="b"/>
              <a:pathLst>
                <a:path w="52768" h="30003" extrusionOk="0">
                  <a:moveTo>
                    <a:pt x="1810" y="30004"/>
                  </a:moveTo>
                  <a:cubicBezTo>
                    <a:pt x="10192" y="28670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" name="Google Shape;186;p23"/>
            <p:cNvSpPr/>
            <p:nvPr/>
          </p:nvSpPr>
          <p:spPr>
            <a:xfrm>
              <a:off x="6957277" y="2104069"/>
              <a:ext cx="237647" cy="674581"/>
            </a:xfrm>
            <a:custGeom>
              <a:avLst/>
              <a:gdLst/>
              <a:ahLst/>
              <a:cxnLst/>
              <a:rect l="l" t="t" r="r" b="b"/>
              <a:pathLst>
                <a:path w="81386" h="231021" extrusionOk="0">
                  <a:moveTo>
                    <a:pt x="49062" y="230886"/>
                  </a:moveTo>
                  <a:cubicBezTo>
                    <a:pt x="59063" y="231743"/>
                    <a:pt x="72207" y="228505"/>
                    <a:pt x="79637" y="221742"/>
                  </a:cubicBezTo>
                  <a:cubicBezTo>
                    <a:pt x="87066" y="214979"/>
                    <a:pt x="68302" y="207074"/>
                    <a:pt x="70398" y="197168"/>
                  </a:cubicBezTo>
                  <a:cubicBezTo>
                    <a:pt x="70874" y="194691"/>
                    <a:pt x="72398" y="192596"/>
                    <a:pt x="73065" y="190119"/>
                  </a:cubicBezTo>
                  <a:cubicBezTo>
                    <a:pt x="74874" y="183356"/>
                    <a:pt x="70017" y="176784"/>
                    <a:pt x="68397" y="169926"/>
                  </a:cubicBezTo>
                  <a:cubicBezTo>
                    <a:pt x="66683" y="162592"/>
                    <a:pt x="68778" y="154781"/>
                    <a:pt x="68016" y="147256"/>
                  </a:cubicBezTo>
                  <a:cubicBezTo>
                    <a:pt x="67159" y="139160"/>
                    <a:pt x="62873" y="131731"/>
                    <a:pt x="61539" y="123634"/>
                  </a:cubicBezTo>
                  <a:cubicBezTo>
                    <a:pt x="60682" y="118301"/>
                    <a:pt x="61063" y="112871"/>
                    <a:pt x="61349" y="107537"/>
                  </a:cubicBezTo>
                  <a:cubicBezTo>
                    <a:pt x="62682" y="81915"/>
                    <a:pt x="60873" y="56197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1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>
              <a:off x="6881394" y="2052341"/>
              <a:ext cx="222495" cy="776758"/>
            </a:xfrm>
            <a:custGeom>
              <a:avLst/>
              <a:gdLst/>
              <a:ahLst/>
              <a:cxnLst/>
              <a:rect l="l" t="t" r="r" b="b"/>
              <a:pathLst>
                <a:path w="76197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1908" y="229651"/>
                  </a:cubicBezTo>
                  <a:cubicBezTo>
                    <a:pt x="25051" y="199076"/>
                    <a:pt x="37624" y="172025"/>
                    <a:pt x="41149" y="141545"/>
                  </a:cubicBezTo>
                  <a:cubicBezTo>
                    <a:pt x="41815" y="135640"/>
                    <a:pt x="57532" y="106303"/>
                    <a:pt x="61056" y="90872"/>
                  </a:cubicBezTo>
                  <a:cubicBezTo>
                    <a:pt x="65056" y="73346"/>
                    <a:pt x="65723" y="66869"/>
                    <a:pt x="68295" y="60011"/>
                  </a:cubicBezTo>
                  <a:cubicBezTo>
                    <a:pt x="71152" y="52391"/>
                    <a:pt x="74010" y="43438"/>
                    <a:pt x="75439" y="35437"/>
                  </a:cubicBezTo>
                  <a:cubicBezTo>
                    <a:pt x="76867" y="27055"/>
                    <a:pt x="76582" y="17911"/>
                    <a:pt x="71914" y="10957"/>
                  </a:cubicBezTo>
                  <a:cubicBezTo>
                    <a:pt x="67342" y="4004"/>
                    <a:pt x="50483" y="-4473"/>
                    <a:pt x="46102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" name="Google Shape;188;p23"/>
            <p:cNvSpPr/>
            <p:nvPr/>
          </p:nvSpPr>
          <p:spPr>
            <a:xfrm>
              <a:off x="6970865" y="1767408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322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6988315" y="177709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9"/>
                    <a:pt x="25093" y="8573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9"/>
                  </a:cubicBezTo>
                  <a:cubicBezTo>
                    <a:pt x="423" y="7049"/>
                    <a:pt x="138" y="6858"/>
                    <a:pt x="42" y="6668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>
              <a:off x="6876668" y="2747408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624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7" y="1155"/>
                  </a:cubicBezTo>
                  <a:cubicBezTo>
                    <a:pt x="6667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>
              <a:off x="6880804" y="2117786"/>
              <a:ext cx="237714" cy="652976"/>
            </a:xfrm>
            <a:custGeom>
              <a:avLst/>
              <a:gdLst/>
              <a:ahLst/>
              <a:cxnLst/>
              <a:rect l="l" t="t" r="r" b="b"/>
              <a:pathLst>
                <a:path w="81409" h="223622" extrusionOk="0">
                  <a:moveTo>
                    <a:pt x="679" y="219424"/>
                  </a:moveTo>
                  <a:cubicBezTo>
                    <a:pt x="9728" y="223710"/>
                    <a:pt x="23253" y="225234"/>
                    <a:pt x="32492" y="221520"/>
                  </a:cubicBezTo>
                  <a:cubicBezTo>
                    <a:pt x="41827" y="217805"/>
                    <a:pt x="27063" y="203708"/>
                    <a:pt x="32492" y="195135"/>
                  </a:cubicBezTo>
                  <a:cubicBezTo>
                    <a:pt x="33826" y="193040"/>
                    <a:pt x="36017" y="191516"/>
                    <a:pt x="37445" y="189420"/>
                  </a:cubicBezTo>
                  <a:cubicBezTo>
                    <a:pt x="41541" y="183705"/>
                    <a:pt x="39255" y="175800"/>
                    <a:pt x="40112" y="168846"/>
                  </a:cubicBezTo>
                  <a:cubicBezTo>
                    <a:pt x="41065" y="161322"/>
                    <a:pt x="45827" y="154749"/>
                    <a:pt x="47637" y="147415"/>
                  </a:cubicBezTo>
                  <a:cubicBezTo>
                    <a:pt x="49637" y="139414"/>
                    <a:pt x="48209" y="130937"/>
                    <a:pt x="49828" y="122936"/>
                  </a:cubicBezTo>
                  <a:cubicBezTo>
                    <a:pt x="50876" y="117602"/>
                    <a:pt x="53162" y="112649"/>
                    <a:pt x="55257" y="107696"/>
                  </a:cubicBezTo>
                  <a:cubicBezTo>
                    <a:pt x="65449" y="84074"/>
                    <a:pt x="72783" y="59214"/>
                    <a:pt x="78308" y="34068"/>
                  </a:cubicBezTo>
                  <a:cubicBezTo>
                    <a:pt x="80689" y="23495"/>
                    <a:pt x="82689" y="12541"/>
                    <a:pt x="80403" y="1968"/>
                  </a:cubicBezTo>
                  <a:cubicBezTo>
                    <a:pt x="63258" y="-1270"/>
                    <a:pt x="46685" y="63"/>
                    <a:pt x="29254" y="1873"/>
                  </a:cubicBezTo>
                  <a:cubicBezTo>
                    <a:pt x="23825" y="14065"/>
                    <a:pt x="22682" y="27305"/>
                    <a:pt x="27158" y="39878"/>
                  </a:cubicBezTo>
                  <a:cubicBezTo>
                    <a:pt x="30302" y="48831"/>
                    <a:pt x="26396" y="54737"/>
                    <a:pt x="25063" y="64262"/>
                  </a:cubicBezTo>
                  <a:cubicBezTo>
                    <a:pt x="22967" y="78645"/>
                    <a:pt x="20681" y="92932"/>
                    <a:pt x="18300" y="107220"/>
                  </a:cubicBezTo>
                  <a:cubicBezTo>
                    <a:pt x="15919" y="121698"/>
                    <a:pt x="13538" y="136176"/>
                    <a:pt x="11156" y="150749"/>
                  </a:cubicBezTo>
                  <a:cubicBezTo>
                    <a:pt x="8299" y="167989"/>
                    <a:pt x="5537" y="185229"/>
                    <a:pt x="1822" y="202374"/>
                  </a:cubicBezTo>
                  <a:cubicBezTo>
                    <a:pt x="488" y="208280"/>
                    <a:pt x="-845" y="213709"/>
                    <a:pt x="679" y="219615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" name="Google Shape;192;p23"/>
            <p:cNvSpPr/>
            <p:nvPr/>
          </p:nvSpPr>
          <p:spPr>
            <a:xfrm>
              <a:off x="6880582" y="2118063"/>
              <a:ext cx="237341" cy="644056"/>
            </a:xfrm>
            <a:custGeom>
              <a:avLst/>
              <a:gdLst/>
              <a:ahLst/>
              <a:cxnLst/>
              <a:rect l="l" t="t" r="r" b="b"/>
              <a:pathLst>
                <a:path w="81281" h="220567" extrusionOk="0">
                  <a:moveTo>
                    <a:pt x="29330" y="1683"/>
                  </a:moveTo>
                  <a:cubicBezTo>
                    <a:pt x="23901" y="13875"/>
                    <a:pt x="22758" y="27114"/>
                    <a:pt x="27139" y="39687"/>
                  </a:cubicBezTo>
                  <a:cubicBezTo>
                    <a:pt x="30282" y="48641"/>
                    <a:pt x="26377" y="54546"/>
                    <a:pt x="25044" y="64071"/>
                  </a:cubicBezTo>
                  <a:cubicBezTo>
                    <a:pt x="22948" y="78454"/>
                    <a:pt x="20662" y="92742"/>
                    <a:pt x="18281" y="107029"/>
                  </a:cubicBezTo>
                  <a:cubicBezTo>
                    <a:pt x="15900" y="121507"/>
                    <a:pt x="13518" y="135985"/>
                    <a:pt x="11137" y="150558"/>
                  </a:cubicBezTo>
                  <a:cubicBezTo>
                    <a:pt x="8280" y="167799"/>
                    <a:pt x="5517" y="185039"/>
                    <a:pt x="1803" y="202184"/>
                  </a:cubicBezTo>
                  <a:cubicBezTo>
                    <a:pt x="564" y="208089"/>
                    <a:pt x="-864" y="213519"/>
                    <a:pt x="660" y="219424"/>
                  </a:cubicBezTo>
                  <a:cubicBezTo>
                    <a:pt x="1517" y="219805"/>
                    <a:pt x="2565" y="220186"/>
                    <a:pt x="3517" y="220567"/>
                  </a:cubicBezTo>
                  <a:cubicBezTo>
                    <a:pt x="6946" y="218472"/>
                    <a:pt x="9994" y="215043"/>
                    <a:pt x="12471" y="211804"/>
                  </a:cubicBezTo>
                  <a:cubicBezTo>
                    <a:pt x="13233" y="210852"/>
                    <a:pt x="14090" y="209804"/>
                    <a:pt x="14280" y="208566"/>
                  </a:cubicBezTo>
                  <a:cubicBezTo>
                    <a:pt x="14852" y="205803"/>
                    <a:pt x="12661" y="203232"/>
                    <a:pt x="11899" y="200469"/>
                  </a:cubicBezTo>
                  <a:cubicBezTo>
                    <a:pt x="9994" y="193897"/>
                    <a:pt x="16090" y="187801"/>
                    <a:pt x="17043" y="181038"/>
                  </a:cubicBezTo>
                  <a:cubicBezTo>
                    <a:pt x="17424" y="178276"/>
                    <a:pt x="16947" y="175419"/>
                    <a:pt x="16662" y="172656"/>
                  </a:cubicBezTo>
                  <a:cubicBezTo>
                    <a:pt x="16090" y="166656"/>
                    <a:pt x="16757" y="160655"/>
                    <a:pt x="17424" y="154654"/>
                  </a:cubicBezTo>
                  <a:cubicBezTo>
                    <a:pt x="21329" y="118935"/>
                    <a:pt x="25234" y="82836"/>
                    <a:pt x="36759" y="48736"/>
                  </a:cubicBezTo>
                  <a:cubicBezTo>
                    <a:pt x="37521" y="46641"/>
                    <a:pt x="38379" y="44355"/>
                    <a:pt x="40188" y="43116"/>
                  </a:cubicBezTo>
                  <a:cubicBezTo>
                    <a:pt x="41712" y="42069"/>
                    <a:pt x="43713" y="41973"/>
                    <a:pt x="45522" y="41783"/>
                  </a:cubicBezTo>
                  <a:cubicBezTo>
                    <a:pt x="56952" y="40926"/>
                    <a:pt x="68097" y="37782"/>
                    <a:pt x="78479" y="32829"/>
                  </a:cubicBezTo>
                  <a:cubicBezTo>
                    <a:pt x="80670" y="22638"/>
                    <a:pt x="82479" y="12065"/>
                    <a:pt x="80289" y="1968"/>
                  </a:cubicBezTo>
                  <a:cubicBezTo>
                    <a:pt x="63144" y="-1270"/>
                    <a:pt x="46570" y="63"/>
                    <a:pt x="29139" y="187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" name="Google Shape;193;p23"/>
            <p:cNvSpPr/>
            <p:nvPr/>
          </p:nvSpPr>
          <p:spPr>
            <a:xfrm>
              <a:off x="6936724" y="1788498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3" y="142304"/>
                  </a:cubicBezTo>
                  <a:cubicBezTo>
                    <a:pt x="44005" y="146304"/>
                    <a:pt x="57721" y="145542"/>
                    <a:pt x="69437" y="140399"/>
                  </a:cubicBezTo>
                  <a:cubicBezTo>
                    <a:pt x="68008" y="133255"/>
                    <a:pt x="65818" y="126016"/>
                    <a:pt x="66008" y="118682"/>
                  </a:cubicBezTo>
                  <a:cubicBezTo>
                    <a:pt x="66104" y="115253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5" y="7811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80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2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8"/>
                  </a:cubicBezTo>
                  <a:cubicBezTo>
                    <a:pt x="15430" y="88678"/>
                    <a:pt x="18193" y="89345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2" y="116967"/>
                    <a:pt x="5429" y="12239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23"/>
            <p:cNvSpPr/>
            <p:nvPr/>
          </p:nvSpPr>
          <p:spPr>
            <a:xfrm>
              <a:off x="6950618" y="1802658"/>
              <a:ext cx="105955" cy="253949"/>
            </a:xfrm>
            <a:custGeom>
              <a:avLst/>
              <a:gdLst/>
              <a:ahLst/>
              <a:cxnLst/>
              <a:rect l="l" t="t" r="r" b="b"/>
              <a:pathLst>
                <a:path w="36286" h="86969" extrusionOk="0">
                  <a:moveTo>
                    <a:pt x="17338" y="6"/>
                  </a:moveTo>
                  <a:cubicBezTo>
                    <a:pt x="23243" y="6"/>
                    <a:pt x="29244" y="2483"/>
                    <a:pt x="32768" y="7150"/>
                  </a:cubicBezTo>
                  <a:cubicBezTo>
                    <a:pt x="37721" y="13818"/>
                    <a:pt x="36578" y="23057"/>
                    <a:pt x="34578" y="31058"/>
                  </a:cubicBezTo>
                  <a:cubicBezTo>
                    <a:pt x="29434" y="51537"/>
                    <a:pt x="19529" y="70777"/>
                    <a:pt x="5908" y="86970"/>
                  </a:cubicBezTo>
                  <a:cubicBezTo>
                    <a:pt x="4479" y="84017"/>
                    <a:pt x="2955" y="81064"/>
                    <a:pt x="2669" y="77826"/>
                  </a:cubicBezTo>
                  <a:cubicBezTo>
                    <a:pt x="2383" y="74492"/>
                    <a:pt x="3526" y="71158"/>
                    <a:pt x="4765" y="68110"/>
                  </a:cubicBezTo>
                  <a:cubicBezTo>
                    <a:pt x="11146" y="52203"/>
                    <a:pt x="21814" y="37344"/>
                    <a:pt x="22291" y="20199"/>
                  </a:cubicBezTo>
                  <a:cubicBezTo>
                    <a:pt x="22386" y="16008"/>
                    <a:pt x="21338" y="10960"/>
                    <a:pt x="17338" y="9436"/>
                  </a:cubicBezTo>
                  <a:cubicBezTo>
                    <a:pt x="15052" y="8579"/>
                    <a:pt x="12480" y="9150"/>
                    <a:pt x="10194" y="9722"/>
                  </a:cubicBezTo>
                  <a:cubicBezTo>
                    <a:pt x="7813" y="10389"/>
                    <a:pt x="5336" y="10960"/>
                    <a:pt x="3050" y="10198"/>
                  </a:cubicBezTo>
                  <a:cubicBezTo>
                    <a:pt x="-1998" y="8484"/>
                    <a:pt x="97" y="5055"/>
                    <a:pt x="3050" y="3245"/>
                  </a:cubicBezTo>
                  <a:cubicBezTo>
                    <a:pt x="7051" y="864"/>
                    <a:pt x="12766" y="-89"/>
                    <a:pt x="17338" y="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23"/>
            <p:cNvSpPr/>
            <p:nvPr/>
          </p:nvSpPr>
          <p:spPr>
            <a:xfrm>
              <a:off x="6911422" y="181766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3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F6BB98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" name="Google Shape;196;p23"/>
            <p:cNvSpPr/>
            <p:nvPr/>
          </p:nvSpPr>
          <p:spPr>
            <a:xfrm>
              <a:off x="6922266" y="1813674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9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23"/>
            <p:cNvSpPr/>
            <p:nvPr/>
          </p:nvSpPr>
          <p:spPr>
            <a:xfrm>
              <a:off x="6957764" y="1580527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4"/>
                    <a:pt x="12128" y="50102"/>
                    <a:pt x="9461" y="45911"/>
                  </a:cubicBezTo>
                  <a:cubicBezTo>
                    <a:pt x="6413" y="41053"/>
                    <a:pt x="3746" y="35909"/>
                    <a:pt x="1555" y="30671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4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cubicBezTo>
                    <a:pt x="26796" y="1619"/>
                    <a:pt x="32226" y="762"/>
                    <a:pt x="37560" y="0"/>
                  </a:cubicBez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4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7"/>
                  </a:cubicBezTo>
                  <a:cubicBezTo>
                    <a:pt x="56514" y="20384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rgbClr val="34323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8" name="Google Shape;198;p23"/>
          <p:cNvGrpSpPr/>
          <p:nvPr/>
        </p:nvGrpSpPr>
        <p:grpSpPr>
          <a:xfrm>
            <a:off x="8243017" y="3539792"/>
            <a:ext cx="817953" cy="1652628"/>
            <a:chOff x="5450167" y="2975604"/>
            <a:chExt cx="817953" cy="1652628"/>
          </a:xfrm>
        </p:grpSpPr>
        <p:sp>
          <p:nvSpPr>
            <p:cNvPr id="199" name="Google Shape;199;p23"/>
            <p:cNvSpPr/>
            <p:nvPr/>
          </p:nvSpPr>
          <p:spPr>
            <a:xfrm>
              <a:off x="5450167" y="4233568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23"/>
            <p:cNvSpPr/>
            <p:nvPr/>
          </p:nvSpPr>
          <p:spPr>
            <a:xfrm>
              <a:off x="5952551" y="2996046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23"/>
            <p:cNvSpPr/>
            <p:nvPr/>
          </p:nvSpPr>
          <p:spPr>
            <a:xfrm>
              <a:off x="6016253" y="3230697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23"/>
            <p:cNvSpPr/>
            <p:nvPr/>
          </p:nvSpPr>
          <p:spPr>
            <a:xfrm>
              <a:off x="6010020" y="3222570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23"/>
            <p:cNvSpPr/>
            <p:nvPr/>
          </p:nvSpPr>
          <p:spPr>
            <a:xfrm>
              <a:off x="5951847" y="3458336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4" name="Google Shape;204;p23"/>
            <p:cNvSpPr/>
            <p:nvPr/>
          </p:nvSpPr>
          <p:spPr>
            <a:xfrm>
              <a:off x="6089937" y="4138481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p23"/>
            <p:cNvSpPr/>
            <p:nvPr/>
          </p:nvSpPr>
          <p:spPr>
            <a:xfrm>
              <a:off x="5929488" y="3496774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6" name="Google Shape;206;p23"/>
            <p:cNvSpPr/>
            <p:nvPr/>
          </p:nvSpPr>
          <p:spPr>
            <a:xfrm>
              <a:off x="5853328" y="3444772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7" name="Google Shape;207;p23"/>
            <p:cNvSpPr/>
            <p:nvPr/>
          </p:nvSpPr>
          <p:spPr>
            <a:xfrm>
              <a:off x="5943076" y="3159835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p23"/>
            <p:cNvSpPr/>
            <p:nvPr/>
          </p:nvSpPr>
          <p:spPr>
            <a:xfrm>
              <a:off x="5960248" y="316952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" name="Google Shape;209;p23"/>
            <p:cNvSpPr/>
            <p:nvPr/>
          </p:nvSpPr>
          <p:spPr>
            <a:xfrm>
              <a:off x="5848602" y="4139835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0" name="Google Shape;210;p23"/>
            <p:cNvSpPr/>
            <p:nvPr/>
          </p:nvSpPr>
          <p:spPr>
            <a:xfrm>
              <a:off x="5852493" y="3510490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1" name="Google Shape;211;p23"/>
            <p:cNvSpPr/>
            <p:nvPr/>
          </p:nvSpPr>
          <p:spPr>
            <a:xfrm>
              <a:off x="5862502" y="3510099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p23"/>
            <p:cNvSpPr/>
            <p:nvPr/>
          </p:nvSpPr>
          <p:spPr>
            <a:xfrm>
              <a:off x="5908658" y="3180925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3" name="Google Shape;213;p23"/>
            <p:cNvSpPr/>
            <p:nvPr/>
          </p:nvSpPr>
          <p:spPr>
            <a:xfrm>
              <a:off x="5883355" y="321009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4" name="Google Shape;214;p23"/>
            <p:cNvSpPr/>
            <p:nvPr/>
          </p:nvSpPr>
          <p:spPr>
            <a:xfrm>
              <a:off x="5876963" y="3206382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5" name="Google Shape;215;p23"/>
            <p:cNvSpPr/>
            <p:nvPr/>
          </p:nvSpPr>
          <p:spPr>
            <a:xfrm>
              <a:off x="6004302" y="3208729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" name="Google Shape;216;p23"/>
            <p:cNvSpPr/>
            <p:nvPr/>
          </p:nvSpPr>
          <p:spPr>
            <a:xfrm>
              <a:off x="5996146" y="3184413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7" name="Google Shape;217;p23"/>
            <p:cNvSpPr/>
            <p:nvPr/>
          </p:nvSpPr>
          <p:spPr>
            <a:xfrm>
              <a:off x="6029324" y="3195214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8" name="Google Shape;218;p23"/>
            <p:cNvSpPr/>
            <p:nvPr/>
          </p:nvSpPr>
          <p:spPr>
            <a:xfrm>
              <a:off x="6040168" y="3208451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9" name="Google Shape;219;p23"/>
            <p:cNvSpPr/>
            <p:nvPr/>
          </p:nvSpPr>
          <p:spPr>
            <a:xfrm>
              <a:off x="5931693" y="2975604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3"/>
                    <a:pt x="12128" y="50102"/>
                    <a:pt x="9461" y="45910"/>
                  </a:cubicBezTo>
                  <a:cubicBezTo>
                    <a:pt x="6413" y="41053"/>
                    <a:pt x="3746" y="35909"/>
                    <a:pt x="1555" y="30670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3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lnTo>
                    <a:pt x="37560" y="0"/>
                  </a:ln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3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6"/>
                  </a:cubicBezTo>
                  <a:cubicBezTo>
                    <a:pt x="56514" y="20383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rgbClr val="AE7A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23"/>
          <p:cNvGrpSpPr/>
          <p:nvPr/>
        </p:nvGrpSpPr>
        <p:grpSpPr>
          <a:xfrm>
            <a:off x="114118" y="1681653"/>
            <a:ext cx="656255" cy="1624153"/>
            <a:chOff x="2987343" y="1904703"/>
            <a:chExt cx="656255" cy="1624153"/>
          </a:xfrm>
        </p:grpSpPr>
        <p:sp>
          <p:nvSpPr>
            <p:cNvPr id="221" name="Google Shape;221;p23"/>
            <p:cNvSpPr/>
            <p:nvPr/>
          </p:nvSpPr>
          <p:spPr>
            <a:xfrm>
              <a:off x="2987343" y="3133520"/>
              <a:ext cx="656255" cy="395336"/>
            </a:xfrm>
            <a:custGeom>
              <a:avLst/>
              <a:gdLst/>
              <a:ahLst/>
              <a:cxnLst/>
              <a:rect l="l" t="t" r="r" b="b"/>
              <a:pathLst>
                <a:path w="224745" h="135389" extrusionOk="0">
                  <a:moveTo>
                    <a:pt x="222936" y="1277"/>
                  </a:moveTo>
                  <a:cubicBezTo>
                    <a:pt x="223603" y="991"/>
                    <a:pt x="224269" y="706"/>
                    <a:pt x="224746" y="420"/>
                  </a:cubicBezTo>
                  <a:cubicBezTo>
                    <a:pt x="224746" y="420"/>
                    <a:pt x="181312" y="-152"/>
                    <a:pt x="172644" y="39"/>
                  </a:cubicBezTo>
                  <a:cubicBezTo>
                    <a:pt x="169977" y="1849"/>
                    <a:pt x="166929" y="6897"/>
                    <a:pt x="166929" y="6897"/>
                  </a:cubicBezTo>
                  <a:cubicBezTo>
                    <a:pt x="167786" y="7278"/>
                    <a:pt x="169310" y="7468"/>
                    <a:pt x="171120" y="7564"/>
                  </a:cubicBezTo>
                  <a:cubicBezTo>
                    <a:pt x="168739" y="10802"/>
                    <a:pt x="164738" y="14041"/>
                    <a:pt x="159404" y="17279"/>
                  </a:cubicBezTo>
                  <a:cubicBezTo>
                    <a:pt x="156451" y="19089"/>
                    <a:pt x="153117" y="20803"/>
                    <a:pt x="150355" y="22613"/>
                  </a:cubicBezTo>
                  <a:cubicBezTo>
                    <a:pt x="141783" y="28138"/>
                    <a:pt x="131305" y="36139"/>
                    <a:pt x="129400" y="39853"/>
                  </a:cubicBezTo>
                  <a:cubicBezTo>
                    <a:pt x="128638" y="41473"/>
                    <a:pt x="127019" y="42997"/>
                    <a:pt x="125019" y="44616"/>
                  </a:cubicBezTo>
                  <a:cubicBezTo>
                    <a:pt x="121780" y="44616"/>
                    <a:pt x="118446" y="44616"/>
                    <a:pt x="115113" y="44616"/>
                  </a:cubicBezTo>
                  <a:cubicBezTo>
                    <a:pt x="110541" y="48521"/>
                    <a:pt x="105874" y="52331"/>
                    <a:pt x="101016" y="56236"/>
                  </a:cubicBezTo>
                  <a:cubicBezTo>
                    <a:pt x="97301" y="59284"/>
                    <a:pt x="97777" y="61285"/>
                    <a:pt x="89967" y="63952"/>
                  </a:cubicBezTo>
                  <a:cubicBezTo>
                    <a:pt x="83871" y="66047"/>
                    <a:pt x="79394" y="68333"/>
                    <a:pt x="76346" y="70524"/>
                  </a:cubicBezTo>
                  <a:cubicBezTo>
                    <a:pt x="73584" y="70714"/>
                    <a:pt x="70821" y="70810"/>
                    <a:pt x="68155" y="70810"/>
                  </a:cubicBezTo>
                  <a:cubicBezTo>
                    <a:pt x="68155" y="71953"/>
                    <a:pt x="68631" y="73000"/>
                    <a:pt x="69107" y="74048"/>
                  </a:cubicBezTo>
                  <a:cubicBezTo>
                    <a:pt x="69298" y="74334"/>
                    <a:pt x="69488" y="74620"/>
                    <a:pt x="69583" y="75001"/>
                  </a:cubicBezTo>
                  <a:cubicBezTo>
                    <a:pt x="67488" y="75763"/>
                    <a:pt x="65202" y="76429"/>
                    <a:pt x="62820" y="77096"/>
                  </a:cubicBezTo>
                  <a:cubicBezTo>
                    <a:pt x="55296" y="79192"/>
                    <a:pt x="45771" y="83002"/>
                    <a:pt x="41389" y="85002"/>
                  </a:cubicBezTo>
                  <a:cubicBezTo>
                    <a:pt x="40341" y="85478"/>
                    <a:pt x="39484" y="85954"/>
                    <a:pt x="38817" y="86431"/>
                  </a:cubicBezTo>
                  <a:cubicBezTo>
                    <a:pt x="36150" y="88621"/>
                    <a:pt x="35769" y="90622"/>
                    <a:pt x="35007" y="93098"/>
                  </a:cubicBezTo>
                  <a:cubicBezTo>
                    <a:pt x="35007" y="93384"/>
                    <a:pt x="34817" y="93765"/>
                    <a:pt x="34626" y="94051"/>
                  </a:cubicBezTo>
                  <a:cubicBezTo>
                    <a:pt x="33579" y="94241"/>
                    <a:pt x="32531" y="94432"/>
                    <a:pt x="31483" y="94717"/>
                  </a:cubicBezTo>
                  <a:cubicBezTo>
                    <a:pt x="29673" y="98242"/>
                    <a:pt x="28340" y="101861"/>
                    <a:pt x="27578" y="105290"/>
                  </a:cubicBezTo>
                  <a:cubicBezTo>
                    <a:pt x="27387" y="106338"/>
                    <a:pt x="27102" y="107386"/>
                    <a:pt x="27864" y="108243"/>
                  </a:cubicBezTo>
                  <a:cubicBezTo>
                    <a:pt x="27959" y="108338"/>
                    <a:pt x="28149" y="108529"/>
                    <a:pt x="28245" y="108624"/>
                  </a:cubicBezTo>
                  <a:cubicBezTo>
                    <a:pt x="28435" y="108719"/>
                    <a:pt x="28816" y="108814"/>
                    <a:pt x="29007" y="109005"/>
                  </a:cubicBezTo>
                  <a:cubicBezTo>
                    <a:pt x="28149" y="110338"/>
                    <a:pt x="27483" y="111577"/>
                    <a:pt x="27006" y="112815"/>
                  </a:cubicBezTo>
                  <a:cubicBezTo>
                    <a:pt x="28340" y="112815"/>
                    <a:pt x="27006" y="112815"/>
                    <a:pt x="28435" y="112815"/>
                  </a:cubicBezTo>
                  <a:cubicBezTo>
                    <a:pt x="29197" y="112815"/>
                    <a:pt x="30054" y="112720"/>
                    <a:pt x="30816" y="112624"/>
                  </a:cubicBezTo>
                  <a:cubicBezTo>
                    <a:pt x="30435" y="113101"/>
                    <a:pt x="29959" y="113577"/>
                    <a:pt x="29197" y="114053"/>
                  </a:cubicBezTo>
                  <a:cubicBezTo>
                    <a:pt x="29769" y="114053"/>
                    <a:pt x="30626" y="114053"/>
                    <a:pt x="31483" y="113958"/>
                  </a:cubicBezTo>
                  <a:cubicBezTo>
                    <a:pt x="30816" y="114910"/>
                    <a:pt x="30150" y="115863"/>
                    <a:pt x="29578" y="116625"/>
                  </a:cubicBezTo>
                  <a:cubicBezTo>
                    <a:pt x="27673" y="118149"/>
                    <a:pt x="23006" y="119578"/>
                    <a:pt x="18815" y="120816"/>
                  </a:cubicBezTo>
                  <a:cubicBezTo>
                    <a:pt x="13767" y="122340"/>
                    <a:pt x="9004" y="123959"/>
                    <a:pt x="4527" y="125674"/>
                  </a:cubicBezTo>
                  <a:cubicBezTo>
                    <a:pt x="2527" y="126436"/>
                    <a:pt x="432" y="127293"/>
                    <a:pt x="51" y="128055"/>
                  </a:cubicBezTo>
                  <a:cubicBezTo>
                    <a:pt x="-330" y="128912"/>
                    <a:pt x="1479" y="129484"/>
                    <a:pt x="3956" y="129579"/>
                  </a:cubicBezTo>
                  <a:cubicBezTo>
                    <a:pt x="1003" y="131008"/>
                    <a:pt x="717" y="132913"/>
                    <a:pt x="3575" y="133675"/>
                  </a:cubicBezTo>
                  <a:cubicBezTo>
                    <a:pt x="5766" y="134246"/>
                    <a:pt x="9195" y="134437"/>
                    <a:pt x="12528" y="134627"/>
                  </a:cubicBezTo>
                  <a:cubicBezTo>
                    <a:pt x="17577" y="134913"/>
                    <a:pt x="22625" y="135103"/>
                    <a:pt x="27673" y="135389"/>
                  </a:cubicBezTo>
                  <a:cubicBezTo>
                    <a:pt x="27102" y="134818"/>
                    <a:pt x="25482" y="134341"/>
                    <a:pt x="23292" y="134246"/>
                  </a:cubicBezTo>
                  <a:cubicBezTo>
                    <a:pt x="28626" y="134246"/>
                    <a:pt x="34055" y="134246"/>
                    <a:pt x="39865" y="133675"/>
                  </a:cubicBezTo>
                  <a:cubicBezTo>
                    <a:pt x="43485" y="133294"/>
                    <a:pt x="47485" y="132627"/>
                    <a:pt x="50343" y="132913"/>
                  </a:cubicBezTo>
                  <a:cubicBezTo>
                    <a:pt x="49390" y="132436"/>
                    <a:pt x="47485" y="132246"/>
                    <a:pt x="45294" y="132341"/>
                  </a:cubicBezTo>
                  <a:cubicBezTo>
                    <a:pt x="48914" y="131674"/>
                    <a:pt x="52915" y="131674"/>
                    <a:pt x="55296" y="132151"/>
                  </a:cubicBezTo>
                  <a:cubicBezTo>
                    <a:pt x="55200" y="130531"/>
                    <a:pt x="52343" y="129388"/>
                    <a:pt x="48152" y="128626"/>
                  </a:cubicBezTo>
                  <a:cubicBezTo>
                    <a:pt x="49771" y="127864"/>
                    <a:pt x="51105" y="127102"/>
                    <a:pt x="51962" y="126340"/>
                  </a:cubicBezTo>
                  <a:cubicBezTo>
                    <a:pt x="52724" y="125674"/>
                    <a:pt x="53200" y="125102"/>
                    <a:pt x="53486" y="124435"/>
                  </a:cubicBezTo>
                  <a:cubicBezTo>
                    <a:pt x="53867" y="123769"/>
                    <a:pt x="54153" y="123102"/>
                    <a:pt x="55296" y="122435"/>
                  </a:cubicBezTo>
                  <a:cubicBezTo>
                    <a:pt x="56343" y="121768"/>
                    <a:pt x="58153" y="121197"/>
                    <a:pt x="59868" y="120625"/>
                  </a:cubicBezTo>
                  <a:cubicBezTo>
                    <a:pt x="60630" y="120435"/>
                    <a:pt x="61392" y="120149"/>
                    <a:pt x="61773" y="119863"/>
                  </a:cubicBezTo>
                  <a:cubicBezTo>
                    <a:pt x="62820" y="119101"/>
                    <a:pt x="58725" y="119292"/>
                    <a:pt x="60439" y="118339"/>
                  </a:cubicBezTo>
                  <a:cubicBezTo>
                    <a:pt x="60820" y="118054"/>
                    <a:pt x="61677" y="117863"/>
                    <a:pt x="61487" y="117577"/>
                  </a:cubicBezTo>
                  <a:cubicBezTo>
                    <a:pt x="61487" y="117482"/>
                    <a:pt x="61011" y="117387"/>
                    <a:pt x="61011" y="117292"/>
                  </a:cubicBezTo>
                  <a:cubicBezTo>
                    <a:pt x="61011" y="117101"/>
                    <a:pt x="61868" y="116911"/>
                    <a:pt x="62154" y="116720"/>
                  </a:cubicBezTo>
                  <a:cubicBezTo>
                    <a:pt x="62535" y="116434"/>
                    <a:pt x="62249" y="116244"/>
                    <a:pt x="61868" y="116149"/>
                  </a:cubicBezTo>
                  <a:cubicBezTo>
                    <a:pt x="61487" y="115958"/>
                    <a:pt x="61011" y="115863"/>
                    <a:pt x="60915" y="115672"/>
                  </a:cubicBezTo>
                  <a:cubicBezTo>
                    <a:pt x="60725" y="114910"/>
                    <a:pt x="61582" y="114148"/>
                    <a:pt x="57677" y="114434"/>
                  </a:cubicBezTo>
                  <a:cubicBezTo>
                    <a:pt x="55772" y="114529"/>
                    <a:pt x="53486" y="114720"/>
                    <a:pt x="50914" y="115006"/>
                  </a:cubicBezTo>
                  <a:lnTo>
                    <a:pt x="53391" y="112624"/>
                  </a:lnTo>
                  <a:cubicBezTo>
                    <a:pt x="55296" y="112529"/>
                    <a:pt x="56534" y="112434"/>
                    <a:pt x="56534" y="112339"/>
                  </a:cubicBezTo>
                  <a:cubicBezTo>
                    <a:pt x="57105" y="111862"/>
                    <a:pt x="57201" y="111481"/>
                    <a:pt x="57487" y="110910"/>
                  </a:cubicBezTo>
                  <a:cubicBezTo>
                    <a:pt x="59391" y="110815"/>
                    <a:pt x="60725" y="110624"/>
                    <a:pt x="63392" y="110338"/>
                  </a:cubicBezTo>
                  <a:cubicBezTo>
                    <a:pt x="71298" y="109386"/>
                    <a:pt x="77775" y="107100"/>
                    <a:pt x="83109" y="104623"/>
                  </a:cubicBezTo>
                  <a:cubicBezTo>
                    <a:pt x="88633" y="102528"/>
                    <a:pt x="92824" y="100147"/>
                    <a:pt x="96444" y="97956"/>
                  </a:cubicBezTo>
                  <a:cubicBezTo>
                    <a:pt x="99206" y="96337"/>
                    <a:pt x="101778" y="94622"/>
                    <a:pt x="104445" y="93003"/>
                  </a:cubicBezTo>
                  <a:cubicBezTo>
                    <a:pt x="104445" y="93003"/>
                    <a:pt x="104445" y="93003"/>
                    <a:pt x="104445" y="93003"/>
                  </a:cubicBezTo>
                  <a:cubicBezTo>
                    <a:pt x="111874" y="88145"/>
                    <a:pt x="117875" y="83192"/>
                    <a:pt x="123781" y="78334"/>
                  </a:cubicBezTo>
                  <a:cubicBezTo>
                    <a:pt x="125114" y="77191"/>
                    <a:pt x="126448" y="76144"/>
                    <a:pt x="127781" y="75001"/>
                  </a:cubicBezTo>
                  <a:cubicBezTo>
                    <a:pt x="130638" y="72715"/>
                    <a:pt x="135782" y="70333"/>
                    <a:pt x="140259" y="68143"/>
                  </a:cubicBezTo>
                  <a:cubicBezTo>
                    <a:pt x="138544" y="67857"/>
                    <a:pt x="136544" y="67666"/>
                    <a:pt x="134639" y="67476"/>
                  </a:cubicBezTo>
                  <a:cubicBezTo>
                    <a:pt x="142164" y="60046"/>
                    <a:pt x="148069" y="52522"/>
                    <a:pt x="151308" y="45283"/>
                  </a:cubicBezTo>
                  <a:cubicBezTo>
                    <a:pt x="150260" y="45283"/>
                    <a:pt x="149117" y="45187"/>
                    <a:pt x="147974" y="45092"/>
                  </a:cubicBezTo>
                  <a:cubicBezTo>
                    <a:pt x="149022" y="42139"/>
                    <a:pt x="149879" y="39568"/>
                    <a:pt x="151117" y="38710"/>
                  </a:cubicBezTo>
                  <a:cubicBezTo>
                    <a:pt x="164643" y="28995"/>
                    <a:pt x="167405" y="19851"/>
                    <a:pt x="181216" y="10135"/>
                  </a:cubicBezTo>
                  <a:cubicBezTo>
                    <a:pt x="182645" y="9088"/>
                    <a:pt x="184074" y="8230"/>
                    <a:pt x="185788" y="7468"/>
                  </a:cubicBezTo>
                  <a:cubicBezTo>
                    <a:pt x="186169" y="7373"/>
                    <a:pt x="186455" y="7183"/>
                    <a:pt x="186836" y="7087"/>
                  </a:cubicBezTo>
                  <a:cubicBezTo>
                    <a:pt x="191122" y="5468"/>
                    <a:pt x="192361" y="4992"/>
                    <a:pt x="197599" y="4420"/>
                  </a:cubicBezTo>
                  <a:cubicBezTo>
                    <a:pt x="202362" y="3944"/>
                    <a:pt x="206743" y="3944"/>
                    <a:pt x="211411" y="3468"/>
                  </a:cubicBezTo>
                  <a:cubicBezTo>
                    <a:pt x="214744" y="3182"/>
                    <a:pt x="218554" y="2420"/>
                    <a:pt x="221316" y="1468"/>
                  </a:cubicBezTo>
                  <a:cubicBezTo>
                    <a:pt x="221888" y="1372"/>
                    <a:pt x="222364" y="1277"/>
                    <a:pt x="222364" y="1087"/>
                  </a:cubicBezTo>
                  <a:lnTo>
                    <a:pt x="222364" y="1087"/>
                  </a:lnTo>
                  <a:close/>
                  <a:moveTo>
                    <a:pt x="62535" y="83668"/>
                  </a:moveTo>
                  <a:cubicBezTo>
                    <a:pt x="64821" y="82716"/>
                    <a:pt x="68345" y="81287"/>
                    <a:pt x="72060" y="79763"/>
                  </a:cubicBezTo>
                  <a:cubicBezTo>
                    <a:pt x="72536" y="81001"/>
                    <a:pt x="73108" y="83383"/>
                    <a:pt x="70059" y="84049"/>
                  </a:cubicBezTo>
                  <a:cubicBezTo>
                    <a:pt x="68155" y="84526"/>
                    <a:pt x="65106" y="84716"/>
                    <a:pt x="64440" y="85383"/>
                  </a:cubicBezTo>
                  <a:cubicBezTo>
                    <a:pt x="64059" y="85669"/>
                    <a:pt x="64630" y="85954"/>
                    <a:pt x="64916" y="86145"/>
                  </a:cubicBezTo>
                  <a:cubicBezTo>
                    <a:pt x="65678" y="86812"/>
                    <a:pt x="62058" y="88621"/>
                    <a:pt x="57963" y="90526"/>
                  </a:cubicBezTo>
                  <a:cubicBezTo>
                    <a:pt x="57010" y="90526"/>
                    <a:pt x="56058" y="90717"/>
                    <a:pt x="55105" y="90812"/>
                  </a:cubicBezTo>
                  <a:cubicBezTo>
                    <a:pt x="55105" y="90336"/>
                    <a:pt x="55105" y="89860"/>
                    <a:pt x="55105" y="89479"/>
                  </a:cubicBezTo>
                  <a:cubicBezTo>
                    <a:pt x="55105" y="87574"/>
                    <a:pt x="57772" y="85573"/>
                    <a:pt x="62535" y="83668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23"/>
            <p:cNvSpPr/>
            <p:nvPr/>
          </p:nvSpPr>
          <p:spPr>
            <a:xfrm>
              <a:off x="3484587" y="1923082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3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1" y="58954"/>
                    <a:pt x="35921" y="56478"/>
                    <a:pt x="37160" y="54192"/>
                  </a:cubicBezTo>
                  <a:cubicBezTo>
                    <a:pt x="37541" y="53525"/>
                    <a:pt x="38208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3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p23"/>
            <p:cNvSpPr/>
            <p:nvPr/>
          </p:nvSpPr>
          <p:spPr>
            <a:xfrm>
              <a:off x="3541499" y="2149682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8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" name="Google Shape;224;p23"/>
            <p:cNvSpPr/>
            <p:nvPr/>
          </p:nvSpPr>
          <p:spPr>
            <a:xfrm>
              <a:off x="3484505" y="2373290"/>
              <a:ext cx="142236" cy="768675"/>
            </a:xfrm>
            <a:custGeom>
              <a:avLst/>
              <a:gdLst/>
              <a:ahLst/>
              <a:cxnLst/>
              <a:rect l="l" t="t" r="r" b="b"/>
              <a:pathLst>
                <a:path w="48711" h="263245" extrusionOk="0">
                  <a:moveTo>
                    <a:pt x="12422" y="3782"/>
                  </a:moveTo>
                  <a:cubicBezTo>
                    <a:pt x="9184" y="11021"/>
                    <a:pt x="6231" y="18450"/>
                    <a:pt x="3469" y="25880"/>
                  </a:cubicBezTo>
                  <a:cubicBezTo>
                    <a:pt x="2230" y="29404"/>
                    <a:pt x="992" y="33024"/>
                    <a:pt x="421" y="36834"/>
                  </a:cubicBezTo>
                  <a:cubicBezTo>
                    <a:pt x="-818" y="45882"/>
                    <a:pt x="802" y="53121"/>
                    <a:pt x="3659" y="61408"/>
                  </a:cubicBezTo>
                  <a:cubicBezTo>
                    <a:pt x="6517" y="69504"/>
                    <a:pt x="5278" y="78172"/>
                    <a:pt x="5088" y="86554"/>
                  </a:cubicBezTo>
                  <a:cubicBezTo>
                    <a:pt x="4897" y="104652"/>
                    <a:pt x="9946" y="121701"/>
                    <a:pt x="5374" y="139227"/>
                  </a:cubicBezTo>
                  <a:cubicBezTo>
                    <a:pt x="2326" y="150943"/>
                    <a:pt x="2421" y="175994"/>
                    <a:pt x="3754" y="193425"/>
                  </a:cubicBezTo>
                  <a:cubicBezTo>
                    <a:pt x="4135" y="199044"/>
                    <a:pt x="5183" y="204569"/>
                    <a:pt x="5850" y="210093"/>
                  </a:cubicBezTo>
                  <a:cubicBezTo>
                    <a:pt x="7279" y="223143"/>
                    <a:pt x="6326" y="236478"/>
                    <a:pt x="2992" y="249146"/>
                  </a:cubicBezTo>
                  <a:cubicBezTo>
                    <a:pt x="1945" y="253337"/>
                    <a:pt x="-2342" y="259814"/>
                    <a:pt x="2135" y="262100"/>
                  </a:cubicBezTo>
                  <a:cubicBezTo>
                    <a:pt x="3945" y="263052"/>
                    <a:pt x="8136" y="262481"/>
                    <a:pt x="10231" y="262576"/>
                  </a:cubicBezTo>
                  <a:cubicBezTo>
                    <a:pt x="22138" y="263338"/>
                    <a:pt x="29472" y="262481"/>
                    <a:pt x="41378" y="263243"/>
                  </a:cubicBezTo>
                  <a:cubicBezTo>
                    <a:pt x="43188" y="263338"/>
                    <a:pt x="46807" y="260481"/>
                    <a:pt x="48617" y="260100"/>
                  </a:cubicBezTo>
                  <a:cubicBezTo>
                    <a:pt x="49284" y="258671"/>
                    <a:pt x="46236" y="258290"/>
                    <a:pt x="44807" y="257623"/>
                  </a:cubicBezTo>
                  <a:cubicBezTo>
                    <a:pt x="38425" y="254480"/>
                    <a:pt x="35854" y="254956"/>
                    <a:pt x="29567" y="251622"/>
                  </a:cubicBezTo>
                  <a:cubicBezTo>
                    <a:pt x="21185" y="247146"/>
                    <a:pt x="19471" y="241050"/>
                    <a:pt x="19185" y="231810"/>
                  </a:cubicBezTo>
                  <a:cubicBezTo>
                    <a:pt x="18232" y="201140"/>
                    <a:pt x="27281" y="172660"/>
                    <a:pt x="26614" y="141894"/>
                  </a:cubicBezTo>
                  <a:cubicBezTo>
                    <a:pt x="26519" y="135894"/>
                    <a:pt x="38425" y="104747"/>
                    <a:pt x="39854" y="89031"/>
                  </a:cubicBezTo>
                  <a:cubicBezTo>
                    <a:pt x="41569" y="71124"/>
                    <a:pt x="41283" y="64551"/>
                    <a:pt x="42902" y="57503"/>
                  </a:cubicBezTo>
                  <a:cubicBezTo>
                    <a:pt x="44712" y="49597"/>
                    <a:pt x="46426" y="40263"/>
                    <a:pt x="46807" y="32166"/>
                  </a:cubicBezTo>
                  <a:cubicBezTo>
                    <a:pt x="47093" y="23689"/>
                    <a:pt x="45474" y="14640"/>
                    <a:pt x="39854" y="8354"/>
                  </a:cubicBezTo>
                  <a:cubicBezTo>
                    <a:pt x="34139" y="2067"/>
                    <a:pt x="15851" y="-4124"/>
                    <a:pt x="12327" y="3591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23"/>
            <p:cNvSpPr/>
            <p:nvPr/>
          </p:nvSpPr>
          <p:spPr>
            <a:xfrm>
              <a:off x="3463351" y="2428996"/>
              <a:ext cx="163342" cy="307400"/>
            </a:xfrm>
            <a:custGeom>
              <a:avLst/>
              <a:gdLst/>
              <a:ahLst/>
              <a:cxnLst/>
              <a:rect l="l" t="t" r="r" b="b"/>
              <a:pathLst>
                <a:path w="55939" h="105274" extrusionOk="0">
                  <a:moveTo>
                    <a:pt x="5954" y="68422"/>
                  </a:moveTo>
                  <a:cubicBezTo>
                    <a:pt x="5668" y="80614"/>
                    <a:pt x="5192" y="92902"/>
                    <a:pt x="4715" y="105094"/>
                  </a:cubicBezTo>
                  <a:cubicBezTo>
                    <a:pt x="17479" y="105760"/>
                    <a:pt x="30147" y="104522"/>
                    <a:pt x="42625" y="102427"/>
                  </a:cubicBezTo>
                  <a:cubicBezTo>
                    <a:pt x="48911" y="79471"/>
                    <a:pt x="52817" y="55945"/>
                    <a:pt x="55103" y="32227"/>
                  </a:cubicBezTo>
                  <a:cubicBezTo>
                    <a:pt x="56150" y="21464"/>
                    <a:pt x="56817" y="10415"/>
                    <a:pt x="53293" y="223"/>
                  </a:cubicBezTo>
                  <a:cubicBezTo>
                    <a:pt x="35862" y="-920"/>
                    <a:pt x="19574" y="2509"/>
                    <a:pt x="2525" y="6319"/>
                  </a:cubicBezTo>
                  <a:cubicBezTo>
                    <a:pt x="-1381" y="18988"/>
                    <a:pt x="-904" y="32227"/>
                    <a:pt x="5001" y="44134"/>
                  </a:cubicBezTo>
                  <a:cubicBezTo>
                    <a:pt x="9287" y="52611"/>
                    <a:pt x="6144" y="58993"/>
                    <a:pt x="5858" y="684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p23"/>
            <p:cNvSpPr/>
            <p:nvPr/>
          </p:nvSpPr>
          <p:spPr>
            <a:xfrm>
              <a:off x="3475111" y="2087151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3"/>
            <p:cNvSpPr/>
            <p:nvPr/>
          </p:nvSpPr>
          <p:spPr>
            <a:xfrm>
              <a:off x="3492561" y="2096839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8"/>
                  </a:cubicBezTo>
                  <a:cubicBezTo>
                    <a:pt x="-53" y="6477"/>
                    <a:pt x="42" y="6191"/>
                    <a:pt x="42" y="5906"/>
                  </a:cubicBezTo>
                  <a:cubicBezTo>
                    <a:pt x="519" y="4001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8" name="Google Shape;228;p23"/>
            <p:cNvSpPr/>
            <p:nvPr/>
          </p:nvSpPr>
          <p:spPr>
            <a:xfrm>
              <a:off x="3474566" y="3070064"/>
              <a:ext cx="153852" cy="75409"/>
            </a:xfrm>
            <a:custGeom>
              <a:avLst/>
              <a:gdLst/>
              <a:ahLst/>
              <a:cxnLst/>
              <a:rect l="l" t="t" r="r" b="b"/>
              <a:pathLst>
                <a:path w="52689" h="25825" extrusionOk="0">
                  <a:moveTo>
                    <a:pt x="16" y="25684"/>
                  </a:moveTo>
                  <a:cubicBezTo>
                    <a:pt x="8494" y="26351"/>
                    <a:pt x="52690" y="24446"/>
                    <a:pt x="52690" y="24446"/>
                  </a:cubicBezTo>
                  <a:cubicBezTo>
                    <a:pt x="52690" y="19493"/>
                    <a:pt x="48403" y="15587"/>
                    <a:pt x="44212" y="14159"/>
                  </a:cubicBezTo>
                  <a:cubicBezTo>
                    <a:pt x="40117" y="12730"/>
                    <a:pt x="35640" y="12920"/>
                    <a:pt x="31544" y="11206"/>
                  </a:cubicBezTo>
                  <a:cubicBezTo>
                    <a:pt x="27067" y="9396"/>
                    <a:pt x="26496" y="7872"/>
                    <a:pt x="24210" y="2919"/>
                  </a:cubicBezTo>
                  <a:cubicBezTo>
                    <a:pt x="23734" y="1776"/>
                    <a:pt x="23162" y="443"/>
                    <a:pt x="22114" y="62"/>
                  </a:cubicBezTo>
                  <a:cubicBezTo>
                    <a:pt x="21448" y="-129"/>
                    <a:pt x="20686" y="157"/>
                    <a:pt x="20019" y="443"/>
                  </a:cubicBezTo>
                  <a:cubicBezTo>
                    <a:pt x="15256" y="2538"/>
                    <a:pt x="7160" y="538"/>
                    <a:pt x="3255" y="3967"/>
                  </a:cubicBezTo>
                  <a:cubicBezTo>
                    <a:pt x="3255" y="3967"/>
                    <a:pt x="-269" y="19874"/>
                    <a:pt x="16" y="25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23"/>
            <p:cNvSpPr/>
            <p:nvPr/>
          </p:nvSpPr>
          <p:spPr>
            <a:xfrm>
              <a:off x="3440693" y="2108238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39"/>
                    <a:pt x="1524" y="128873"/>
                    <a:pt x="0" y="132398"/>
                  </a:cubicBezTo>
                  <a:cubicBezTo>
                    <a:pt x="11144" y="131921"/>
                    <a:pt x="21145" y="138875"/>
                    <a:pt x="31814" y="142304"/>
                  </a:cubicBezTo>
                  <a:cubicBezTo>
                    <a:pt x="44005" y="146304"/>
                    <a:pt x="57721" y="145542"/>
                    <a:pt x="69437" y="140399"/>
                  </a:cubicBezTo>
                  <a:cubicBezTo>
                    <a:pt x="68008" y="133255"/>
                    <a:pt x="65818" y="126016"/>
                    <a:pt x="66008" y="118682"/>
                  </a:cubicBezTo>
                  <a:cubicBezTo>
                    <a:pt x="66103" y="115253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5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80"/>
                  </a:cubicBezTo>
                  <a:cubicBezTo>
                    <a:pt x="7906" y="36576"/>
                    <a:pt x="9525" y="46672"/>
                    <a:pt x="11620" y="56483"/>
                  </a:cubicBezTo>
                  <a:cubicBezTo>
                    <a:pt x="12668" y="61532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8"/>
                  </a:cubicBezTo>
                  <a:cubicBezTo>
                    <a:pt x="15430" y="88678"/>
                    <a:pt x="18193" y="89345"/>
                    <a:pt x="19526" y="90773"/>
                  </a:cubicBezTo>
                  <a:cubicBezTo>
                    <a:pt x="22003" y="93440"/>
                    <a:pt x="16383" y="103251"/>
                    <a:pt x="15049" y="105918"/>
                  </a:cubicBezTo>
                  <a:cubicBezTo>
                    <a:pt x="12097" y="111633"/>
                    <a:pt x="8572" y="116967"/>
                    <a:pt x="5429" y="1223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p23"/>
            <p:cNvSpPr/>
            <p:nvPr/>
          </p:nvSpPr>
          <p:spPr>
            <a:xfrm>
              <a:off x="3415391" y="2137404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6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2" y="81639"/>
                  </a:cubicBezTo>
                  <a:cubicBezTo>
                    <a:pt x="17716" y="75733"/>
                    <a:pt x="17812" y="69256"/>
                    <a:pt x="20193" y="63446"/>
                  </a:cubicBezTo>
                  <a:cubicBezTo>
                    <a:pt x="26384" y="48301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0" y="5629"/>
                    <a:pt x="19240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7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1" name="Google Shape;231;p23"/>
            <p:cNvSpPr/>
            <p:nvPr/>
          </p:nvSpPr>
          <p:spPr>
            <a:xfrm>
              <a:off x="3426235" y="2133417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9" y="19854"/>
                    <a:pt x="36671" y="10615"/>
                  </a:cubicBezTo>
                  <a:cubicBezTo>
                    <a:pt x="35528" y="-720"/>
                    <a:pt x="21812" y="-3292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20"/>
                    <a:pt x="11049" y="11758"/>
                    <a:pt x="10001" y="14996"/>
                  </a:cubicBezTo>
                  <a:cubicBezTo>
                    <a:pt x="6191" y="25950"/>
                    <a:pt x="2953" y="37095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23"/>
            <p:cNvSpPr/>
            <p:nvPr/>
          </p:nvSpPr>
          <p:spPr>
            <a:xfrm>
              <a:off x="3459313" y="1904703"/>
              <a:ext cx="157604" cy="165237"/>
            </a:xfrm>
            <a:custGeom>
              <a:avLst/>
              <a:gdLst/>
              <a:ahLst/>
              <a:cxnLst/>
              <a:rect l="l" t="t" r="r" b="b"/>
              <a:pathLst>
                <a:path w="53974" h="56588" extrusionOk="0">
                  <a:moveTo>
                    <a:pt x="14827" y="56589"/>
                  </a:moveTo>
                  <a:cubicBezTo>
                    <a:pt x="15303" y="52779"/>
                    <a:pt x="15684" y="48683"/>
                    <a:pt x="13874" y="45349"/>
                  </a:cubicBezTo>
                  <a:cubicBezTo>
                    <a:pt x="12541" y="42968"/>
                    <a:pt x="10350" y="41349"/>
                    <a:pt x="8350" y="39444"/>
                  </a:cubicBezTo>
                  <a:cubicBezTo>
                    <a:pt x="5873" y="37063"/>
                    <a:pt x="3778" y="34300"/>
                    <a:pt x="2158" y="31252"/>
                  </a:cubicBezTo>
                  <a:cubicBezTo>
                    <a:pt x="635" y="28300"/>
                    <a:pt x="-413" y="24966"/>
                    <a:pt x="158" y="21727"/>
                  </a:cubicBezTo>
                  <a:cubicBezTo>
                    <a:pt x="730" y="18489"/>
                    <a:pt x="3492" y="15441"/>
                    <a:pt x="6826" y="15441"/>
                  </a:cubicBezTo>
                  <a:cubicBezTo>
                    <a:pt x="4921" y="10678"/>
                    <a:pt x="8159" y="6011"/>
                    <a:pt x="12445" y="3344"/>
                  </a:cubicBezTo>
                  <a:cubicBezTo>
                    <a:pt x="16732" y="677"/>
                    <a:pt x="22066" y="201"/>
                    <a:pt x="27209" y="10"/>
                  </a:cubicBezTo>
                  <a:cubicBezTo>
                    <a:pt x="35115" y="-180"/>
                    <a:pt x="45974" y="2201"/>
                    <a:pt x="49974" y="10107"/>
                  </a:cubicBezTo>
                  <a:cubicBezTo>
                    <a:pt x="51117" y="12393"/>
                    <a:pt x="51784" y="15155"/>
                    <a:pt x="53974" y="16489"/>
                  </a:cubicBezTo>
                  <a:cubicBezTo>
                    <a:pt x="50164" y="22680"/>
                    <a:pt x="44259" y="25537"/>
                    <a:pt x="37591" y="27442"/>
                  </a:cubicBezTo>
                  <a:cubicBezTo>
                    <a:pt x="34924" y="28204"/>
                    <a:pt x="31019" y="26776"/>
                    <a:pt x="29114" y="29062"/>
                  </a:cubicBezTo>
                  <a:cubicBezTo>
                    <a:pt x="28162" y="30300"/>
                    <a:pt x="29400" y="38396"/>
                    <a:pt x="29114" y="38491"/>
                  </a:cubicBezTo>
                  <a:cubicBezTo>
                    <a:pt x="27209" y="38777"/>
                    <a:pt x="25304" y="39158"/>
                    <a:pt x="23399" y="39444"/>
                  </a:cubicBezTo>
                  <a:cubicBezTo>
                    <a:pt x="24733" y="37634"/>
                    <a:pt x="23018" y="34586"/>
                    <a:pt x="20732" y="34586"/>
                  </a:cubicBezTo>
                  <a:cubicBezTo>
                    <a:pt x="18446" y="34586"/>
                    <a:pt x="16541" y="36872"/>
                    <a:pt x="16541" y="39158"/>
                  </a:cubicBezTo>
                  <a:cubicBezTo>
                    <a:pt x="16541" y="41444"/>
                    <a:pt x="18160" y="43540"/>
                    <a:pt x="20161" y="44683"/>
                  </a:cubicBezTo>
                  <a:cubicBezTo>
                    <a:pt x="22161" y="45826"/>
                    <a:pt x="24447" y="46207"/>
                    <a:pt x="26733" y="46397"/>
                  </a:cubicBezTo>
                  <a:cubicBezTo>
                    <a:pt x="23590" y="50302"/>
                    <a:pt x="19018" y="53827"/>
                    <a:pt x="14922" y="5658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23"/>
          <p:cNvGrpSpPr/>
          <p:nvPr/>
        </p:nvGrpSpPr>
        <p:grpSpPr>
          <a:xfrm>
            <a:off x="-47570" y="3706162"/>
            <a:ext cx="817953" cy="1639182"/>
            <a:chOff x="3532955" y="3479574"/>
            <a:chExt cx="817953" cy="1639182"/>
          </a:xfrm>
        </p:grpSpPr>
        <p:sp>
          <p:nvSpPr>
            <p:cNvPr id="234" name="Google Shape;234;p23"/>
            <p:cNvSpPr/>
            <p:nvPr/>
          </p:nvSpPr>
          <p:spPr>
            <a:xfrm>
              <a:off x="3532955" y="4724093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5" name="Google Shape;235;p23"/>
            <p:cNvSpPr/>
            <p:nvPr/>
          </p:nvSpPr>
          <p:spPr>
            <a:xfrm>
              <a:off x="4035338" y="3486571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6" name="Google Shape;236;p23"/>
            <p:cNvSpPr/>
            <p:nvPr/>
          </p:nvSpPr>
          <p:spPr>
            <a:xfrm>
              <a:off x="4099040" y="3721222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7" name="Google Shape;237;p23"/>
            <p:cNvSpPr/>
            <p:nvPr/>
          </p:nvSpPr>
          <p:spPr>
            <a:xfrm>
              <a:off x="4092808" y="3713095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8" name="Google Shape;238;p23"/>
            <p:cNvSpPr/>
            <p:nvPr/>
          </p:nvSpPr>
          <p:spPr>
            <a:xfrm>
              <a:off x="4034635" y="3948861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" name="Google Shape;239;p23"/>
            <p:cNvSpPr/>
            <p:nvPr/>
          </p:nvSpPr>
          <p:spPr>
            <a:xfrm>
              <a:off x="4172725" y="4629006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" name="Google Shape;240;p23"/>
            <p:cNvSpPr/>
            <p:nvPr/>
          </p:nvSpPr>
          <p:spPr>
            <a:xfrm>
              <a:off x="4012275" y="3987299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p23"/>
            <p:cNvSpPr/>
            <p:nvPr/>
          </p:nvSpPr>
          <p:spPr>
            <a:xfrm>
              <a:off x="3936115" y="3935297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" name="Google Shape;242;p23"/>
            <p:cNvSpPr/>
            <p:nvPr/>
          </p:nvSpPr>
          <p:spPr>
            <a:xfrm>
              <a:off x="4025863" y="3650360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3" name="Google Shape;243;p23"/>
            <p:cNvSpPr/>
            <p:nvPr/>
          </p:nvSpPr>
          <p:spPr>
            <a:xfrm>
              <a:off x="4043036" y="3660051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p23"/>
            <p:cNvSpPr/>
            <p:nvPr/>
          </p:nvSpPr>
          <p:spPr>
            <a:xfrm>
              <a:off x="3931389" y="4630360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3935280" y="4001015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3945290" y="4000624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" name="Google Shape;247;p23"/>
            <p:cNvSpPr/>
            <p:nvPr/>
          </p:nvSpPr>
          <p:spPr>
            <a:xfrm>
              <a:off x="3991445" y="3671450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p23"/>
            <p:cNvSpPr/>
            <p:nvPr/>
          </p:nvSpPr>
          <p:spPr>
            <a:xfrm>
              <a:off x="3966143" y="3700617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" name="Google Shape;249;p23"/>
            <p:cNvSpPr/>
            <p:nvPr/>
          </p:nvSpPr>
          <p:spPr>
            <a:xfrm>
              <a:off x="3959750" y="3696907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3"/>
            <p:cNvSpPr/>
            <p:nvPr/>
          </p:nvSpPr>
          <p:spPr>
            <a:xfrm>
              <a:off x="4087090" y="3699254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3"/>
            <p:cNvSpPr/>
            <p:nvPr/>
          </p:nvSpPr>
          <p:spPr>
            <a:xfrm>
              <a:off x="4078934" y="3674938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3"/>
            <p:cNvSpPr/>
            <p:nvPr/>
          </p:nvSpPr>
          <p:spPr>
            <a:xfrm>
              <a:off x="4112111" y="3685738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" name="Google Shape;253;p23"/>
            <p:cNvSpPr/>
            <p:nvPr/>
          </p:nvSpPr>
          <p:spPr>
            <a:xfrm>
              <a:off x="4122956" y="3698976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" name="Google Shape;254;p23"/>
            <p:cNvSpPr/>
            <p:nvPr/>
          </p:nvSpPr>
          <p:spPr>
            <a:xfrm>
              <a:off x="4011557" y="3479574"/>
              <a:ext cx="157604" cy="165517"/>
            </a:xfrm>
            <a:custGeom>
              <a:avLst/>
              <a:gdLst/>
              <a:ahLst/>
              <a:cxnLst/>
              <a:rect l="l" t="t" r="r" b="b"/>
              <a:pathLst>
                <a:path w="53974" h="56684" extrusionOk="0">
                  <a:moveTo>
                    <a:pt x="14827" y="56589"/>
                  </a:moveTo>
                  <a:cubicBezTo>
                    <a:pt x="15303" y="52779"/>
                    <a:pt x="15684" y="48683"/>
                    <a:pt x="13874" y="45349"/>
                  </a:cubicBezTo>
                  <a:cubicBezTo>
                    <a:pt x="12541" y="42968"/>
                    <a:pt x="10350" y="41349"/>
                    <a:pt x="8350" y="39444"/>
                  </a:cubicBezTo>
                  <a:cubicBezTo>
                    <a:pt x="5873" y="37063"/>
                    <a:pt x="3778" y="34300"/>
                    <a:pt x="2158" y="31252"/>
                  </a:cubicBezTo>
                  <a:cubicBezTo>
                    <a:pt x="634" y="28300"/>
                    <a:pt x="-413" y="24966"/>
                    <a:pt x="158" y="21727"/>
                  </a:cubicBezTo>
                  <a:cubicBezTo>
                    <a:pt x="730" y="18489"/>
                    <a:pt x="3492" y="15441"/>
                    <a:pt x="6826" y="15441"/>
                  </a:cubicBezTo>
                  <a:cubicBezTo>
                    <a:pt x="4921" y="10678"/>
                    <a:pt x="8159" y="6011"/>
                    <a:pt x="12445" y="3344"/>
                  </a:cubicBezTo>
                  <a:cubicBezTo>
                    <a:pt x="16827" y="677"/>
                    <a:pt x="22066" y="201"/>
                    <a:pt x="27209" y="10"/>
                  </a:cubicBezTo>
                  <a:cubicBezTo>
                    <a:pt x="35115" y="-180"/>
                    <a:pt x="45973" y="2201"/>
                    <a:pt x="49974" y="10107"/>
                  </a:cubicBezTo>
                  <a:cubicBezTo>
                    <a:pt x="51117" y="12393"/>
                    <a:pt x="51784" y="15155"/>
                    <a:pt x="53974" y="16489"/>
                  </a:cubicBezTo>
                  <a:cubicBezTo>
                    <a:pt x="50164" y="22680"/>
                    <a:pt x="44259" y="25537"/>
                    <a:pt x="37591" y="27442"/>
                  </a:cubicBezTo>
                  <a:cubicBezTo>
                    <a:pt x="34924" y="28204"/>
                    <a:pt x="31019" y="26776"/>
                    <a:pt x="29114" y="29062"/>
                  </a:cubicBezTo>
                  <a:cubicBezTo>
                    <a:pt x="28162" y="30300"/>
                    <a:pt x="29400" y="38396"/>
                    <a:pt x="29114" y="38491"/>
                  </a:cubicBezTo>
                  <a:cubicBezTo>
                    <a:pt x="27209" y="38872"/>
                    <a:pt x="25304" y="39158"/>
                    <a:pt x="23399" y="39539"/>
                  </a:cubicBezTo>
                  <a:cubicBezTo>
                    <a:pt x="24733" y="37729"/>
                    <a:pt x="23018" y="34681"/>
                    <a:pt x="20732" y="34681"/>
                  </a:cubicBezTo>
                  <a:cubicBezTo>
                    <a:pt x="18446" y="34681"/>
                    <a:pt x="16541" y="36967"/>
                    <a:pt x="16541" y="39253"/>
                  </a:cubicBezTo>
                  <a:cubicBezTo>
                    <a:pt x="16541" y="41539"/>
                    <a:pt x="18160" y="43635"/>
                    <a:pt x="20161" y="44778"/>
                  </a:cubicBezTo>
                  <a:cubicBezTo>
                    <a:pt x="22161" y="45921"/>
                    <a:pt x="24447" y="46302"/>
                    <a:pt x="26733" y="46492"/>
                  </a:cubicBezTo>
                  <a:cubicBezTo>
                    <a:pt x="23590" y="50398"/>
                    <a:pt x="19018" y="53922"/>
                    <a:pt x="14922" y="5668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5" name="Google Shape;255;p23"/>
          <p:cNvGrpSpPr/>
          <p:nvPr/>
        </p:nvGrpSpPr>
        <p:grpSpPr>
          <a:xfrm>
            <a:off x="7475594" y="3138845"/>
            <a:ext cx="767425" cy="1664626"/>
            <a:chOff x="6491394" y="3272395"/>
            <a:chExt cx="767425" cy="1664626"/>
          </a:xfrm>
        </p:grpSpPr>
        <p:sp>
          <p:nvSpPr>
            <p:cNvPr id="256" name="Google Shape;256;p23"/>
            <p:cNvSpPr/>
            <p:nvPr/>
          </p:nvSpPr>
          <p:spPr>
            <a:xfrm>
              <a:off x="6491394" y="4533845"/>
              <a:ext cx="737504" cy="403176"/>
            </a:xfrm>
            <a:custGeom>
              <a:avLst/>
              <a:gdLst/>
              <a:ahLst/>
              <a:cxnLst/>
              <a:rect l="l" t="t" r="r" b="b"/>
              <a:pathLst>
                <a:path w="252570" h="138074" extrusionOk="0">
                  <a:moveTo>
                    <a:pt x="172749" y="64675"/>
                  </a:moveTo>
                  <a:cubicBezTo>
                    <a:pt x="173321" y="63722"/>
                    <a:pt x="170844" y="63627"/>
                    <a:pt x="168939" y="64675"/>
                  </a:cubicBezTo>
                  <a:cubicBezTo>
                    <a:pt x="167415" y="65532"/>
                    <a:pt x="167701" y="66389"/>
                    <a:pt x="164558" y="66961"/>
                  </a:cubicBezTo>
                  <a:cubicBezTo>
                    <a:pt x="163319" y="67151"/>
                    <a:pt x="161700" y="67246"/>
                    <a:pt x="160272" y="67532"/>
                  </a:cubicBezTo>
                  <a:cubicBezTo>
                    <a:pt x="158652" y="67818"/>
                    <a:pt x="157033" y="68294"/>
                    <a:pt x="155414" y="68675"/>
                  </a:cubicBezTo>
                  <a:cubicBezTo>
                    <a:pt x="154747" y="68675"/>
                    <a:pt x="154080" y="68485"/>
                    <a:pt x="153413" y="68390"/>
                  </a:cubicBezTo>
                  <a:cubicBezTo>
                    <a:pt x="157128" y="66294"/>
                    <a:pt x="159700" y="64198"/>
                    <a:pt x="161891" y="62103"/>
                  </a:cubicBezTo>
                  <a:cubicBezTo>
                    <a:pt x="168177" y="56198"/>
                    <a:pt x="173797" y="50768"/>
                    <a:pt x="177321" y="45053"/>
                  </a:cubicBezTo>
                  <a:cubicBezTo>
                    <a:pt x="175511" y="45053"/>
                    <a:pt x="173797" y="45053"/>
                    <a:pt x="171987" y="45148"/>
                  </a:cubicBezTo>
                  <a:cubicBezTo>
                    <a:pt x="173702" y="42100"/>
                    <a:pt x="175226" y="39433"/>
                    <a:pt x="176559" y="38576"/>
                  </a:cubicBezTo>
                  <a:cubicBezTo>
                    <a:pt x="191990" y="28861"/>
                    <a:pt x="196847" y="19621"/>
                    <a:pt x="212468" y="9906"/>
                  </a:cubicBezTo>
                  <a:cubicBezTo>
                    <a:pt x="213802" y="9049"/>
                    <a:pt x="215612" y="8287"/>
                    <a:pt x="217517" y="7525"/>
                  </a:cubicBezTo>
                  <a:cubicBezTo>
                    <a:pt x="217517" y="7620"/>
                    <a:pt x="217517" y="7715"/>
                    <a:pt x="217326" y="7906"/>
                  </a:cubicBezTo>
                  <a:cubicBezTo>
                    <a:pt x="227423" y="4667"/>
                    <a:pt x="239901" y="2191"/>
                    <a:pt x="252569" y="1143"/>
                  </a:cubicBezTo>
                  <a:cubicBezTo>
                    <a:pt x="252664" y="95"/>
                    <a:pt x="248473" y="0"/>
                    <a:pt x="244853" y="0"/>
                  </a:cubicBezTo>
                  <a:cubicBezTo>
                    <a:pt x="238948" y="0"/>
                    <a:pt x="233138" y="191"/>
                    <a:pt x="227232" y="191"/>
                  </a:cubicBezTo>
                  <a:cubicBezTo>
                    <a:pt x="225518" y="191"/>
                    <a:pt x="223803" y="191"/>
                    <a:pt x="221993" y="381"/>
                  </a:cubicBezTo>
                  <a:cubicBezTo>
                    <a:pt x="215707" y="1048"/>
                    <a:pt x="210373" y="3429"/>
                    <a:pt x="204277" y="3810"/>
                  </a:cubicBezTo>
                  <a:cubicBezTo>
                    <a:pt x="203991" y="2858"/>
                    <a:pt x="204467" y="1810"/>
                    <a:pt x="205515" y="762"/>
                  </a:cubicBezTo>
                  <a:cubicBezTo>
                    <a:pt x="203991" y="762"/>
                    <a:pt x="202658" y="476"/>
                    <a:pt x="201515" y="191"/>
                  </a:cubicBezTo>
                  <a:cubicBezTo>
                    <a:pt x="205706" y="1238"/>
                    <a:pt x="187322" y="6763"/>
                    <a:pt x="197800" y="8096"/>
                  </a:cubicBezTo>
                  <a:cubicBezTo>
                    <a:pt x="198181" y="10668"/>
                    <a:pt x="194466" y="13525"/>
                    <a:pt x="188942" y="16478"/>
                  </a:cubicBezTo>
                  <a:cubicBezTo>
                    <a:pt x="185703" y="18193"/>
                    <a:pt x="181988" y="20002"/>
                    <a:pt x="178940" y="21717"/>
                  </a:cubicBezTo>
                  <a:cubicBezTo>
                    <a:pt x="169320" y="27242"/>
                    <a:pt x="157223" y="35147"/>
                    <a:pt x="154556" y="38957"/>
                  </a:cubicBezTo>
                  <a:cubicBezTo>
                    <a:pt x="153223" y="40862"/>
                    <a:pt x="150747" y="42767"/>
                    <a:pt x="147698" y="44672"/>
                  </a:cubicBezTo>
                  <a:cubicBezTo>
                    <a:pt x="145508" y="44577"/>
                    <a:pt x="143412" y="44482"/>
                    <a:pt x="141317" y="44291"/>
                  </a:cubicBezTo>
                  <a:cubicBezTo>
                    <a:pt x="135888" y="49625"/>
                    <a:pt x="122362" y="54673"/>
                    <a:pt x="111408" y="59817"/>
                  </a:cubicBezTo>
                  <a:cubicBezTo>
                    <a:pt x="103693" y="63437"/>
                    <a:pt x="97026" y="67627"/>
                    <a:pt x="95882" y="71056"/>
                  </a:cubicBezTo>
                  <a:cubicBezTo>
                    <a:pt x="92549" y="71342"/>
                    <a:pt x="89215" y="71533"/>
                    <a:pt x="86072" y="71438"/>
                  </a:cubicBezTo>
                  <a:cubicBezTo>
                    <a:pt x="86072" y="72581"/>
                    <a:pt x="86548" y="73628"/>
                    <a:pt x="87024" y="74676"/>
                  </a:cubicBezTo>
                  <a:cubicBezTo>
                    <a:pt x="87215" y="74962"/>
                    <a:pt x="87405" y="75248"/>
                    <a:pt x="87596" y="75629"/>
                  </a:cubicBezTo>
                  <a:cubicBezTo>
                    <a:pt x="85500" y="76391"/>
                    <a:pt x="83214" y="77057"/>
                    <a:pt x="80833" y="77724"/>
                  </a:cubicBezTo>
                  <a:cubicBezTo>
                    <a:pt x="73308" y="79820"/>
                    <a:pt x="63783" y="83629"/>
                    <a:pt x="59402" y="85630"/>
                  </a:cubicBezTo>
                  <a:cubicBezTo>
                    <a:pt x="58354" y="86106"/>
                    <a:pt x="57497" y="86582"/>
                    <a:pt x="56830" y="87058"/>
                  </a:cubicBezTo>
                  <a:cubicBezTo>
                    <a:pt x="54163" y="89249"/>
                    <a:pt x="53782" y="91250"/>
                    <a:pt x="53020" y="93726"/>
                  </a:cubicBezTo>
                  <a:cubicBezTo>
                    <a:pt x="53020" y="94012"/>
                    <a:pt x="52830" y="94393"/>
                    <a:pt x="52639" y="94679"/>
                  </a:cubicBezTo>
                  <a:cubicBezTo>
                    <a:pt x="51591" y="94869"/>
                    <a:pt x="50543" y="95060"/>
                    <a:pt x="49496" y="95345"/>
                  </a:cubicBezTo>
                  <a:cubicBezTo>
                    <a:pt x="47781" y="98870"/>
                    <a:pt x="46448" y="102298"/>
                    <a:pt x="45590" y="105727"/>
                  </a:cubicBezTo>
                  <a:cubicBezTo>
                    <a:pt x="41399" y="105727"/>
                    <a:pt x="36446" y="106394"/>
                    <a:pt x="32827" y="107537"/>
                  </a:cubicBezTo>
                  <a:cubicBezTo>
                    <a:pt x="26255" y="109538"/>
                    <a:pt x="24921" y="112490"/>
                    <a:pt x="29112" y="113919"/>
                  </a:cubicBezTo>
                  <a:cubicBezTo>
                    <a:pt x="21302" y="115348"/>
                    <a:pt x="17111" y="119158"/>
                    <a:pt x="21778" y="120396"/>
                  </a:cubicBezTo>
                  <a:cubicBezTo>
                    <a:pt x="19492" y="119825"/>
                    <a:pt x="14444" y="120396"/>
                    <a:pt x="11586" y="121444"/>
                  </a:cubicBezTo>
                  <a:cubicBezTo>
                    <a:pt x="8729" y="122492"/>
                    <a:pt x="7586" y="123635"/>
                    <a:pt x="7205" y="124682"/>
                  </a:cubicBezTo>
                  <a:cubicBezTo>
                    <a:pt x="6824" y="125825"/>
                    <a:pt x="7205" y="126968"/>
                    <a:pt x="10253" y="127254"/>
                  </a:cubicBezTo>
                  <a:cubicBezTo>
                    <a:pt x="4252" y="128111"/>
                    <a:pt x="823" y="130302"/>
                    <a:pt x="156" y="132017"/>
                  </a:cubicBezTo>
                  <a:cubicBezTo>
                    <a:pt x="-606" y="134112"/>
                    <a:pt x="1394" y="136017"/>
                    <a:pt x="6728" y="136874"/>
                  </a:cubicBezTo>
                  <a:cubicBezTo>
                    <a:pt x="12062" y="137731"/>
                    <a:pt x="20921" y="137160"/>
                    <a:pt x="27302" y="135350"/>
                  </a:cubicBezTo>
                  <a:cubicBezTo>
                    <a:pt x="28731" y="137541"/>
                    <a:pt x="36256" y="138589"/>
                    <a:pt x="44828" y="137827"/>
                  </a:cubicBezTo>
                  <a:cubicBezTo>
                    <a:pt x="52925" y="137160"/>
                    <a:pt x="61116" y="134874"/>
                    <a:pt x="64545" y="132493"/>
                  </a:cubicBezTo>
                  <a:cubicBezTo>
                    <a:pt x="69593" y="131636"/>
                    <a:pt x="73308" y="130397"/>
                    <a:pt x="74642" y="128873"/>
                  </a:cubicBezTo>
                  <a:cubicBezTo>
                    <a:pt x="75594" y="127730"/>
                    <a:pt x="73594" y="126778"/>
                    <a:pt x="70451" y="126683"/>
                  </a:cubicBezTo>
                  <a:cubicBezTo>
                    <a:pt x="70927" y="126206"/>
                    <a:pt x="71403" y="125635"/>
                    <a:pt x="71689" y="125158"/>
                  </a:cubicBezTo>
                  <a:cubicBezTo>
                    <a:pt x="72070" y="124492"/>
                    <a:pt x="72356" y="123825"/>
                    <a:pt x="73499" y="123158"/>
                  </a:cubicBezTo>
                  <a:cubicBezTo>
                    <a:pt x="74546" y="122492"/>
                    <a:pt x="76356" y="121920"/>
                    <a:pt x="78071" y="121348"/>
                  </a:cubicBezTo>
                  <a:cubicBezTo>
                    <a:pt x="78833" y="121158"/>
                    <a:pt x="79595" y="120872"/>
                    <a:pt x="79976" y="120587"/>
                  </a:cubicBezTo>
                  <a:cubicBezTo>
                    <a:pt x="81023" y="119825"/>
                    <a:pt x="76928" y="120015"/>
                    <a:pt x="78642" y="119063"/>
                  </a:cubicBezTo>
                  <a:cubicBezTo>
                    <a:pt x="79023" y="118777"/>
                    <a:pt x="79880" y="118586"/>
                    <a:pt x="79690" y="118300"/>
                  </a:cubicBezTo>
                  <a:cubicBezTo>
                    <a:pt x="79690" y="118205"/>
                    <a:pt x="79214" y="118110"/>
                    <a:pt x="79214" y="118015"/>
                  </a:cubicBezTo>
                  <a:cubicBezTo>
                    <a:pt x="79214" y="117824"/>
                    <a:pt x="80071" y="117634"/>
                    <a:pt x="80357" y="117443"/>
                  </a:cubicBezTo>
                  <a:cubicBezTo>
                    <a:pt x="80738" y="117158"/>
                    <a:pt x="80452" y="116967"/>
                    <a:pt x="80071" y="116872"/>
                  </a:cubicBezTo>
                  <a:cubicBezTo>
                    <a:pt x="79690" y="116681"/>
                    <a:pt x="79214" y="116586"/>
                    <a:pt x="79118" y="116396"/>
                  </a:cubicBezTo>
                  <a:cubicBezTo>
                    <a:pt x="78928" y="115633"/>
                    <a:pt x="79785" y="114871"/>
                    <a:pt x="75880" y="115157"/>
                  </a:cubicBezTo>
                  <a:cubicBezTo>
                    <a:pt x="73975" y="115252"/>
                    <a:pt x="71689" y="115443"/>
                    <a:pt x="69117" y="115729"/>
                  </a:cubicBezTo>
                  <a:lnTo>
                    <a:pt x="71594" y="113348"/>
                  </a:lnTo>
                  <a:cubicBezTo>
                    <a:pt x="73499" y="113252"/>
                    <a:pt x="74737" y="113157"/>
                    <a:pt x="74737" y="113062"/>
                  </a:cubicBezTo>
                  <a:cubicBezTo>
                    <a:pt x="75404" y="112586"/>
                    <a:pt x="75404" y="112109"/>
                    <a:pt x="75785" y="111443"/>
                  </a:cubicBezTo>
                  <a:cubicBezTo>
                    <a:pt x="81690" y="110871"/>
                    <a:pt x="88643" y="109252"/>
                    <a:pt x="95406" y="107347"/>
                  </a:cubicBezTo>
                  <a:cubicBezTo>
                    <a:pt x="95501" y="107347"/>
                    <a:pt x="95692" y="107347"/>
                    <a:pt x="95787" y="107252"/>
                  </a:cubicBezTo>
                  <a:cubicBezTo>
                    <a:pt x="95978" y="107252"/>
                    <a:pt x="96073" y="107156"/>
                    <a:pt x="96263" y="107061"/>
                  </a:cubicBezTo>
                  <a:cubicBezTo>
                    <a:pt x="103121" y="105061"/>
                    <a:pt x="109598" y="102870"/>
                    <a:pt x="114361" y="101632"/>
                  </a:cubicBezTo>
                  <a:cubicBezTo>
                    <a:pt x="115790" y="101251"/>
                    <a:pt x="117314" y="100775"/>
                    <a:pt x="118361" y="100298"/>
                  </a:cubicBezTo>
                  <a:cubicBezTo>
                    <a:pt x="120457" y="99346"/>
                    <a:pt x="120743" y="98393"/>
                    <a:pt x="121028" y="97536"/>
                  </a:cubicBezTo>
                  <a:cubicBezTo>
                    <a:pt x="123410" y="90106"/>
                    <a:pt x="132363" y="83248"/>
                    <a:pt x="144936" y="76105"/>
                  </a:cubicBezTo>
                  <a:cubicBezTo>
                    <a:pt x="149603" y="74581"/>
                    <a:pt x="152937" y="73533"/>
                    <a:pt x="152937" y="73533"/>
                  </a:cubicBezTo>
                  <a:cubicBezTo>
                    <a:pt x="154366" y="72866"/>
                    <a:pt x="158557" y="72200"/>
                    <a:pt x="160843" y="71723"/>
                  </a:cubicBezTo>
                  <a:cubicBezTo>
                    <a:pt x="164081" y="71056"/>
                    <a:pt x="167130" y="70390"/>
                    <a:pt x="170273" y="69723"/>
                  </a:cubicBezTo>
                  <a:cubicBezTo>
                    <a:pt x="172273" y="69247"/>
                    <a:pt x="174178" y="68675"/>
                    <a:pt x="175607" y="68199"/>
                  </a:cubicBezTo>
                  <a:cubicBezTo>
                    <a:pt x="177797" y="67437"/>
                    <a:pt x="178940" y="66485"/>
                    <a:pt x="178750" y="65723"/>
                  </a:cubicBezTo>
                  <a:lnTo>
                    <a:pt x="178750" y="65437"/>
                  </a:lnTo>
                  <a:cubicBezTo>
                    <a:pt x="177797" y="64770"/>
                    <a:pt x="171987" y="64770"/>
                    <a:pt x="172178" y="64389"/>
                  </a:cubicBezTo>
                  <a:close/>
                  <a:moveTo>
                    <a:pt x="80738" y="84582"/>
                  </a:moveTo>
                  <a:cubicBezTo>
                    <a:pt x="83024" y="83629"/>
                    <a:pt x="86548" y="82201"/>
                    <a:pt x="90263" y="80677"/>
                  </a:cubicBezTo>
                  <a:cubicBezTo>
                    <a:pt x="90739" y="81915"/>
                    <a:pt x="91310" y="84296"/>
                    <a:pt x="88263" y="84963"/>
                  </a:cubicBezTo>
                  <a:cubicBezTo>
                    <a:pt x="86357" y="85439"/>
                    <a:pt x="83309" y="85630"/>
                    <a:pt x="82643" y="86296"/>
                  </a:cubicBezTo>
                  <a:cubicBezTo>
                    <a:pt x="82262" y="86582"/>
                    <a:pt x="82833" y="86868"/>
                    <a:pt x="83119" y="87058"/>
                  </a:cubicBezTo>
                  <a:cubicBezTo>
                    <a:pt x="83881" y="87725"/>
                    <a:pt x="80261" y="89535"/>
                    <a:pt x="76166" y="91440"/>
                  </a:cubicBezTo>
                  <a:cubicBezTo>
                    <a:pt x="75213" y="91440"/>
                    <a:pt x="74261" y="91631"/>
                    <a:pt x="73308" y="91726"/>
                  </a:cubicBezTo>
                  <a:cubicBezTo>
                    <a:pt x="73308" y="91250"/>
                    <a:pt x="73308" y="90773"/>
                    <a:pt x="73308" y="90392"/>
                  </a:cubicBezTo>
                  <a:cubicBezTo>
                    <a:pt x="73308" y="88583"/>
                    <a:pt x="75975" y="86487"/>
                    <a:pt x="80738" y="84582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" name="Google Shape;257;p23"/>
            <p:cNvSpPr/>
            <p:nvPr/>
          </p:nvSpPr>
          <p:spPr>
            <a:xfrm>
              <a:off x="6978206" y="3272395"/>
              <a:ext cx="200230" cy="297139"/>
            </a:xfrm>
            <a:custGeom>
              <a:avLst/>
              <a:gdLst/>
              <a:ahLst/>
              <a:cxnLst/>
              <a:rect l="l" t="t" r="r" b="b"/>
              <a:pathLst>
                <a:path w="68572" h="101760" extrusionOk="0">
                  <a:moveTo>
                    <a:pt x="64180" y="26377"/>
                  </a:moveTo>
                  <a:cubicBezTo>
                    <a:pt x="67133" y="25425"/>
                    <a:pt x="68371" y="21900"/>
                    <a:pt x="68562" y="18852"/>
                  </a:cubicBezTo>
                  <a:cubicBezTo>
                    <a:pt x="68847" y="10947"/>
                    <a:pt x="63323" y="3136"/>
                    <a:pt x="55798" y="755"/>
                  </a:cubicBezTo>
                  <a:cubicBezTo>
                    <a:pt x="48178" y="-1626"/>
                    <a:pt x="39225" y="1803"/>
                    <a:pt x="35034" y="8565"/>
                  </a:cubicBezTo>
                  <a:cubicBezTo>
                    <a:pt x="31128" y="2946"/>
                    <a:pt x="22842" y="1231"/>
                    <a:pt x="16460" y="3803"/>
                  </a:cubicBezTo>
                  <a:cubicBezTo>
                    <a:pt x="10078" y="6375"/>
                    <a:pt x="5506" y="12471"/>
                    <a:pt x="3506" y="19043"/>
                  </a:cubicBezTo>
                  <a:cubicBezTo>
                    <a:pt x="1887" y="24377"/>
                    <a:pt x="2458" y="31330"/>
                    <a:pt x="7411" y="33902"/>
                  </a:cubicBezTo>
                  <a:cubicBezTo>
                    <a:pt x="3982" y="34950"/>
                    <a:pt x="1982" y="38569"/>
                    <a:pt x="934" y="41998"/>
                  </a:cubicBezTo>
                  <a:cubicBezTo>
                    <a:pt x="-114" y="45332"/>
                    <a:pt x="-495" y="49142"/>
                    <a:pt x="934" y="52285"/>
                  </a:cubicBezTo>
                  <a:cubicBezTo>
                    <a:pt x="2458" y="55428"/>
                    <a:pt x="6649" y="57429"/>
                    <a:pt x="9697" y="55714"/>
                  </a:cubicBezTo>
                  <a:cubicBezTo>
                    <a:pt x="3411" y="59619"/>
                    <a:pt x="2553" y="71621"/>
                    <a:pt x="8554" y="76002"/>
                  </a:cubicBezTo>
                  <a:cubicBezTo>
                    <a:pt x="2458" y="80479"/>
                    <a:pt x="-18" y="89623"/>
                    <a:pt x="3982" y="96005"/>
                  </a:cubicBezTo>
                  <a:cubicBezTo>
                    <a:pt x="7887" y="102387"/>
                    <a:pt x="18365" y="103911"/>
                    <a:pt x="23223" y="98291"/>
                  </a:cubicBezTo>
                  <a:cubicBezTo>
                    <a:pt x="24937" y="96386"/>
                    <a:pt x="25890" y="93909"/>
                    <a:pt x="26747" y="91433"/>
                  </a:cubicBezTo>
                  <a:cubicBezTo>
                    <a:pt x="28080" y="88004"/>
                    <a:pt x="29319" y="84670"/>
                    <a:pt x="30652" y="81241"/>
                  </a:cubicBezTo>
                  <a:cubicBezTo>
                    <a:pt x="33319" y="74288"/>
                    <a:pt x="35891" y="66287"/>
                    <a:pt x="32748" y="59524"/>
                  </a:cubicBezTo>
                  <a:cubicBezTo>
                    <a:pt x="30366" y="54571"/>
                    <a:pt x="25128" y="50856"/>
                    <a:pt x="24842" y="45332"/>
                  </a:cubicBezTo>
                  <a:cubicBezTo>
                    <a:pt x="24366" y="36283"/>
                    <a:pt x="37891" y="30473"/>
                    <a:pt x="36177" y="21615"/>
                  </a:cubicBezTo>
                  <a:cubicBezTo>
                    <a:pt x="35605" y="26758"/>
                    <a:pt x="40177" y="31616"/>
                    <a:pt x="45321" y="32378"/>
                  </a:cubicBezTo>
                  <a:cubicBezTo>
                    <a:pt x="50464" y="33045"/>
                    <a:pt x="60942" y="30473"/>
                    <a:pt x="64085" y="2637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" name="Google Shape;258;p23"/>
            <p:cNvSpPr/>
            <p:nvPr/>
          </p:nvSpPr>
          <p:spPr>
            <a:xfrm>
              <a:off x="7047299" y="3777005"/>
              <a:ext cx="166884" cy="764304"/>
            </a:xfrm>
            <a:custGeom>
              <a:avLst/>
              <a:gdLst/>
              <a:ahLst/>
              <a:cxnLst/>
              <a:rect l="l" t="t" r="r" b="b"/>
              <a:pathLst>
                <a:path w="57152" h="261748" extrusionOk="0">
                  <a:moveTo>
                    <a:pt x="9934" y="3812"/>
                  </a:moveTo>
                  <a:cubicBezTo>
                    <a:pt x="7172" y="11241"/>
                    <a:pt x="4600" y="18766"/>
                    <a:pt x="2409" y="26481"/>
                  </a:cubicBezTo>
                  <a:cubicBezTo>
                    <a:pt x="1362" y="30101"/>
                    <a:pt x="409" y="33815"/>
                    <a:pt x="123" y="37625"/>
                  </a:cubicBezTo>
                  <a:cubicBezTo>
                    <a:pt x="-543" y="46674"/>
                    <a:pt x="1552" y="53913"/>
                    <a:pt x="4981" y="62009"/>
                  </a:cubicBezTo>
                  <a:cubicBezTo>
                    <a:pt x="8315" y="69915"/>
                    <a:pt x="7648" y="78678"/>
                    <a:pt x="8029" y="87060"/>
                  </a:cubicBezTo>
                  <a:cubicBezTo>
                    <a:pt x="8982" y="105158"/>
                    <a:pt x="15078" y="121826"/>
                    <a:pt x="11649" y="139638"/>
                  </a:cubicBezTo>
                  <a:cubicBezTo>
                    <a:pt x="9363" y="151449"/>
                    <a:pt x="11077" y="176500"/>
                    <a:pt x="13458" y="193835"/>
                  </a:cubicBezTo>
                  <a:cubicBezTo>
                    <a:pt x="14220" y="199360"/>
                    <a:pt x="15649" y="204884"/>
                    <a:pt x="16602" y="210409"/>
                  </a:cubicBezTo>
                  <a:cubicBezTo>
                    <a:pt x="18602" y="222029"/>
                    <a:pt x="18126" y="233364"/>
                    <a:pt x="10696" y="243175"/>
                  </a:cubicBezTo>
                  <a:cubicBezTo>
                    <a:pt x="16030" y="245366"/>
                    <a:pt x="21174" y="248033"/>
                    <a:pt x="25936" y="251081"/>
                  </a:cubicBezTo>
                  <a:cubicBezTo>
                    <a:pt x="26793" y="251652"/>
                    <a:pt x="27746" y="252319"/>
                    <a:pt x="28127" y="253271"/>
                  </a:cubicBezTo>
                  <a:cubicBezTo>
                    <a:pt x="28698" y="254700"/>
                    <a:pt x="27841" y="256319"/>
                    <a:pt x="28127" y="257843"/>
                  </a:cubicBezTo>
                  <a:cubicBezTo>
                    <a:pt x="28698" y="260320"/>
                    <a:pt x="31937" y="260891"/>
                    <a:pt x="34509" y="260987"/>
                  </a:cubicBezTo>
                  <a:cubicBezTo>
                    <a:pt x="40795" y="261272"/>
                    <a:pt x="47082" y="261463"/>
                    <a:pt x="53368" y="261749"/>
                  </a:cubicBezTo>
                  <a:cubicBezTo>
                    <a:pt x="55178" y="261749"/>
                    <a:pt x="57845" y="260701"/>
                    <a:pt x="56988" y="259082"/>
                  </a:cubicBezTo>
                  <a:cubicBezTo>
                    <a:pt x="56035" y="257177"/>
                    <a:pt x="42795" y="252986"/>
                    <a:pt x="39843" y="249747"/>
                  </a:cubicBezTo>
                  <a:cubicBezTo>
                    <a:pt x="35080" y="244508"/>
                    <a:pt x="31937" y="238222"/>
                    <a:pt x="31270" y="231269"/>
                  </a:cubicBezTo>
                  <a:cubicBezTo>
                    <a:pt x="28317" y="200693"/>
                    <a:pt x="35556" y="171642"/>
                    <a:pt x="32985" y="141067"/>
                  </a:cubicBezTo>
                  <a:cubicBezTo>
                    <a:pt x="32508" y="135066"/>
                    <a:pt x="42414" y="103253"/>
                    <a:pt x="42891" y="87441"/>
                  </a:cubicBezTo>
                  <a:cubicBezTo>
                    <a:pt x="43462" y="69534"/>
                    <a:pt x="42795" y="62962"/>
                    <a:pt x="43938" y="55818"/>
                  </a:cubicBezTo>
                  <a:cubicBezTo>
                    <a:pt x="45272" y="47817"/>
                    <a:pt x="46415" y="38387"/>
                    <a:pt x="46224" y="30291"/>
                  </a:cubicBezTo>
                  <a:cubicBezTo>
                    <a:pt x="46034" y="21814"/>
                    <a:pt x="43843" y="12956"/>
                    <a:pt x="37747" y="7050"/>
                  </a:cubicBezTo>
                  <a:cubicBezTo>
                    <a:pt x="31651" y="1145"/>
                    <a:pt x="12982" y="-3808"/>
                    <a:pt x="10029" y="4097"/>
                  </a:cubicBezTo>
                  <a:close/>
                </a:path>
              </a:pathLst>
            </a:custGeom>
            <a:solidFill>
              <a:srgbClr val="91574C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p23"/>
            <p:cNvSpPr/>
            <p:nvPr/>
          </p:nvSpPr>
          <p:spPr>
            <a:xfrm>
              <a:off x="7027111" y="3852242"/>
              <a:ext cx="164688" cy="282971"/>
            </a:xfrm>
            <a:custGeom>
              <a:avLst/>
              <a:gdLst/>
              <a:ahLst/>
              <a:cxnLst/>
              <a:rect l="l" t="t" r="r" b="b"/>
              <a:pathLst>
                <a:path w="56400" h="96908" extrusionOk="0">
                  <a:moveTo>
                    <a:pt x="8754" y="135"/>
                  </a:moveTo>
                  <a:cubicBezTo>
                    <a:pt x="-2199" y="12708"/>
                    <a:pt x="-1247" y="31758"/>
                    <a:pt x="2849" y="47950"/>
                  </a:cubicBezTo>
                  <a:cubicBezTo>
                    <a:pt x="7040" y="64143"/>
                    <a:pt x="13803" y="80240"/>
                    <a:pt x="12279" y="96909"/>
                  </a:cubicBezTo>
                  <a:cubicBezTo>
                    <a:pt x="24280" y="94242"/>
                    <a:pt x="36758" y="93575"/>
                    <a:pt x="48950" y="94813"/>
                  </a:cubicBezTo>
                  <a:cubicBezTo>
                    <a:pt x="52950" y="76621"/>
                    <a:pt x="54474" y="59666"/>
                    <a:pt x="55903" y="41092"/>
                  </a:cubicBezTo>
                  <a:cubicBezTo>
                    <a:pt x="56570" y="33091"/>
                    <a:pt x="56856" y="24900"/>
                    <a:pt x="54855" y="17089"/>
                  </a:cubicBezTo>
                  <a:cubicBezTo>
                    <a:pt x="54189" y="14613"/>
                    <a:pt x="53236" y="12041"/>
                    <a:pt x="51426" y="10136"/>
                  </a:cubicBezTo>
                  <a:cubicBezTo>
                    <a:pt x="49712" y="8326"/>
                    <a:pt x="47426" y="7279"/>
                    <a:pt x="45140" y="6421"/>
                  </a:cubicBezTo>
                  <a:cubicBezTo>
                    <a:pt x="34186" y="2040"/>
                    <a:pt x="20565" y="-341"/>
                    <a:pt x="8754" y="4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3"/>
            <p:cNvSpPr/>
            <p:nvPr/>
          </p:nvSpPr>
          <p:spPr>
            <a:xfrm>
              <a:off x="7050128" y="3313261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2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3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8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1" y="58954"/>
                    <a:pt x="35921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1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3"/>
            <p:cNvSpPr/>
            <p:nvPr/>
          </p:nvSpPr>
          <p:spPr>
            <a:xfrm>
              <a:off x="7088110" y="3527920"/>
              <a:ext cx="170709" cy="428706"/>
            </a:xfrm>
            <a:custGeom>
              <a:avLst/>
              <a:gdLst/>
              <a:ahLst/>
              <a:cxnLst/>
              <a:rect l="l" t="t" r="r" b="b"/>
              <a:pathLst>
                <a:path w="58462" h="146817" extrusionOk="0">
                  <a:moveTo>
                    <a:pt x="57580" y="132387"/>
                  </a:moveTo>
                  <a:cubicBezTo>
                    <a:pt x="56818" y="130768"/>
                    <a:pt x="55675" y="128958"/>
                    <a:pt x="54246" y="127529"/>
                  </a:cubicBezTo>
                  <a:cubicBezTo>
                    <a:pt x="52055" y="125338"/>
                    <a:pt x="49769" y="123243"/>
                    <a:pt x="47388" y="121243"/>
                  </a:cubicBezTo>
                  <a:cubicBezTo>
                    <a:pt x="45674" y="119814"/>
                    <a:pt x="42435" y="117623"/>
                    <a:pt x="41864" y="115528"/>
                  </a:cubicBezTo>
                  <a:cubicBezTo>
                    <a:pt x="41864" y="115528"/>
                    <a:pt x="27481" y="90382"/>
                    <a:pt x="21861" y="81809"/>
                  </a:cubicBezTo>
                  <a:cubicBezTo>
                    <a:pt x="18432" y="76475"/>
                    <a:pt x="17099" y="70189"/>
                    <a:pt x="18242" y="63902"/>
                  </a:cubicBezTo>
                  <a:cubicBezTo>
                    <a:pt x="21194" y="47710"/>
                    <a:pt x="26528" y="16087"/>
                    <a:pt x="25004" y="8276"/>
                  </a:cubicBezTo>
                  <a:cubicBezTo>
                    <a:pt x="23099" y="-2201"/>
                    <a:pt x="8240" y="-2963"/>
                    <a:pt x="5478" y="7324"/>
                  </a:cubicBezTo>
                  <a:cubicBezTo>
                    <a:pt x="5478" y="7514"/>
                    <a:pt x="5478" y="7705"/>
                    <a:pt x="5383" y="7800"/>
                  </a:cubicBezTo>
                  <a:cubicBezTo>
                    <a:pt x="2144" y="21516"/>
                    <a:pt x="2240" y="45138"/>
                    <a:pt x="1097" y="55996"/>
                  </a:cubicBezTo>
                  <a:cubicBezTo>
                    <a:pt x="239" y="64093"/>
                    <a:pt x="-618" y="70570"/>
                    <a:pt x="620" y="77523"/>
                  </a:cubicBezTo>
                  <a:cubicBezTo>
                    <a:pt x="906" y="79047"/>
                    <a:pt x="1478" y="80476"/>
                    <a:pt x="2144" y="81904"/>
                  </a:cubicBezTo>
                  <a:cubicBezTo>
                    <a:pt x="5192" y="87619"/>
                    <a:pt x="12146" y="98383"/>
                    <a:pt x="18146" y="104002"/>
                  </a:cubicBezTo>
                  <a:cubicBezTo>
                    <a:pt x="25671" y="110956"/>
                    <a:pt x="31005" y="121433"/>
                    <a:pt x="31005" y="121433"/>
                  </a:cubicBezTo>
                  <a:cubicBezTo>
                    <a:pt x="32624" y="124386"/>
                    <a:pt x="33767" y="127720"/>
                    <a:pt x="36149" y="130577"/>
                  </a:cubicBezTo>
                  <a:cubicBezTo>
                    <a:pt x="37482" y="132196"/>
                    <a:pt x="38911" y="134101"/>
                    <a:pt x="40530" y="135340"/>
                  </a:cubicBezTo>
                  <a:cubicBezTo>
                    <a:pt x="41673" y="136197"/>
                    <a:pt x="43197" y="136387"/>
                    <a:pt x="44150" y="137054"/>
                  </a:cubicBezTo>
                  <a:cubicBezTo>
                    <a:pt x="46531" y="138769"/>
                    <a:pt x="45102" y="141531"/>
                    <a:pt x="45483" y="144293"/>
                  </a:cubicBezTo>
                  <a:cubicBezTo>
                    <a:pt x="45959" y="147722"/>
                    <a:pt x="48436" y="147532"/>
                    <a:pt x="49198" y="144484"/>
                  </a:cubicBezTo>
                  <a:cubicBezTo>
                    <a:pt x="49484" y="143150"/>
                    <a:pt x="55389" y="143150"/>
                    <a:pt x="57008" y="141245"/>
                  </a:cubicBezTo>
                  <a:lnTo>
                    <a:pt x="57485" y="140388"/>
                  </a:lnTo>
                  <a:cubicBezTo>
                    <a:pt x="58723" y="137911"/>
                    <a:pt x="58818" y="135054"/>
                    <a:pt x="57580" y="132577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p23"/>
            <p:cNvSpPr/>
            <p:nvPr/>
          </p:nvSpPr>
          <p:spPr>
            <a:xfrm>
              <a:off x="7107040" y="3539861"/>
              <a:ext cx="92181" cy="162130"/>
            </a:xfrm>
            <a:custGeom>
              <a:avLst/>
              <a:gdLst/>
              <a:ahLst/>
              <a:cxnLst/>
              <a:rect l="l" t="t" r="r" b="b"/>
              <a:pathLst>
                <a:path w="31569" h="55524" extrusionOk="0">
                  <a:moveTo>
                    <a:pt x="17853" y="52667"/>
                  </a:moveTo>
                  <a:cubicBezTo>
                    <a:pt x="18806" y="52382"/>
                    <a:pt x="19663" y="52667"/>
                    <a:pt x="20330" y="53048"/>
                  </a:cubicBezTo>
                  <a:cubicBezTo>
                    <a:pt x="24235" y="51620"/>
                    <a:pt x="27855" y="49715"/>
                    <a:pt x="31569" y="47905"/>
                  </a:cubicBezTo>
                  <a:cubicBezTo>
                    <a:pt x="31093" y="42666"/>
                    <a:pt x="30617" y="37523"/>
                    <a:pt x="30045" y="32284"/>
                  </a:cubicBezTo>
                  <a:cubicBezTo>
                    <a:pt x="29093" y="23235"/>
                    <a:pt x="27474" y="13043"/>
                    <a:pt x="22330" y="5328"/>
                  </a:cubicBezTo>
                  <a:cubicBezTo>
                    <a:pt x="15949" y="-4197"/>
                    <a:pt x="2709" y="89"/>
                    <a:pt x="423" y="9995"/>
                  </a:cubicBezTo>
                  <a:cubicBezTo>
                    <a:pt x="327" y="10472"/>
                    <a:pt x="232" y="10948"/>
                    <a:pt x="137" y="11519"/>
                  </a:cubicBezTo>
                  <a:cubicBezTo>
                    <a:pt x="-244" y="14948"/>
                    <a:pt x="232" y="18377"/>
                    <a:pt x="804" y="21806"/>
                  </a:cubicBezTo>
                  <a:cubicBezTo>
                    <a:pt x="2613" y="33141"/>
                    <a:pt x="4899" y="44381"/>
                    <a:pt x="7566" y="55525"/>
                  </a:cubicBezTo>
                  <a:cubicBezTo>
                    <a:pt x="10995" y="54572"/>
                    <a:pt x="14329" y="53620"/>
                    <a:pt x="17758" y="52667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" name="Google Shape;263;p23"/>
            <p:cNvSpPr/>
            <p:nvPr/>
          </p:nvSpPr>
          <p:spPr>
            <a:xfrm>
              <a:off x="7040372" y="3477330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7057825" y="3487019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3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7006235" y="3498140"/>
              <a:ext cx="207075" cy="423245"/>
            </a:xfrm>
            <a:custGeom>
              <a:avLst/>
              <a:gdLst/>
              <a:ahLst/>
              <a:cxnLst/>
              <a:rect l="l" t="t" r="r" b="b"/>
              <a:pathLst>
                <a:path w="70916" h="144947" extrusionOk="0">
                  <a:moveTo>
                    <a:pt x="5239" y="122301"/>
                  </a:moveTo>
                  <a:cubicBezTo>
                    <a:pt x="3334" y="125635"/>
                    <a:pt x="1524" y="128968"/>
                    <a:pt x="0" y="132493"/>
                  </a:cubicBezTo>
                  <a:cubicBezTo>
                    <a:pt x="11144" y="132016"/>
                    <a:pt x="21146" y="138970"/>
                    <a:pt x="31813" y="142399"/>
                  </a:cubicBezTo>
                  <a:cubicBezTo>
                    <a:pt x="44005" y="146399"/>
                    <a:pt x="57721" y="145637"/>
                    <a:pt x="69437" y="140494"/>
                  </a:cubicBezTo>
                  <a:cubicBezTo>
                    <a:pt x="63055" y="109347"/>
                    <a:pt x="59722" y="81439"/>
                    <a:pt x="69628" y="50387"/>
                  </a:cubicBezTo>
                  <a:cubicBezTo>
                    <a:pt x="70485" y="47530"/>
                    <a:pt x="71438" y="44482"/>
                    <a:pt x="70580" y="41624"/>
                  </a:cubicBezTo>
                  <a:cubicBezTo>
                    <a:pt x="70104" y="40100"/>
                    <a:pt x="69151" y="38767"/>
                    <a:pt x="68294" y="37528"/>
                  </a:cubicBezTo>
                  <a:cubicBezTo>
                    <a:pt x="61817" y="28480"/>
                    <a:pt x="52292" y="7239"/>
                    <a:pt x="40576" y="5715"/>
                  </a:cubicBezTo>
                  <a:cubicBezTo>
                    <a:pt x="32194" y="4667"/>
                    <a:pt x="24003" y="2762"/>
                    <a:pt x="16002" y="0"/>
                  </a:cubicBezTo>
                  <a:cubicBezTo>
                    <a:pt x="14668" y="0"/>
                    <a:pt x="15907" y="95"/>
                    <a:pt x="14478" y="190"/>
                  </a:cubicBezTo>
                  <a:cubicBezTo>
                    <a:pt x="11906" y="8763"/>
                    <a:pt x="10096" y="17526"/>
                    <a:pt x="9144" y="26479"/>
                  </a:cubicBezTo>
                  <a:cubicBezTo>
                    <a:pt x="8001" y="36576"/>
                    <a:pt x="9620" y="46672"/>
                    <a:pt x="11716" y="56483"/>
                  </a:cubicBezTo>
                  <a:cubicBezTo>
                    <a:pt x="12763" y="61531"/>
                    <a:pt x="20193" y="80105"/>
                    <a:pt x="17145" y="84201"/>
                  </a:cubicBezTo>
                  <a:cubicBezTo>
                    <a:pt x="16573" y="84963"/>
                    <a:pt x="15716" y="85725"/>
                    <a:pt x="15621" y="86677"/>
                  </a:cubicBezTo>
                  <a:cubicBezTo>
                    <a:pt x="15526" y="88678"/>
                    <a:pt x="18288" y="89344"/>
                    <a:pt x="19621" y="90773"/>
                  </a:cubicBezTo>
                  <a:cubicBezTo>
                    <a:pt x="22098" y="93440"/>
                    <a:pt x="16478" y="103251"/>
                    <a:pt x="15145" y="105918"/>
                  </a:cubicBezTo>
                  <a:cubicBezTo>
                    <a:pt x="12192" y="111633"/>
                    <a:pt x="8668" y="116967"/>
                    <a:pt x="5525" y="122396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p23"/>
            <p:cNvSpPr/>
            <p:nvPr/>
          </p:nvSpPr>
          <p:spPr>
            <a:xfrm>
              <a:off x="6980932" y="3527584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3" y="134884"/>
                    <a:pt x="42100" y="133169"/>
                  </a:cubicBezTo>
                  <a:cubicBezTo>
                    <a:pt x="40386" y="130597"/>
                    <a:pt x="38671" y="128121"/>
                    <a:pt x="36767" y="125549"/>
                  </a:cubicBezTo>
                  <a:cubicBezTo>
                    <a:pt x="35433" y="123835"/>
                    <a:pt x="32671" y="120977"/>
                    <a:pt x="32575" y="118786"/>
                  </a:cubicBezTo>
                  <a:cubicBezTo>
                    <a:pt x="32575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1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583"/>
                    <a:pt x="8382" y="41634"/>
                    <a:pt x="4953" y="52016"/>
                  </a:cubicBezTo>
                  <a:cubicBezTo>
                    <a:pt x="2476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6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89" y="140122"/>
                  </a:cubicBezTo>
                  <a:cubicBezTo>
                    <a:pt x="32290" y="142313"/>
                    <a:pt x="30289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A46F6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7" name="Google Shape;267;p23"/>
            <p:cNvSpPr/>
            <p:nvPr/>
          </p:nvSpPr>
          <p:spPr>
            <a:xfrm>
              <a:off x="6991496" y="3523597"/>
              <a:ext cx="107476" cy="179793"/>
            </a:xfrm>
            <a:custGeom>
              <a:avLst/>
              <a:gdLst/>
              <a:ahLst/>
              <a:cxnLst/>
              <a:rect l="l" t="t" r="r" b="b"/>
              <a:pathLst>
                <a:path w="36807" h="61573" extrusionOk="0">
                  <a:moveTo>
                    <a:pt x="13621" y="58811"/>
                  </a:moveTo>
                  <a:cubicBezTo>
                    <a:pt x="16097" y="60145"/>
                    <a:pt x="18574" y="61002"/>
                    <a:pt x="21050" y="61574"/>
                  </a:cubicBezTo>
                  <a:cubicBezTo>
                    <a:pt x="24289" y="53763"/>
                    <a:pt x="27622" y="45857"/>
                    <a:pt x="30766" y="37952"/>
                  </a:cubicBezTo>
                  <a:cubicBezTo>
                    <a:pt x="34195" y="29474"/>
                    <a:pt x="37528" y="19854"/>
                    <a:pt x="36671" y="10615"/>
                  </a:cubicBezTo>
                  <a:cubicBezTo>
                    <a:pt x="35528" y="-720"/>
                    <a:pt x="21812" y="-3291"/>
                    <a:pt x="15145" y="4424"/>
                  </a:cubicBezTo>
                  <a:cubicBezTo>
                    <a:pt x="14859" y="4805"/>
                    <a:pt x="14478" y="5186"/>
                    <a:pt x="14192" y="5662"/>
                  </a:cubicBezTo>
                  <a:cubicBezTo>
                    <a:pt x="12287" y="8519"/>
                    <a:pt x="11049" y="11758"/>
                    <a:pt x="10001" y="14996"/>
                  </a:cubicBezTo>
                  <a:cubicBezTo>
                    <a:pt x="6191" y="25950"/>
                    <a:pt x="2953" y="37094"/>
                    <a:pt x="0" y="48334"/>
                  </a:cubicBezTo>
                  <a:cubicBezTo>
                    <a:pt x="4096" y="52430"/>
                    <a:pt x="8572" y="56049"/>
                    <a:pt x="13621" y="58811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8" name="Google Shape;268;p23"/>
            <p:cNvSpPr/>
            <p:nvPr/>
          </p:nvSpPr>
          <p:spPr>
            <a:xfrm>
              <a:off x="7026332" y="3306580"/>
              <a:ext cx="167795" cy="156299"/>
            </a:xfrm>
            <a:custGeom>
              <a:avLst/>
              <a:gdLst/>
              <a:ahLst/>
              <a:cxnLst/>
              <a:rect l="l" t="t" r="r" b="b"/>
              <a:pathLst>
                <a:path w="57464" h="53527" extrusionOk="0">
                  <a:moveTo>
                    <a:pt x="46930" y="23905"/>
                  </a:moveTo>
                  <a:cubicBezTo>
                    <a:pt x="46930" y="23905"/>
                    <a:pt x="46454" y="23715"/>
                    <a:pt x="46168" y="23524"/>
                  </a:cubicBezTo>
                  <a:cubicBezTo>
                    <a:pt x="46740" y="25429"/>
                    <a:pt x="45787" y="27620"/>
                    <a:pt x="43978" y="28572"/>
                  </a:cubicBezTo>
                  <a:cubicBezTo>
                    <a:pt x="42263" y="29525"/>
                    <a:pt x="39882" y="29049"/>
                    <a:pt x="38644" y="27525"/>
                  </a:cubicBezTo>
                  <a:cubicBezTo>
                    <a:pt x="39120" y="30096"/>
                    <a:pt x="37596" y="32859"/>
                    <a:pt x="35119" y="33716"/>
                  </a:cubicBezTo>
                  <a:cubicBezTo>
                    <a:pt x="32738" y="34573"/>
                    <a:pt x="29690" y="33525"/>
                    <a:pt x="28452" y="31334"/>
                  </a:cubicBezTo>
                  <a:cubicBezTo>
                    <a:pt x="27690" y="38002"/>
                    <a:pt x="29881" y="44193"/>
                    <a:pt x="28452" y="50861"/>
                  </a:cubicBezTo>
                  <a:cubicBezTo>
                    <a:pt x="27690" y="44193"/>
                    <a:pt x="25690" y="37716"/>
                    <a:pt x="22546" y="31811"/>
                  </a:cubicBezTo>
                  <a:cubicBezTo>
                    <a:pt x="21689" y="30287"/>
                    <a:pt x="20451" y="28572"/>
                    <a:pt x="18736" y="28572"/>
                  </a:cubicBezTo>
                  <a:cubicBezTo>
                    <a:pt x="16450" y="28572"/>
                    <a:pt x="15212" y="31430"/>
                    <a:pt x="15593" y="33716"/>
                  </a:cubicBezTo>
                  <a:cubicBezTo>
                    <a:pt x="16165" y="37050"/>
                    <a:pt x="18927" y="39812"/>
                    <a:pt x="22261" y="40383"/>
                  </a:cubicBezTo>
                  <a:cubicBezTo>
                    <a:pt x="22261" y="45241"/>
                    <a:pt x="18070" y="50766"/>
                    <a:pt x="14164" y="53528"/>
                  </a:cubicBezTo>
                  <a:cubicBezTo>
                    <a:pt x="6640" y="49146"/>
                    <a:pt x="3877" y="38764"/>
                    <a:pt x="1687" y="30382"/>
                  </a:cubicBezTo>
                  <a:cubicBezTo>
                    <a:pt x="-28" y="23619"/>
                    <a:pt x="-1266" y="15904"/>
                    <a:pt x="2258" y="9903"/>
                  </a:cubicBezTo>
                  <a:cubicBezTo>
                    <a:pt x="11116" y="-5051"/>
                    <a:pt x="60551" y="-3432"/>
                    <a:pt x="57313" y="17238"/>
                  </a:cubicBezTo>
                  <a:cubicBezTo>
                    <a:pt x="56551" y="21905"/>
                    <a:pt x="51312" y="25524"/>
                    <a:pt x="46930" y="2400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" name="Google Shape;269;p23"/>
            <p:cNvSpPr/>
            <p:nvPr/>
          </p:nvSpPr>
          <p:spPr>
            <a:xfrm>
              <a:off x="7070181" y="4466625"/>
              <a:ext cx="152135" cy="76227"/>
            </a:xfrm>
            <a:custGeom>
              <a:avLst/>
              <a:gdLst/>
              <a:ahLst/>
              <a:cxnLst/>
              <a:rect l="l" t="t" r="r" b="b"/>
              <a:pathLst>
                <a:path w="52101" h="26105" extrusionOk="0">
                  <a:moveTo>
                    <a:pt x="0" y="25117"/>
                  </a:moveTo>
                  <a:cubicBezTo>
                    <a:pt x="1429" y="24259"/>
                    <a:pt x="3048" y="23688"/>
                    <a:pt x="4667" y="23402"/>
                  </a:cubicBezTo>
                  <a:cubicBezTo>
                    <a:pt x="4953" y="20068"/>
                    <a:pt x="5905" y="16830"/>
                    <a:pt x="7429" y="13877"/>
                  </a:cubicBezTo>
                  <a:cubicBezTo>
                    <a:pt x="13144" y="14925"/>
                    <a:pt x="15335" y="22450"/>
                    <a:pt x="20669" y="24545"/>
                  </a:cubicBezTo>
                  <a:cubicBezTo>
                    <a:pt x="22193" y="25117"/>
                    <a:pt x="23908" y="25212"/>
                    <a:pt x="25622" y="25307"/>
                  </a:cubicBezTo>
                  <a:cubicBezTo>
                    <a:pt x="31432" y="25593"/>
                    <a:pt x="37147" y="25783"/>
                    <a:pt x="42958" y="26069"/>
                  </a:cubicBezTo>
                  <a:cubicBezTo>
                    <a:pt x="46482" y="26260"/>
                    <a:pt x="50863" y="25783"/>
                    <a:pt x="52102" y="22545"/>
                  </a:cubicBezTo>
                  <a:cubicBezTo>
                    <a:pt x="40862" y="19211"/>
                    <a:pt x="31528" y="11305"/>
                    <a:pt x="25717" y="1209"/>
                  </a:cubicBezTo>
                  <a:cubicBezTo>
                    <a:pt x="23813" y="11210"/>
                    <a:pt x="13240" y="-1553"/>
                    <a:pt x="7048" y="161"/>
                  </a:cubicBezTo>
                  <a:cubicBezTo>
                    <a:pt x="-5906" y="3876"/>
                    <a:pt x="5715" y="21688"/>
                    <a:pt x="0" y="25117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0" name="Google Shape;270;p23"/>
          <p:cNvGrpSpPr/>
          <p:nvPr/>
        </p:nvGrpSpPr>
        <p:grpSpPr>
          <a:xfrm>
            <a:off x="6556092" y="3777679"/>
            <a:ext cx="817953" cy="1652628"/>
            <a:chOff x="5450167" y="2975604"/>
            <a:chExt cx="817953" cy="1652628"/>
          </a:xfrm>
        </p:grpSpPr>
        <p:sp>
          <p:nvSpPr>
            <p:cNvPr id="271" name="Google Shape;271;p23"/>
            <p:cNvSpPr/>
            <p:nvPr/>
          </p:nvSpPr>
          <p:spPr>
            <a:xfrm>
              <a:off x="5450167" y="4233568"/>
              <a:ext cx="788505" cy="394664"/>
            </a:xfrm>
            <a:custGeom>
              <a:avLst/>
              <a:gdLst/>
              <a:ahLst/>
              <a:cxnLst/>
              <a:rect l="l" t="t" r="r" b="b"/>
              <a:pathLst>
                <a:path w="270036" h="135159" extrusionOk="0">
                  <a:moveTo>
                    <a:pt x="243081" y="6858"/>
                  </a:moveTo>
                  <a:cubicBezTo>
                    <a:pt x="247748" y="6667"/>
                    <a:pt x="251463" y="7048"/>
                    <a:pt x="256035" y="6858"/>
                  </a:cubicBezTo>
                  <a:cubicBezTo>
                    <a:pt x="259273" y="6858"/>
                    <a:pt x="263178" y="6287"/>
                    <a:pt x="266417" y="5429"/>
                  </a:cubicBezTo>
                  <a:cubicBezTo>
                    <a:pt x="266989" y="5429"/>
                    <a:pt x="267560" y="5239"/>
                    <a:pt x="267655" y="5144"/>
                  </a:cubicBezTo>
                  <a:cubicBezTo>
                    <a:pt x="267655" y="5144"/>
                    <a:pt x="267655" y="5144"/>
                    <a:pt x="267655" y="5144"/>
                  </a:cubicBezTo>
                  <a:cubicBezTo>
                    <a:pt x="268513" y="4858"/>
                    <a:pt x="269370" y="4667"/>
                    <a:pt x="270037" y="4286"/>
                  </a:cubicBezTo>
                  <a:cubicBezTo>
                    <a:pt x="270037" y="4286"/>
                    <a:pt x="267370" y="4000"/>
                    <a:pt x="263464" y="3619"/>
                  </a:cubicBezTo>
                  <a:lnTo>
                    <a:pt x="263464" y="3619"/>
                  </a:lnTo>
                  <a:cubicBezTo>
                    <a:pt x="252320" y="2477"/>
                    <a:pt x="230508" y="286"/>
                    <a:pt x="224793" y="0"/>
                  </a:cubicBezTo>
                  <a:cubicBezTo>
                    <a:pt x="221935" y="1333"/>
                    <a:pt x="217268" y="4477"/>
                    <a:pt x="215077" y="6096"/>
                  </a:cubicBezTo>
                  <a:cubicBezTo>
                    <a:pt x="213172" y="6096"/>
                    <a:pt x="211267" y="6096"/>
                    <a:pt x="209076" y="6096"/>
                  </a:cubicBezTo>
                  <a:cubicBezTo>
                    <a:pt x="203552" y="7715"/>
                    <a:pt x="200599" y="9430"/>
                    <a:pt x="197266" y="11335"/>
                  </a:cubicBezTo>
                  <a:cubicBezTo>
                    <a:pt x="187550" y="16859"/>
                    <a:pt x="177073" y="22289"/>
                    <a:pt x="166595" y="27718"/>
                  </a:cubicBezTo>
                  <a:cubicBezTo>
                    <a:pt x="158213" y="32099"/>
                    <a:pt x="149831" y="36385"/>
                    <a:pt x="141449" y="40767"/>
                  </a:cubicBezTo>
                  <a:cubicBezTo>
                    <a:pt x="141640" y="40291"/>
                    <a:pt x="141735" y="39815"/>
                    <a:pt x="141925" y="39338"/>
                  </a:cubicBezTo>
                  <a:cubicBezTo>
                    <a:pt x="145069" y="29527"/>
                    <a:pt x="151641" y="19336"/>
                    <a:pt x="163071" y="9049"/>
                  </a:cubicBezTo>
                  <a:cubicBezTo>
                    <a:pt x="163833" y="8382"/>
                    <a:pt x="164595" y="7620"/>
                    <a:pt x="163833" y="7144"/>
                  </a:cubicBezTo>
                  <a:cubicBezTo>
                    <a:pt x="163356" y="6858"/>
                    <a:pt x="162499" y="6763"/>
                    <a:pt x="161547" y="6572"/>
                  </a:cubicBezTo>
                  <a:cubicBezTo>
                    <a:pt x="162880" y="6191"/>
                    <a:pt x="164309" y="5906"/>
                    <a:pt x="166785" y="5525"/>
                  </a:cubicBezTo>
                  <a:cubicBezTo>
                    <a:pt x="171548" y="4763"/>
                    <a:pt x="176120" y="4667"/>
                    <a:pt x="180787" y="4000"/>
                  </a:cubicBezTo>
                  <a:cubicBezTo>
                    <a:pt x="185550" y="3334"/>
                    <a:pt x="190979" y="1905"/>
                    <a:pt x="192313" y="381"/>
                  </a:cubicBezTo>
                  <a:lnTo>
                    <a:pt x="166785" y="381"/>
                  </a:lnTo>
                  <a:cubicBezTo>
                    <a:pt x="157832" y="857"/>
                    <a:pt x="146211" y="2000"/>
                    <a:pt x="137163" y="2667"/>
                  </a:cubicBezTo>
                  <a:cubicBezTo>
                    <a:pt x="136210" y="3715"/>
                    <a:pt x="135734" y="5620"/>
                    <a:pt x="135448" y="7144"/>
                  </a:cubicBezTo>
                  <a:cubicBezTo>
                    <a:pt x="134400" y="7144"/>
                    <a:pt x="133448" y="7144"/>
                    <a:pt x="132400" y="7334"/>
                  </a:cubicBezTo>
                  <a:cubicBezTo>
                    <a:pt x="132019" y="7715"/>
                    <a:pt x="131733" y="8096"/>
                    <a:pt x="131352" y="8477"/>
                  </a:cubicBezTo>
                  <a:cubicBezTo>
                    <a:pt x="127066" y="13240"/>
                    <a:pt x="123256" y="17907"/>
                    <a:pt x="119542" y="22574"/>
                  </a:cubicBezTo>
                  <a:cubicBezTo>
                    <a:pt x="119446" y="22765"/>
                    <a:pt x="119256" y="22955"/>
                    <a:pt x="119065" y="23146"/>
                  </a:cubicBezTo>
                  <a:cubicBezTo>
                    <a:pt x="117160" y="25527"/>
                    <a:pt x="115255" y="28004"/>
                    <a:pt x="113350" y="30385"/>
                  </a:cubicBezTo>
                  <a:cubicBezTo>
                    <a:pt x="110874" y="33433"/>
                    <a:pt x="108493" y="36576"/>
                    <a:pt x="106016" y="39624"/>
                  </a:cubicBezTo>
                  <a:cubicBezTo>
                    <a:pt x="104778" y="41148"/>
                    <a:pt x="103539" y="42672"/>
                    <a:pt x="102397" y="44196"/>
                  </a:cubicBezTo>
                  <a:cubicBezTo>
                    <a:pt x="100587" y="46482"/>
                    <a:pt x="98777" y="48768"/>
                    <a:pt x="96967" y="51054"/>
                  </a:cubicBezTo>
                  <a:cubicBezTo>
                    <a:pt x="95157" y="53340"/>
                    <a:pt x="93252" y="55626"/>
                    <a:pt x="91252" y="57912"/>
                  </a:cubicBezTo>
                  <a:cubicBezTo>
                    <a:pt x="90967" y="58293"/>
                    <a:pt x="90681" y="58674"/>
                    <a:pt x="90490" y="58960"/>
                  </a:cubicBezTo>
                  <a:cubicBezTo>
                    <a:pt x="90014" y="59627"/>
                    <a:pt x="89728" y="60293"/>
                    <a:pt x="89443" y="60865"/>
                  </a:cubicBezTo>
                  <a:cubicBezTo>
                    <a:pt x="89157" y="61436"/>
                    <a:pt x="88776" y="62103"/>
                    <a:pt x="88109" y="62675"/>
                  </a:cubicBezTo>
                  <a:cubicBezTo>
                    <a:pt x="87252" y="63627"/>
                    <a:pt x="85823" y="64484"/>
                    <a:pt x="83156" y="65627"/>
                  </a:cubicBezTo>
                  <a:cubicBezTo>
                    <a:pt x="81918" y="66104"/>
                    <a:pt x="80775" y="66580"/>
                    <a:pt x="79822" y="67151"/>
                  </a:cubicBezTo>
                  <a:cubicBezTo>
                    <a:pt x="77727" y="68199"/>
                    <a:pt x="76012" y="69152"/>
                    <a:pt x="74583" y="70199"/>
                  </a:cubicBezTo>
                  <a:cubicBezTo>
                    <a:pt x="73822" y="70771"/>
                    <a:pt x="73155" y="71342"/>
                    <a:pt x="72488" y="71914"/>
                  </a:cubicBezTo>
                  <a:cubicBezTo>
                    <a:pt x="70583" y="71914"/>
                    <a:pt x="68678" y="72104"/>
                    <a:pt x="66868" y="72104"/>
                  </a:cubicBezTo>
                  <a:cubicBezTo>
                    <a:pt x="66868" y="73152"/>
                    <a:pt x="67345" y="74200"/>
                    <a:pt x="67821" y="75248"/>
                  </a:cubicBezTo>
                  <a:cubicBezTo>
                    <a:pt x="62677" y="77152"/>
                    <a:pt x="57057" y="78867"/>
                    <a:pt x="51343" y="80963"/>
                  </a:cubicBezTo>
                  <a:cubicBezTo>
                    <a:pt x="45913" y="82867"/>
                    <a:pt x="39150" y="85249"/>
                    <a:pt x="36102" y="87440"/>
                  </a:cubicBezTo>
                  <a:cubicBezTo>
                    <a:pt x="34959" y="88202"/>
                    <a:pt x="34483" y="89059"/>
                    <a:pt x="33912" y="89821"/>
                  </a:cubicBezTo>
                  <a:cubicBezTo>
                    <a:pt x="30197" y="95536"/>
                    <a:pt x="27721" y="101251"/>
                    <a:pt x="26387" y="106775"/>
                  </a:cubicBezTo>
                  <a:cubicBezTo>
                    <a:pt x="26101" y="107823"/>
                    <a:pt x="25911" y="108871"/>
                    <a:pt x="26673" y="109728"/>
                  </a:cubicBezTo>
                  <a:cubicBezTo>
                    <a:pt x="26768" y="109823"/>
                    <a:pt x="26958" y="110014"/>
                    <a:pt x="27054" y="110109"/>
                  </a:cubicBezTo>
                  <a:cubicBezTo>
                    <a:pt x="27244" y="110204"/>
                    <a:pt x="27625" y="110300"/>
                    <a:pt x="27816" y="110490"/>
                  </a:cubicBezTo>
                  <a:cubicBezTo>
                    <a:pt x="26958" y="111823"/>
                    <a:pt x="26292" y="113062"/>
                    <a:pt x="25815" y="114300"/>
                  </a:cubicBezTo>
                  <a:cubicBezTo>
                    <a:pt x="27149" y="114300"/>
                    <a:pt x="25815" y="114300"/>
                    <a:pt x="27244" y="114300"/>
                  </a:cubicBezTo>
                  <a:cubicBezTo>
                    <a:pt x="28006" y="114300"/>
                    <a:pt x="28863" y="114205"/>
                    <a:pt x="29625" y="114110"/>
                  </a:cubicBezTo>
                  <a:cubicBezTo>
                    <a:pt x="29245" y="114586"/>
                    <a:pt x="28768" y="115062"/>
                    <a:pt x="28006" y="115538"/>
                  </a:cubicBezTo>
                  <a:cubicBezTo>
                    <a:pt x="28578" y="115538"/>
                    <a:pt x="29435" y="115538"/>
                    <a:pt x="30292" y="115443"/>
                  </a:cubicBezTo>
                  <a:cubicBezTo>
                    <a:pt x="29625" y="116396"/>
                    <a:pt x="28959" y="117348"/>
                    <a:pt x="28387" y="118205"/>
                  </a:cubicBezTo>
                  <a:cubicBezTo>
                    <a:pt x="27435" y="119063"/>
                    <a:pt x="26101" y="120015"/>
                    <a:pt x="23720" y="120777"/>
                  </a:cubicBezTo>
                  <a:cubicBezTo>
                    <a:pt x="21434" y="121539"/>
                    <a:pt x="18481" y="122015"/>
                    <a:pt x="15814" y="122682"/>
                  </a:cubicBezTo>
                  <a:cubicBezTo>
                    <a:pt x="12290" y="123444"/>
                    <a:pt x="9051" y="124301"/>
                    <a:pt x="6194" y="125254"/>
                  </a:cubicBezTo>
                  <a:cubicBezTo>
                    <a:pt x="3432" y="126206"/>
                    <a:pt x="955" y="127254"/>
                    <a:pt x="193" y="128302"/>
                  </a:cubicBezTo>
                  <a:cubicBezTo>
                    <a:pt x="-569" y="129350"/>
                    <a:pt x="955" y="130302"/>
                    <a:pt x="4194" y="130302"/>
                  </a:cubicBezTo>
                  <a:cubicBezTo>
                    <a:pt x="288" y="131826"/>
                    <a:pt x="1622" y="133350"/>
                    <a:pt x="4765" y="134112"/>
                  </a:cubicBezTo>
                  <a:cubicBezTo>
                    <a:pt x="8004" y="134969"/>
                    <a:pt x="13147" y="135160"/>
                    <a:pt x="18196" y="135160"/>
                  </a:cubicBezTo>
                  <a:cubicBezTo>
                    <a:pt x="26006" y="135160"/>
                    <a:pt x="37912" y="134493"/>
                    <a:pt x="45151" y="131921"/>
                  </a:cubicBezTo>
                  <a:cubicBezTo>
                    <a:pt x="47247" y="131159"/>
                    <a:pt x="49056" y="130302"/>
                    <a:pt x="51819" y="129921"/>
                  </a:cubicBezTo>
                  <a:cubicBezTo>
                    <a:pt x="51438" y="129350"/>
                    <a:pt x="50771" y="128873"/>
                    <a:pt x="50009" y="128492"/>
                  </a:cubicBezTo>
                  <a:cubicBezTo>
                    <a:pt x="50295" y="128302"/>
                    <a:pt x="50676" y="128016"/>
                    <a:pt x="50961" y="127825"/>
                  </a:cubicBezTo>
                  <a:cubicBezTo>
                    <a:pt x="51724" y="127159"/>
                    <a:pt x="52200" y="126587"/>
                    <a:pt x="52485" y="125921"/>
                  </a:cubicBezTo>
                  <a:cubicBezTo>
                    <a:pt x="52867" y="125254"/>
                    <a:pt x="53152" y="124587"/>
                    <a:pt x="54295" y="123920"/>
                  </a:cubicBezTo>
                  <a:cubicBezTo>
                    <a:pt x="55343" y="123254"/>
                    <a:pt x="57153" y="122682"/>
                    <a:pt x="58867" y="122111"/>
                  </a:cubicBezTo>
                  <a:cubicBezTo>
                    <a:pt x="59629" y="121920"/>
                    <a:pt x="60391" y="121634"/>
                    <a:pt x="60772" y="121348"/>
                  </a:cubicBezTo>
                  <a:cubicBezTo>
                    <a:pt x="61820" y="120587"/>
                    <a:pt x="57724" y="120777"/>
                    <a:pt x="59439" y="119825"/>
                  </a:cubicBezTo>
                  <a:cubicBezTo>
                    <a:pt x="59820" y="119539"/>
                    <a:pt x="60677" y="119348"/>
                    <a:pt x="60486" y="119063"/>
                  </a:cubicBezTo>
                  <a:cubicBezTo>
                    <a:pt x="60486" y="118967"/>
                    <a:pt x="60010" y="118872"/>
                    <a:pt x="60010" y="118777"/>
                  </a:cubicBezTo>
                  <a:cubicBezTo>
                    <a:pt x="60010" y="118586"/>
                    <a:pt x="60868" y="118396"/>
                    <a:pt x="61153" y="118205"/>
                  </a:cubicBezTo>
                  <a:cubicBezTo>
                    <a:pt x="61534" y="117919"/>
                    <a:pt x="61249" y="117729"/>
                    <a:pt x="60868" y="117634"/>
                  </a:cubicBezTo>
                  <a:cubicBezTo>
                    <a:pt x="60486" y="117443"/>
                    <a:pt x="60010" y="117348"/>
                    <a:pt x="59915" y="117158"/>
                  </a:cubicBezTo>
                  <a:cubicBezTo>
                    <a:pt x="59724" y="116396"/>
                    <a:pt x="60582" y="115633"/>
                    <a:pt x="56676" y="115919"/>
                  </a:cubicBezTo>
                  <a:cubicBezTo>
                    <a:pt x="54772" y="116015"/>
                    <a:pt x="52485" y="116205"/>
                    <a:pt x="49914" y="116491"/>
                  </a:cubicBezTo>
                  <a:lnTo>
                    <a:pt x="52390" y="114110"/>
                  </a:lnTo>
                  <a:cubicBezTo>
                    <a:pt x="54295" y="114014"/>
                    <a:pt x="55533" y="113919"/>
                    <a:pt x="55533" y="113824"/>
                  </a:cubicBezTo>
                  <a:cubicBezTo>
                    <a:pt x="56105" y="113443"/>
                    <a:pt x="56200" y="113062"/>
                    <a:pt x="56391" y="112586"/>
                  </a:cubicBezTo>
                  <a:cubicBezTo>
                    <a:pt x="56581" y="112776"/>
                    <a:pt x="57915" y="112586"/>
                    <a:pt x="59439" y="112109"/>
                  </a:cubicBezTo>
                  <a:cubicBezTo>
                    <a:pt x="60296" y="112109"/>
                    <a:pt x="61153" y="111919"/>
                    <a:pt x="62392" y="111728"/>
                  </a:cubicBezTo>
                  <a:cubicBezTo>
                    <a:pt x="70297" y="110776"/>
                    <a:pt x="76774" y="108490"/>
                    <a:pt x="82108" y="106013"/>
                  </a:cubicBezTo>
                  <a:cubicBezTo>
                    <a:pt x="87633" y="103918"/>
                    <a:pt x="91824" y="101537"/>
                    <a:pt x="95443" y="99346"/>
                  </a:cubicBezTo>
                  <a:cubicBezTo>
                    <a:pt x="100777" y="96107"/>
                    <a:pt x="105921" y="92869"/>
                    <a:pt x="111159" y="89630"/>
                  </a:cubicBezTo>
                  <a:cubicBezTo>
                    <a:pt x="112302" y="88868"/>
                    <a:pt x="113541" y="88202"/>
                    <a:pt x="115350" y="87440"/>
                  </a:cubicBezTo>
                  <a:cubicBezTo>
                    <a:pt x="118494" y="86201"/>
                    <a:pt x="122971" y="85344"/>
                    <a:pt x="127257" y="84582"/>
                  </a:cubicBezTo>
                  <a:cubicBezTo>
                    <a:pt x="130209" y="84011"/>
                    <a:pt x="164880" y="77438"/>
                    <a:pt x="164976" y="77438"/>
                  </a:cubicBezTo>
                  <a:cubicBezTo>
                    <a:pt x="164309" y="76867"/>
                    <a:pt x="163738" y="76200"/>
                    <a:pt x="163166" y="75629"/>
                  </a:cubicBezTo>
                  <a:cubicBezTo>
                    <a:pt x="163166" y="75629"/>
                    <a:pt x="163356" y="75629"/>
                    <a:pt x="163356" y="75629"/>
                  </a:cubicBezTo>
                  <a:cubicBezTo>
                    <a:pt x="165261" y="75057"/>
                    <a:pt x="169548" y="74676"/>
                    <a:pt x="171929" y="74390"/>
                  </a:cubicBezTo>
                  <a:cubicBezTo>
                    <a:pt x="175358" y="74009"/>
                    <a:pt x="178597" y="73533"/>
                    <a:pt x="181930" y="73057"/>
                  </a:cubicBezTo>
                  <a:cubicBezTo>
                    <a:pt x="184121" y="72771"/>
                    <a:pt x="186217" y="72295"/>
                    <a:pt x="188026" y="71914"/>
                  </a:cubicBezTo>
                  <a:cubicBezTo>
                    <a:pt x="190693" y="71247"/>
                    <a:pt x="192598" y="70390"/>
                    <a:pt x="193170" y="69533"/>
                  </a:cubicBezTo>
                  <a:lnTo>
                    <a:pt x="193360" y="69247"/>
                  </a:lnTo>
                  <a:cubicBezTo>
                    <a:pt x="193360" y="68485"/>
                    <a:pt x="188312" y="68008"/>
                    <a:pt x="188883" y="67532"/>
                  </a:cubicBezTo>
                  <a:cubicBezTo>
                    <a:pt x="190312" y="66485"/>
                    <a:pt x="188312" y="66294"/>
                    <a:pt x="185645" y="67246"/>
                  </a:cubicBezTo>
                  <a:cubicBezTo>
                    <a:pt x="183454" y="68104"/>
                    <a:pt x="182788" y="69056"/>
                    <a:pt x="179644" y="69342"/>
                  </a:cubicBezTo>
                  <a:cubicBezTo>
                    <a:pt x="178406" y="69437"/>
                    <a:pt x="176977" y="69342"/>
                    <a:pt x="175453" y="69533"/>
                  </a:cubicBezTo>
                  <a:cubicBezTo>
                    <a:pt x="173263" y="69818"/>
                    <a:pt x="170691" y="70199"/>
                    <a:pt x="168500" y="70580"/>
                  </a:cubicBezTo>
                  <a:cubicBezTo>
                    <a:pt x="165547" y="71056"/>
                    <a:pt x="162880" y="71723"/>
                    <a:pt x="160308" y="72390"/>
                  </a:cubicBezTo>
                  <a:cubicBezTo>
                    <a:pt x="160213" y="72200"/>
                    <a:pt x="160023" y="72009"/>
                    <a:pt x="159832" y="71819"/>
                  </a:cubicBezTo>
                  <a:cubicBezTo>
                    <a:pt x="147926" y="74962"/>
                    <a:pt x="136972" y="76295"/>
                    <a:pt x="124209" y="78581"/>
                  </a:cubicBezTo>
                  <a:cubicBezTo>
                    <a:pt x="125066" y="77915"/>
                    <a:pt x="125923" y="77152"/>
                    <a:pt x="126780" y="76486"/>
                  </a:cubicBezTo>
                  <a:cubicBezTo>
                    <a:pt x="129638" y="74200"/>
                    <a:pt x="134781" y="71819"/>
                    <a:pt x="139258" y="69628"/>
                  </a:cubicBezTo>
                  <a:cubicBezTo>
                    <a:pt x="138020" y="69437"/>
                    <a:pt x="136591" y="69247"/>
                    <a:pt x="135258" y="69152"/>
                  </a:cubicBezTo>
                  <a:cubicBezTo>
                    <a:pt x="151260" y="59817"/>
                    <a:pt x="162023" y="50673"/>
                    <a:pt x="176310" y="41339"/>
                  </a:cubicBezTo>
                  <a:cubicBezTo>
                    <a:pt x="191265" y="31528"/>
                    <a:pt x="207267" y="21717"/>
                    <a:pt x="227841" y="12287"/>
                  </a:cubicBezTo>
                  <a:cubicBezTo>
                    <a:pt x="229936" y="11335"/>
                    <a:pt x="232318" y="10382"/>
                    <a:pt x="235937" y="9906"/>
                  </a:cubicBezTo>
                  <a:cubicBezTo>
                    <a:pt x="234889" y="9620"/>
                    <a:pt x="233842" y="9239"/>
                    <a:pt x="232794" y="8954"/>
                  </a:cubicBezTo>
                  <a:cubicBezTo>
                    <a:pt x="236699" y="7906"/>
                    <a:pt x="238509" y="7525"/>
                    <a:pt x="243081" y="7334"/>
                  </a:cubicBezTo>
                  <a:close/>
                  <a:moveTo>
                    <a:pt x="68583" y="85058"/>
                  </a:moveTo>
                  <a:cubicBezTo>
                    <a:pt x="66678" y="85535"/>
                    <a:pt x="63630" y="85725"/>
                    <a:pt x="62963" y="86392"/>
                  </a:cubicBezTo>
                  <a:cubicBezTo>
                    <a:pt x="62582" y="86677"/>
                    <a:pt x="63153" y="86963"/>
                    <a:pt x="63439" y="87154"/>
                  </a:cubicBezTo>
                  <a:cubicBezTo>
                    <a:pt x="64106" y="87821"/>
                    <a:pt x="60772" y="89535"/>
                    <a:pt x="56772" y="91345"/>
                  </a:cubicBezTo>
                  <a:cubicBezTo>
                    <a:pt x="56772" y="90869"/>
                    <a:pt x="56772" y="90392"/>
                    <a:pt x="56772" y="89916"/>
                  </a:cubicBezTo>
                  <a:cubicBezTo>
                    <a:pt x="56772" y="89249"/>
                    <a:pt x="56772" y="88583"/>
                    <a:pt x="57534" y="87821"/>
                  </a:cubicBezTo>
                  <a:cubicBezTo>
                    <a:pt x="58772" y="86487"/>
                    <a:pt x="62106" y="85249"/>
                    <a:pt x="65344" y="84011"/>
                  </a:cubicBezTo>
                  <a:cubicBezTo>
                    <a:pt x="65916" y="83820"/>
                    <a:pt x="68106" y="82963"/>
                    <a:pt x="70964" y="81915"/>
                  </a:cubicBezTo>
                  <a:cubicBezTo>
                    <a:pt x="71154" y="83058"/>
                    <a:pt x="70869" y="84392"/>
                    <a:pt x="68678" y="84963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3"/>
            <p:cNvSpPr/>
            <p:nvPr/>
          </p:nvSpPr>
          <p:spPr>
            <a:xfrm>
              <a:off x="5952551" y="2996046"/>
              <a:ext cx="127423" cy="217482"/>
            </a:xfrm>
            <a:custGeom>
              <a:avLst/>
              <a:gdLst/>
              <a:ahLst/>
              <a:cxnLst/>
              <a:rect l="l" t="t" r="r" b="b"/>
              <a:pathLst>
                <a:path w="43638" h="74480" extrusionOk="0">
                  <a:moveTo>
                    <a:pt x="42208" y="20664"/>
                  </a:moveTo>
                  <a:cubicBezTo>
                    <a:pt x="42494" y="15139"/>
                    <a:pt x="41065" y="9615"/>
                    <a:pt x="36874" y="5519"/>
                  </a:cubicBezTo>
                  <a:cubicBezTo>
                    <a:pt x="31635" y="280"/>
                    <a:pt x="23825" y="-863"/>
                    <a:pt x="16776" y="566"/>
                  </a:cubicBezTo>
                  <a:cubicBezTo>
                    <a:pt x="14204" y="1138"/>
                    <a:pt x="11537" y="1900"/>
                    <a:pt x="9251" y="3233"/>
                  </a:cubicBezTo>
                  <a:cubicBezTo>
                    <a:pt x="5251" y="5614"/>
                    <a:pt x="2298" y="9615"/>
                    <a:pt x="965" y="14092"/>
                  </a:cubicBezTo>
                  <a:cubicBezTo>
                    <a:pt x="-369" y="18568"/>
                    <a:pt x="-274" y="23426"/>
                    <a:pt x="965" y="27903"/>
                  </a:cubicBezTo>
                  <a:cubicBezTo>
                    <a:pt x="2394" y="33332"/>
                    <a:pt x="8680" y="39428"/>
                    <a:pt x="8013" y="45238"/>
                  </a:cubicBezTo>
                  <a:cubicBezTo>
                    <a:pt x="7727" y="47620"/>
                    <a:pt x="2298" y="74480"/>
                    <a:pt x="2298" y="74480"/>
                  </a:cubicBezTo>
                  <a:lnTo>
                    <a:pt x="24777" y="73242"/>
                  </a:lnTo>
                  <a:lnTo>
                    <a:pt x="26301" y="56287"/>
                  </a:lnTo>
                  <a:cubicBezTo>
                    <a:pt x="28492" y="57049"/>
                    <a:pt x="30587" y="57621"/>
                    <a:pt x="32302" y="58002"/>
                  </a:cubicBezTo>
                  <a:cubicBezTo>
                    <a:pt x="35922" y="58954"/>
                    <a:pt x="35922" y="56478"/>
                    <a:pt x="37160" y="54192"/>
                  </a:cubicBezTo>
                  <a:cubicBezTo>
                    <a:pt x="37541" y="53525"/>
                    <a:pt x="38207" y="53049"/>
                    <a:pt x="38779" y="52573"/>
                  </a:cubicBezTo>
                  <a:cubicBezTo>
                    <a:pt x="39350" y="52096"/>
                    <a:pt x="39922" y="51430"/>
                    <a:pt x="39827" y="50668"/>
                  </a:cubicBezTo>
                  <a:cubicBezTo>
                    <a:pt x="39827" y="50001"/>
                    <a:pt x="39160" y="49334"/>
                    <a:pt x="39446" y="48763"/>
                  </a:cubicBezTo>
                  <a:cubicBezTo>
                    <a:pt x="39636" y="48382"/>
                    <a:pt x="40017" y="48096"/>
                    <a:pt x="40303" y="47810"/>
                  </a:cubicBezTo>
                  <a:cubicBezTo>
                    <a:pt x="40684" y="47143"/>
                    <a:pt x="40303" y="46286"/>
                    <a:pt x="40303" y="45524"/>
                  </a:cubicBezTo>
                  <a:cubicBezTo>
                    <a:pt x="39922" y="42381"/>
                    <a:pt x="43732" y="43143"/>
                    <a:pt x="43637" y="40762"/>
                  </a:cubicBezTo>
                  <a:cubicBezTo>
                    <a:pt x="43637" y="39904"/>
                    <a:pt x="43160" y="39142"/>
                    <a:pt x="42684" y="38476"/>
                  </a:cubicBezTo>
                  <a:cubicBezTo>
                    <a:pt x="41636" y="36761"/>
                    <a:pt x="40684" y="34856"/>
                    <a:pt x="40494" y="32856"/>
                  </a:cubicBezTo>
                  <a:cubicBezTo>
                    <a:pt x="40208" y="30760"/>
                    <a:pt x="40779" y="28570"/>
                    <a:pt x="41351" y="26569"/>
                  </a:cubicBezTo>
                  <a:cubicBezTo>
                    <a:pt x="41827" y="24664"/>
                    <a:pt x="42113" y="22664"/>
                    <a:pt x="42208" y="2066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" name="Google Shape;273;p23"/>
            <p:cNvSpPr/>
            <p:nvPr/>
          </p:nvSpPr>
          <p:spPr>
            <a:xfrm>
              <a:off x="6016253" y="3230697"/>
              <a:ext cx="251868" cy="387718"/>
            </a:xfrm>
            <a:custGeom>
              <a:avLst/>
              <a:gdLst/>
              <a:ahLst/>
              <a:cxnLst/>
              <a:rect l="l" t="t" r="r" b="b"/>
              <a:pathLst>
                <a:path w="86256" h="132780" extrusionOk="0">
                  <a:moveTo>
                    <a:pt x="84108" y="116204"/>
                  </a:moveTo>
                  <a:cubicBezTo>
                    <a:pt x="82869" y="114871"/>
                    <a:pt x="81345" y="113442"/>
                    <a:pt x="79631" y="112489"/>
                  </a:cubicBezTo>
                  <a:cubicBezTo>
                    <a:pt x="76869" y="110965"/>
                    <a:pt x="74202" y="109632"/>
                    <a:pt x="71344" y="108298"/>
                  </a:cubicBezTo>
                  <a:cubicBezTo>
                    <a:pt x="69344" y="107346"/>
                    <a:pt x="65534" y="106108"/>
                    <a:pt x="64486" y="104298"/>
                  </a:cubicBezTo>
                  <a:cubicBezTo>
                    <a:pt x="64486" y="104298"/>
                    <a:pt x="43817" y="84010"/>
                    <a:pt x="36006" y="77247"/>
                  </a:cubicBezTo>
                  <a:cubicBezTo>
                    <a:pt x="31244" y="73056"/>
                    <a:pt x="28291" y="67341"/>
                    <a:pt x="27624" y="61054"/>
                  </a:cubicBezTo>
                  <a:cubicBezTo>
                    <a:pt x="26005" y="44671"/>
                    <a:pt x="22576" y="12858"/>
                    <a:pt x="19052" y="5619"/>
                  </a:cubicBezTo>
                  <a:cubicBezTo>
                    <a:pt x="14385" y="-3906"/>
                    <a:pt x="-189" y="-572"/>
                    <a:pt x="2" y="10000"/>
                  </a:cubicBezTo>
                  <a:cubicBezTo>
                    <a:pt x="2" y="10191"/>
                    <a:pt x="2" y="10381"/>
                    <a:pt x="2" y="10572"/>
                  </a:cubicBezTo>
                  <a:cubicBezTo>
                    <a:pt x="669" y="24574"/>
                    <a:pt x="7050" y="47338"/>
                    <a:pt x="8955" y="58102"/>
                  </a:cubicBezTo>
                  <a:cubicBezTo>
                    <a:pt x="10384" y="66103"/>
                    <a:pt x="11337" y="72580"/>
                    <a:pt x="14385" y="78961"/>
                  </a:cubicBezTo>
                  <a:cubicBezTo>
                    <a:pt x="15051" y="80390"/>
                    <a:pt x="16004" y="81628"/>
                    <a:pt x="17052" y="82676"/>
                  </a:cubicBezTo>
                  <a:cubicBezTo>
                    <a:pt x="21528" y="87343"/>
                    <a:pt x="31149" y="95821"/>
                    <a:pt x="38388" y="99631"/>
                  </a:cubicBezTo>
                  <a:cubicBezTo>
                    <a:pt x="47532" y="104298"/>
                    <a:pt x="55533" y="112870"/>
                    <a:pt x="55533" y="112870"/>
                  </a:cubicBezTo>
                  <a:cubicBezTo>
                    <a:pt x="57914" y="115252"/>
                    <a:pt x="59914" y="118204"/>
                    <a:pt x="62962" y="120205"/>
                  </a:cubicBezTo>
                  <a:cubicBezTo>
                    <a:pt x="64677" y="121348"/>
                    <a:pt x="66582" y="122776"/>
                    <a:pt x="68487" y="123538"/>
                  </a:cubicBezTo>
                  <a:cubicBezTo>
                    <a:pt x="69820" y="124110"/>
                    <a:pt x="71344" y="123824"/>
                    <a:pt x="72392" y="124205"/>
                  </a:cubicBezTo>
                  <a:cubicBezTo>
                    <a:pt x="75154" y="125158"/>
                    <a:pt x="74487" y="128206"/>
                    <a:pt x="75630" y="130777"/>
                  </a:cubicBezTo>
                  <a:cubicBezTo>
                    <a:pt x="76964" y="133921"/>
                    <a:pt x="79345" y="133159"/>
                    <a:pt x="79250" y="129920"/>
                  </a:cubicBezTo>
                  <a:cubicBezTo>
                    <a:pt x="79250" y="128587"/>
                    <a:pt x="84870" y="126967"/>
                    <a:pt x="85917" y="124681"/>
                  </a:cubicBezTo>
                  <a:lnTo>
                    <a:pt x="86108" y="123729"/>
                  </a:lnTo>
                  <a:cubicBezTo>
                    <a:pt x="86584" y="121062"/>
                    <a:pt x="85917" y="118204"/>
                    <a:pt x="84108" y="116204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4" name="Google Shape;274;p23"/>
            <p:cNvSpPr/>
            <p:nvPr/>
          </p:nvSpPr>
          <p:spPr>
            <a:xfrm>
              <a:off x="6010020" y="3222570"/>
              <a:ext cx="206771" cy="347722"/>
            </a:xfrm>
            <a:custGeom>
              <a:avLst/>
              <a:gdLst/>
              <a:ahLst/>
              <a:cxnLst/>
              <a:rect l="l" t="t" r="r" b="b"/>
              <a:pathLst>
                <a:path w="70812" h="119083" extrusionOk="0">
                  <a:moveTo>
                    <a:pt x="327" y="10022"/>
                  </a:moveTo>
                  <a:cubicBezTo>
                    <a:pt x="2613" y="21"/>
                    <a:pt x="15853" y="-4170"/>
                    <a:pt x="22235" y="5355"/>
                  </a:cubicBezTo>
                  <a:cubicBezTo>
                    <a:pt x="27378" y="13070"/>
                    <a:pt x="28998" y="23262"/>
                    <a:pt x="29950" y="32310"/>
                  </a:cubicBezTo>
                  <a:cubicBezTo>
                    <a:pt x="30998" y="42502"/>
                    <a:pt x="31950" y="52694"/>
                    <a:pt x="32998" y="62790"/>
                  </a:cubicBezTo>
                  <a:cubicBezTo>
                    <a:pt x="33189" y="65076"/>
                    <a:pt x="33474" y="67458"/>
                    <a:pt x="34332" y="69553"/>
                  </a:cubicBezTo>
                  <a:cubicBezTo>
                    <a:pt x="35856" y="73363"/>
                    <a:pt x="39189" y="76125"/>
                    <a:pt x="42428" y="78697"/>
                  </a:cubicBezTo>
                  <a:cubicBezTo>
                    <a:pt x="44619" y="80507"/>
                    <a:pt x="70717" y="101271"/>
                    <a:pt x="70812" y="101176"/>
                  </a:cubicBezTo>
                  <a:cubicBezTo>
                    <a:pt x="66336" y="106986"/>
                    <a:pt x="62145" y="112987"/>
                    <a:pt x="58239" y="119083"/>
                  </a:cubicBezTo>
                  <a:cubicBezTo>
                    <a:pt x="50334" y="109177"/>
                    <a:pt x="40999" y="104986"/>
                    <a:pt x="31093" y="97557"/>
                  </a:cubicBezTo>
                  <a:cubicBezTo>
                    <a:pt x="25664" y="93461"/>
                    <a:pt x="18901" y="88794"/>
                    <a:pt x="15567" y="82793"/>
                  </a:cubicBezTo>
                  <a:cubicBezTo>
                    <a:pt x="14329" y="80602"/>
                    <a:pt x="13567" y="78126"/>
                    <a:pt x="12900" y="75744"/>
                  </a:cubicBezTo>
                  <a:cubicBezTo>
                    <a:pt x="7757" y="58028"/>
                    <a:pt x="3756" y="40026"/>
                    <a:pt x="804" y="21833"/>
                  </a:cubicBezTo>
                  <a:cubicBezTo>
                    <a:pt x="232" y="18404"/>
                    <a:pt x="-244" y="14975"/>
                    <a:pt x="137" y="11546"/>
                  </a:cubicBezTo>
                  <a:cubicBezTo>
                    <a:pt x="137" y="11070"/>
                    <a:pt x="232" y="10498"/>
                    <a:pt x="423" y="100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5" name="Google Shape;275;p23"/>
            <p:cNvSpPr/>
            <p:nvPr/>
          </p:nvSpPr>
          <p:spPr>
            <a:xfrm>
              <a:off x="5951847" y="3458336"/>
              <a:ext cx="288657" cy="758239"/>
            </a:xfrm>
            <a:custGeom>
              <a:avLst/>
              <a:gdLst/>
              <a:ahLst/>
              <a:cxnLst/>
              <a:rect l="l" t="t" r="r" b="b"/>
              <a:pathLst>
                <a:path w="98855" h="259671" extrusionOk="0">
                  <a:moveTo>
                    <a:pt x="4063" y="5929"/>
                  </a:moveTo>
                  <a:cubicBezTo>
                    <a:pt x="2539" y="13740"/>
                    <a:pt x="1396" y="21646"/>
                    <a:pt x="539" y="29551"/>
                  </a:cubicBezTo>
                  <a:cubicBezTo>
                    <a:pt x="158" y="33361"/>
                    <a:pt x="-223" y="37076"/>
                    <a:pt x="158" y="40886"/>
                  </a:cubicBezTo>
                  <a:cubicBezTo>
                    <a:pt x="1015" y="49935"/>
                    <a:pt x="4254" y="56698"/>
                    <a:pt x="9016" y="64032"/>
                  </a:cubicBezTo>
                  <a:cubicBezTo>
                    <a:pt x="13683" y="71271"/>
                    <a:pt x="14445" y="80034"/>
                    <a:pt x="16255" y="88130"/>
                  </a:cubicBezTo>
                  <a:cubicBezTo>
                    <a:pt x="20256" y="105751"/>
                    <a:pt x="29114" y="121182"/>
                    <a:pt x="28733" y="139279"/>
                  </a:cubicBezTo>
                  <a:cubicBezTo>
                    <a:pt x="28542" y="151376"/>
                    <a:pt x="34353" y="175760"/>
                    <a:pt x="39687" y="192334"/>
                  </a:cubicBezTo>
                  <a:cubicBezTo>
                    <a:pt x="41401" y="197668"/>
                    <a:pt x="43687" y="202811"/>
                    <a:pt x="45592" y="208050"/>
                  </a:cubicBezTo>
                  <a:cubicBezTo>
                    <a:pt x="50069" y="220432"/>
                    <a:pt x="52164" y="233577"/>
                    <a:pt x="51879" y="246721"/>
                  </a:cubicBezTo>
                  <a:cubicBezTo>
                    <a:pt x="51879" y="251103"/>
                    <a:pt x="49116" y="258342"/>
                    <a:pt x="54069" y="259580"/>
                  </a:cubicBezTo>
                  <a:cubicBezTo>
                    <a:pt x="56070" y="260056"/>
                    <a:pt x="60070" y="258532"/>
                    <a:pt x="62070" y="258151"/>
                  </a:cubicBezTo>
                  <a:cubicBezTo>
                    <a:pt x="73881" y="256151"/>
                    <a:pt x="80739" y="253579"/>
                    <a:pt x="92550" y="251579"/>
                  </a:cubicBezTo>
                  <a:cubicBezTo>
                    <a:pt x="94360" y="251293"/>
                    <a:pt x="97218" y="247674"/>
                    <a:pt x="98837" y="246817"/>
                  </a:cubicBezTo>
                  <a:cubicBezTo>
                    <a:pt x="99123" y="245293"/>
                    <a:pt x="96075" y="245578"/>
                    <a:pt x="94551" y="245197"/>
                  </a:cubicBezTo>
                  <a:cubicBezTo>
                    <a:pt x="87597" y="243673"/>
                    <a:pt x="85216" y="244721"/>
                    <a:pt x="78263" y="242911"/>
                  </a:cubicBezTo>
                  <a:cubicBezTo>
                    <a:pt x="69024" y="240530"/>
                    <a:pt x="65976" y="234910"/>
                    <a:pt x="63594" y="226052"/>
                  </a:cubicBezTo>
                  <a:cubicBezTo>
                    <a:pt x="55498" y="196429"/>
                    <a:pt x="57689" y="166616"/>
                    <a:pt x="49974" y="136898"/>
                  </a:cubicBezTo>
                  <a:cubicBezTo>
                    <a:pt x="48450" y="131088"/>
                    <a:pt x="52831" y="98036"/>
                    <a:pt x="50640" y="82415"/>
                  </a:cubicBezTo>
                  <a:cubicBezTo>
                    <a:pt x="48069" y="64603"/>
                    <a:pt x="46354" y="58317"/>
                    <a:pt x="46354" y="51078"/>
                  </a:cubicBezTo>
                  <a:cubicBezTo>
                    <a:pt x="46354" y="42982"/>
                    <a:pt x="45783" y="33552"/>
                    <a:pt x="44259" y="25551"/>
                  </a:cubicBezTo>
                  <a:cubicBezTo>
                    <a:pt x="42639" y="17264"/>
                    <a:pt x="38925" y="8882"/>
                    <a:pt x="31971" y="4024"/>
                  </a:cubicBezTo>
                  <a:cubicBezTo>
                    <a:pt x="25018" y="-738"/>
                    <a:pt x="5682" y="-2548"/>
                    <a:pt x="4158" y="5834"/>
                  </a:cubicBezTo>
                  <a:close/>
                </a:path>
              </a:pathLst>
            </a:custGeom>
            <a:solidFill>
              <a:srgbClr val="2A282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6" name="Google Shape;276;p23"/>
            <p:cNvSpPr/>
            <p:nvPr/>
          </p:nvSpPr>
          <p:spPr>
            <a:xfrm>
              <a:off x="6089937" y="4138481"/>
              <a:ext cx="154083" cy="87886"/>
            </a:xfrm>
            <a:custGeom>
              <a:avLst/>
              <a:gdLst/>
              <a:ahLst/>
              <a:cxnLst/>
              <a:rect l="l" t="t" r="r" b="b"/>
              <a:pathLst>
                <a:path w="52768" h="30098" extrusionOk="0">
                  <a:moveTo>
                    <a:pt x="1810" y="30099"/>
                  </a:moveTo>
                  <a:cubicBezTo>
                    <a:pt x="10192" y="28765"/>
                    <a:pt x="52769" y="16573"/>
                    <a:pt x="52769" y="16573"/>
                  </a:cubicBezTo>
                  <a:cubicBezTo>
                    <a:pt x="51530" y="11716"/>
                    <a:pt x="46482" y="8953"/>
                    <a:pt x="42196" y="8573"/>
                  </a:cubicBezTo>
                  <a:cubicBezTo>
                    <a:pt x="37814" y="8192"/>
                    <a:pt x="33623" y="9334"/>
                    <a:pt x="29242" y="8668"/>
                  </a:cubicBezTo>
                  <a:cubicBezTo>
                    <a:pt x="24479" y="8001"/>
                    <a:pt x="23527" y="6572"/>
                    <a:pt x="20193" y="2286"/>
                  </a:cubicBezTo>
                  <a:cubicBezTo>
                    <a:pt x="19431" y="1238"/>
                    <a:pt x="18574" y="95"/>
                    <a:pt x="17431" y="0"/>
                  </a:cubicBezTo>
                  <a:cubicBezTo>
                    <a:pt x="16669" y="0"/>
                    <a:pt x="16097" y="476"/>
                    <a:pt x="15526" y="857"/>
                  </a:cubicBezTo>
                  <a:cubicBezTo>
                    <a:pt x="11335" y="4000"/>
                    <a:pt x="3048" y="3905"/>
                    <a:pt x="0" y="8192"/>
                  </a:cubicBezTo>
                  <a:cubicBezTo>
                    <a:pt x="0" y="8192"/>
                    <a:pt x="286" y="24479"/>
                    <a:pt x="1810" y="3000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7" name="Google Shape;277;p23"/>
            <p:cNvSpPr/>
            <p:nvPr/>
          </p:nvSpPr>
          <p:spPr>
            <a:xfrm>
              <a:off x="5929488" y="3496774"/>
              <a:ext cx="235042" cy="674336"/>
            </a:xfrm>
            <a:custGeom>
              <a:avLst/>
              <a:gdLst/>
              <a:ahLst/>
              <a:cxnLst/>
              <a:rect l="l" t="t" r="r" b="b"/>
              <a:pathLst>
                <a:path w="80494" h="230937" extrusionOk="0">
                  <a:moveTo>
                    <a:pt x="49062" y="230791"/>
                  </a:moveTo>
                  <a:cubicBezTo>
                    <a:pt x="61635" y="231839"/>
                    <a:pt x="70683" y="227171"/>
                    <a:pt x="80494" y="220409"/>
                  </a:cubicBezTo>
                  <a:cubicBezTo>
                    <a:pt x="77541" y="218885"/>
                    <a:pt x="76398" y="215837"/>
                    <a:pt x="75541" y="212789"/>
                  </a:cubicBezTo>
                  <a:cubicBezTo>
                    <a:pt x="67350" y="182975"/>
                    <a:pt x="64302" y="152019"/>
                    <a:pt x="62111" y="121348"/>
                  </a:cubicBezTo>
                  <a:cubicBezTo>
                    <a:pt x="60015" y="91059"/>
                    <a:pt x="61444" y="61150"/>
                    <a:pt x="57253" y="30766"/>
                  </a:cubicBezTo>
                  <a:cubicBezTo>
                    <a:pt x="55729" y="20098"/>
                    <a:pt x="53824" y="9144"/>
                    <a:pt x="48014" y="0"/>
                  </a:cubicBezTo>
                  <a:cubicBezTo>
                    <a:pt x="30774" y="2953"/>
                    <a:pt x="15724" y="10001"/>
                    <a:pt x="103" y="17717"/>
                  </a:cubicBezTo>
                  <a:cubicBezTo>
                    <a:pt x="-659" y="30956"/>
                    <a:pt x="2770" y="43720"/>
                    <a:pt x="11343" y="53912"/>
                  </a:cubicBezTo>
                  <a:cubicBezTo>
                    <a:pt x="17439" y="61150"/>
                    <a:pt x="15819" y="68104"/>
                    <a:pt x="17820" y="77343"/>
                  </a:cubicBezTo>
                  <a:cubicBezTo>
                    <a:pt x="20868" y="91440"/>
                    <a:pt x="23630" y="105632"/>
                    <a:pt x="26392" y="119825"/>
                  </a:cubicBezTo>
                  <a:cubicBezTo>
                    <a:pt x="29250" y="134207"/>
                    <a:pt x="32012" y="148590"/>
                    <a:pt x="34869" y="162877"/>
                  </a:cubicBezTo>
                  <a:cubicBezTo>
                    <a:pt x="38203" y="179927"/>
                    <a:pt x="41537" y="197072"/>
                    <a:pt x="44109" y="214313"/>
                  </a:cubicBezTo>
                  <a:cubicBezTo>
                    <a:pt x="44966" y="220313"/>
                    <a:pt x="45633" y="225838"/>
                    <a:pt x="49062" y="23079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3"/>
            <p:cNvSpPr/>
            <p:nvPr/>
          </p:nvSpPr>
          <p:spPr>
            <a:xfrm>
              <a:off x="5853328" y="3444772"/>
              <a:ext cx="222773" cy="776758"/>
            </a:xfrm>
            <a:custGeom>
              <a:avLst/>
              <a:gdLst/>
              <a:ahLst/>
              <a:cxnLst/>
              <a:rect l="l" t="t" r="r" b="b"/>
              <a:pathLst>
                <a:path w="76292" h="266013" extrusionOk="0">
                  <a:moveTo>
                    <a:pt x="46102" y="2861"/>
                  </a:moveTo>
                  <a:cubicBezTo>
                    <a:pt x="42006" y="9624"/>
                    <a:pt x="38101" y="16577"/>
                    <a:pt x="34576" y="23626"/>
                  </a:cubicBezTo>
                  <a:cubicBezTo>
                    <a:pt x="32862" y="26959"/>
                    <a:pt x="31243" y="30388"/>
                    <a:pt x="30195" y="34103"/>
                  </a:cubicBezTo>
                  <a:cubicBezTo>
                    <a:pt x="27814" y="42866"/>
                    <a:pt x="28290" y="50296"/>
                    <a:pt x="30004" y="58868"/>
                  </a:cubicBezTo>
                  <a:cubicBezTo>
                    <a:pt x="31624" y="67250"/>
                    <a:pt x="29242" y="75727"/>
                    <a:pt x="28004" y="84014"/>
                  </a:cubicBezTo>
                  <a:cubicBezTo>
                    <a:pt x="25337" y="101921"/>
                    <a:pt x="28004" y="119447"/>
                    <a:pt x="21146" y="136211"/>
                  </a:cubicBezTo>
                  <a:cubicBezTo>
                    <a:pt x="16669" y="147355"/>
                    <a:pt x="13336" y="172311"/>
                    <a:pt x="12288" y="189646"/>
                  </a:cubicBezTo>
                  <a:cubicBezTo>
                    <a:pt x="11907" y="195266"/>
                    <a:pt x="12288" y="200886"/>
                    <a:pt x="12097" y="206506"/>
                  </a:cubicBezTo>
                  <a:cubicBezTo>
                    <a:pt x="11716" y="219650"/>
                    <a:pt x="8954" y="232699"/>
                    <a:pt x="4096" y="244891"/>
                  </a:cubicBezTo>
                  <a:cubicBezTo>
                    <a:pt x="2477" y="248892"/>
                    <a:pt x="-2476" y="254797"/>
                    <a:pt x="1525" y="257655"/>
                  </a:cubicBezTo>
                  <a:cubicBezTo>
                    <a:pt x="3144" y="258798"/>
                    <a:pt x="7240" y="258798"/>
                    <a:pt x="9240" y="259179"/>
                  </a:cubicBezTo>
                  <a:cubicBezTo>
                    <a:pt x="20575" y="261465"/>
                    <a:pt x="32005" y="263751"/>
                    <a:pt x="43339" y="265942"/>
                  </a:cubicBezTo>
                  <a:cubicBezTo>
                    <a:pt x="45054" y="266323"/>
                    <a:pt x="46483" y="265084"/>
                    <a:pt x="48292" y="264894"/>
                  </a:cubicBezTo>
                  <a:cubicBezTo>
                    <a:pt x="49150" y="263560"/>
                    <a:pt x="48673" y="261560"/>
                    <a:pt x="47435" y="260703"/>
                  </a:cubicBezTo>
                  <a:cubicBezTo>
                    <a:pt x="41720" y="256798"/>
                    <a:pt x="34862" y="254702"/>
                    <a:pt x="29242" y="250606"/>
                  </a:cubicBezTo>
                  <a:cubicBezTo>
                    <a:pt x="21813" y="245177"/>
                    <a:pt x="20956" y="238795"/>
                    <a:pt x="22003" y="229651"/>
                  </a:cubicBezTo>
                  <a:cubicBezTo>
                    <a:pt x="25147" y="199076"/>
                    <a:pt x="37720" y="172025"/>
                    <a:pt x="41244" y="141545"/>
                  </a:cubicBezTo>
                  <a:cubicBezTo>
                    <a:pt x="41911" y="135640"/>
                    <a:pt x="57627" y="106303"/>
                    <a:pt x="61151" y="90872"/>
                  </a:cubicBezTo>
                  <a:cubicBezTo>
                    <a:pt x="65152" y="73346"/>
                    <a:pt x="65818" y="66869"/>
                    <a:pt x="68390" y="60011"/>
                  </a:cubicBezTo>
                  <a:cubicBezTo>
                    <a:pt x="71248" y="52391"/>
                    <a:pt x="74105" y="43438"/>
                    <a:pt x="75534" y="35437"/>
                  </a:cubicBezTo>
                  <a:cubicBezTo>
                    <a:pt x="76963" y="27055"/>
                    <a:pt x="76677" y="17911"/>
                    <a:pt x="72010" y="10957"/>
                  </a:cubicBezTo>
                  <a:cubicBezTo>
                    <a:pt x="67438" y="4004"/>
                    <a:pt x="50578" y="-4473"/>
                    <a:pt x="46197" y="2766"/>
                  </a:cubicBezTo>
                  <a:close/>
                </a:path>
              </a:pathLst>
            </a:custGeom>
            <a:solidFill>
              <a:srgbClr val="F8CEA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" name="Google Shape;279;p23"/>
            <p:cNvSpPr/>
            <p:nvPr/>
          </p:nvSpPr>
          <p:spPr>
            <a:xfrm>
              <a:off x="5943076" y="3159835"/>
              <a:ext cx="146239" cy="377936"/>
            </a:xfrm>
            <a:custGeom>
              <a:avLst/>
              <a:gdLst/>
              <a:ahLst/>
              <a:cxnLst/>
              <a:rect l="l" t="t" r="r" b="b"/>
              <a:pathLst>
                <a:path w="50082" h="129430" extrusionOk="0">
                  <a:moveTo>
                    <a:pt x="11545" y="271"/>
                  </a:moveTo>
                  <a:cubicBezTo>
                    <a:pt x="4497" y="16654"/>
                    <a:pt x="-2647" y="34371"/>
                    <a:pt x="972" y="51802"/>
                  </a:cubicBezTo>
                  <a:cubicBezTo>
                    <a:pt x="3735" y="65041"/>
                    <a:pt x="12498" y="76948"/>
                    <a:pt x="12783" y="90473"/>
                  </a:cubicBezTo>
                  <a:cubicBezTo>
                    <a:pt x="12879" y="95521"/>
                    <a:pt x="11831" y="100474"/>
                    <a:pt x="10688" y="105332"/>
                  </a:cubicBezTo>
                  <a:cubicBezTo>
                    <a:pt x="8878" y="113333"/>
                    <a:pt x="7164" y="121334"/>
                    <a:pt x="5354" y="129430"/>
                  </a:cubicBezTo>
                  <a:lnTo>
                    <a:pt x="48788" y="129430"/>
                  </a:lnTo>
                  <a:cubicBezTo>
                    <a:pt x="43549" y="129430"/>
                    <a:pt x="49645" y="83520"/>
                    <a:pt x="49931" y="80567"/>
                  </a:cubicBezTo>
                  <a:cubicBezTo>
                    <a:pt x="50502" y="74090"/>
                    <a:pt x="49359" y="67613"/>
                    <a:pt x="48216" y="61136"/>
                  </a:cubicBezTo>
                  <a:cubicBezTo>
                    <a:pt x="46597" y="52087"/>
                    <a:pt x="44978" y="43039"/>
                    <a:pt x="43359" y="33990"/>
                  </a:cubicBezTo>
                  <a:cubicBezTo>
                    <a:pt x="42501" y="29037"/>
                    <a:pt x="41073" y="23417"/>
                    <a:pt x="36691" y="20941"/>
                  </a:cubicBezTo>
                  <a:cubicBezTo>
                    <a:pt x="25452" y="14845"/>
                    <a:pt x="31262" y="15702"/>
                    <a:pt x="27833" y="5034"/>
                  </a:cubicBezTo>
                  <a:cubicBezTo>
                    <a:pt x="26404" y="652"/>
                    <a:pt x="16212" y="-491"/>
                    <a:pt x="11545" y="176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" name="Google Shape;280;p23"/>
            <p:cNvSpPr/>
            <p:nvPr/>
          </p:nvSpPr>
          <p:spPr>
            <a:xfrm>
              <a:off x="5960248" y="3169526"/>
              <a:ext cx="75497" cy="37545"/>
            </a:xfrm>
            <a:custGeom>
              <a:avLst/>
              <a:gdLst/>
              <a:ahLst/>
              <a:cxnLst/>
              <a:rect l="l" t="t" r="r" b="b"/>
              <a:pathLst>
                <a:path w="25855" h="12858" extrusionOk="0">
                  <a:moveTo>
                    <a:pt x="25855" y="5239"/>
                  </a:moveTo>
                  <a:cubicBezTo>
                    <a:pt x="25855" y="7048"/>
                    <a:pt x="25093" y="8572"/>
                    <a:pt x="24522" y="11335"/>
                  </a:cubicBezTo>
                  <a:cubicBezTo>
                    <a:pt x="24522" y="11716"/>
                    <a:pt x="24522" y="12192"/>
                    <a:pt x="24236" y="12478"/>
                  </a:cubicBezTo>
                  <a:cubicBezTo>
                    <a:pt x="23855" y="12859"/>
                    <a:pt x="23283" y="12859"/>
                    <a:pt x="22712" y="12859"/>
                  </a:cubicBezTo>
                  <a:cubicBezTo>
                    <a:pt x="19188" y="12668"/>
                    <a:pt x="15568" y="12192"/>
                    <a:pt x="12139" y="11430"/>
                  </a:cubicBezTo>
                  <a:cubicBezTo>
                    <a:pt x="8139" y="10573"/>
                    <a:pt x="4519" y="8477"/>
                    <a:pt x="614" y="7048"/>
                  </a:cubicBezTo>
                  <a:cubicBezTo>
                    <a:pt x="423" y="7048"/>
                    <a:pt x="138" y="6858"/>
                    <a:pt x="42" y="6667"/>
                  </a:cubicBezTo>
                  <a:cubicBezTo>
                    <a:pt x="-53" y="6477"/>
                    <a:pt x="42" y="6191"/>
                    <a:pt x="42" y="5905"/>
                  </a:cubicBezTo>
                  <a:cubicBezTo>
                    <a:pt x="519" y="4000"/>
                    <a:pt x="614" y="2000"/>
                    <a:pt x="519" y="0"/>
                  </a:cubicBezTo>
                  <a:cubicBezTo>
                    <a:pt x="5662" y="857"/>
                    <a:pt x="25950" y="4953"/>
                    <a:pt x="25855" y="533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" name="Google Shape;281;p23"/>
            <p:cNvSpPr/>
            <p:nvPr/>
          </p:nvSpPr>
          <p:spPr>
            <a:xfrm>
              <a:off x="5848602" y="4139835"/>
              <a:ext cx="152436" cy="85141"/>
            </a:xfrm>
            <a:custGeom>
              <a:avLst/>
              <a:gdLst/>
              <a:ahLst/>
              <a:cxnLst/>
              <a:rect l="l" t="t" r="r" b="b"/>
              <a:pathLst>
                <a:path w="52204" h="29158" extrusionOk="0">
                  <a:moveTo>
                    <a:pt x="0" y="22015"/>
                  </a:moveTo>
                  <a:cubicBezTo>
                    <a:pt x="8192" y="24015"/>
                    <a:pt x="18288" y="27539"/>
                    <a:pt x="26575" y="29158"/>
                  </a:cubicBezTo>
                  <a:lnTo>
                    <a:pt x="52102" y="29158"/>
                  </a:lnTo>
                  <a:cubicBezTo>
                    <a:pt x="52864" y="24205"/>
                    <a:pt x="49244" y="19729"/>
                    <a:pt x="45434" y="17633"/>
                  </a:cubicBezTo>
                  <a:cubicBezTo>
                    <a:pt x="41529" y="15538"/>
                    <a:pt x="37243" y="14966"/>
                    <a:pt x="33433" y="12775"/>
                  </a:cubicBezTo>
                  <a:cubicBezTo>
                    <a:pt x="29242" y="10299"/>
                    <a:pt x="28956" y="8680"/>
                    <a:pt x="27527" y="3441"/>
                  </a:cubicBezTo>
                  <a:cubicBezTo>
                    <a:pt x="27242" y="2203"/>
                    <a:pt x="26860" y="774"/>
                    <a:pt x="25908" y="298"/>
                  </a:cubicBezTo>
                  <a:cubicBezTo>
                    <a:pt x="25241" y="12"/>
                    <a:pt x="24479" y="202"/>
                    <a:pt x="23813" y="298"/>
                  </a:cubicBezTo>
                  <a:cubicBezTo>
                    <a:pt x="18764" y="1631"/>
                    <a:pt x="11144" y="-1607"/>
                    <a:pt x="6668" y="1155"/>
                  </a:cubicBezTo>
                  <a:cubicBezTo>
                    <a:pt x="6668" y="1155"/>
                    <a:pt x="667" y="16300"/>
                    <a:pt x="0" y="2201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" name="Google Shape;282;p23"/>
            <p:cNvSpPr/>
            <p:nvPr/>
          </p:nvSpPr>
          <p:spPr>
            <a:xfrm>
              <a:off x="5852493" y="3510490"/>
              <a:ext cx="237957" cy="659178"/>
            </a:xfrm>
            <a:custGeom>
              <a:avLst/>
              <a:gdLst/>
              <a:ahLst/>
              <a:cxnLst/>
              <a:rect l="l" t="t" r="r" b="b"/>
              <a:pathLst>
                <a:path w="81492" h="225746" extrusionOk="0">
                  <a:moveTo>
                    <a:pt x="476" y="219234"/>
                  </a:moveTo>
                  <a:cubicBezTo>
                    <a:pt x="286" y="220472"/>
                    <a:pt x="191" y="221615"/>
                    <a:pt x="0" y="222853"/>
                  </a:cubicBezTo>
                  <a:cubicBezTo>
                    <a:pt x="8192" y="225425"/>
                    <a:pt x="16955" y="226282"/>
                    <a:pt x="25527" y="225425"/>
                  </a:cubicBezTo>
                  <a:cubicBezTo>
                    <a:pt x="27623" y="225234"/>
                    <a:pt x="29908" y="224853"/>
                    <a:pt x="31337" y="223329"/>
                  </a:cubicBezTo>
                  <a:cubicBezTo>
                    <a:pt x="32861" y="221710"/>
                    <a:pt x="33052" y="219329"/>
                    <a:pt x="33147" y="217233"/>
                  </a:cubicBezTo>
                  <a:cubicBezTo>
                    <a:pt x="35147" y="184848"/>
                    <a:pt x="41910" y="152844"/>
                    <a:pt x="51721" y="121983"/>
                  </a:cubicBezTo>
                  <a:cubicBezTo>
                    <a:pt x="60960" y="92837"/>
                    <a:pt x="71723" y="64167"/>
                    <a:pt x="78391" y="34068"/>
                  </a:cubicBezTo>
                  <a:cubicBezTo>
                    <a:pt x="80772" y="23495"/>
                    <a:pt x="82772" y="12541"/>
                    <a:pt x="80486" y="1968"/>
                  </a:cubicBezTo>
                  <a:cubicBezTo>
                    <a:pt x="63341" y="-1270"/>
                    <a:pt x="46768" y="63"/>
                    <a:pt x="29337" y="1873"/>
                  </a:cubicBezTo>
                  <a:cubicBezTo>
                    <a:pt x="23908" y="14065"/>
                    <a:pt x="22765" y="27305"/>
                    <a:pt x="27146" y="39878"/>
                  </a:cubicBezTo>
                  <a:cubicBezTo>
                    <a:pt x="30290" y="48831"/>
                    <a:pt x="26384" y="54737"/>
                    <a:pt x="25051" y="64262"/>
                  </a:cubicBezTo>
                  <a:cubicBezTo>
                    <a:pt x="22955" y="78645"/>
                    <a:pt x="20669" y="92932"/>
                    <a:pt x="18288" y="107220"/>
                  </a:cubicBezTo>
                  <a:cubicBezTo>
                    <a:pt x="15907" y="121698"/>
                    <a:pt x="13526" y="136176"/>
                    <a:pt x="11144" y="150749"/>
                  </a:cubicBezTo>
                  <a:cubicBezTo>
                    <a:pt x="7334" y="173799"/>
                    <a:pt x="3334" y="196469"/>
                    <a:pt x="381" y="21951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" name="Google Shape;283;p23"/>
            <p:cNvSpPr/>
            <p:nvPr/>
          </p:nvSpPr>
          <p:spPr>
            <a:xfrm>
              <a:off x="5862502" y="3510099"/>
              <a:ext cx="227950" cy="634157"/>
            </a:xfrm>
            <a:custGeom>
              <a:avLst/>
              <a:gdLst/>
              <a:ahLst/>
              <a:cxnLst/>
              <a:rect l="l" t="t" r="r" b="b"/>
              <a:pathLst>
                <a:path w="78065" h="217177" extrusionOk="0">
                  <a:moveTo>
                    <a:pt x="74962" y="34107"/>
                  </a:moveTo>
                  <a:cubicBezTo>
                    <a:pt x="76772" y="26010"/>
                    <a:pt x="78391" y="17533"/>
                    <a:pt x="78010" y="9342"/>
                  </a:cubicBezTo>
                  <a:cubicBezTo>
                    <a:pt x="70961" y="5913"/>
                    <a:pt x="63722" y="2769"/>
                    <a:pt x="56388" y="7"/>
                  </a:cubicBezTo>
                  <a:cubicBezTo>
                    <a:pt x="46292" y="-88"/>
                    <a:pt x="36290" y="769"/>
                    <a:pt x="25908" y="1817"/>
                  </a:cubicBezTo>
                  <a:cubicBezTo>
                    <a:pt x="20479" y="14009"/>
                    <a:pt x="19336" y="27249"/>
                    <a:pt x="23813" y="39822"/>
                  </a:cubicBezTo>
                  <a:cubicBezTo>
                    <a:pt x="26956" y="48775"/>
                    <a:pt x="23051" y="54681"/>
                    <a:pt x="21717" y="64206"/>
                  </a:cubicBezTo>
                  <a:cubicBezTo>
                    <a:pt x="19622" y="78588"/>
                    <a:pt x="17335" y="92876"/>
                    <a:pt x="14954" y="107163"/>
                  </a:cubicBezTo>
                  <a:cubicBezTo>
                    <a:pt x="12573" y="121641"/>
                    <a:pt x="10192" y="136119"/>
                    <a:pt x="7810" y="150693"/>
                  </a:cubicBezTo>
                  <a:cubicBezTo>
                    <a:pt x="5144" y="166885"/>
                    <a:pt x="2381" y="182887"/>
                    <a:pt x="0" y="198984"/>
                  </a:cubicBezTo>
                  <a:lnTo>
                    <a:pt x="6001" y="217177"/>
                  </a:lnTo>
                  <a:cubicBezTo>
                    <a:pt x="5048" y="196222"/>
                    <a:pt x="23431" y="173743"/>
                    <a:pt x="20765" y="152312"/>
                  </a:cubicBezTo>
                  <a:cubicBezTo>
                    <a:pt x="20098" y="147073"/>
                    <a:pt x="18288" y="141834"/>
                    <a:pt x="19145" y="136596"/>
                  </a:cubicBezTo>
                  <a:cubicBezTo>
                    <a:pt x="19907" y="132214"/>
                    <a:pt x="22384" y="128404"/>
                    <a:pt x="23908" y="124213"/>
                  </a:cubicBezTo>
                  <a:cubicBezTo>
                    <a:pt x="26575" y="116688"/>
                    <a:pt x="25622" y="108402"/>
                    <a:pt x="25908" y="100305"/>
                  </a:cubicBezTo>
                  <a:cubicBezTo>
                    <a:pt x="26384" y="86113"/>
                    <a:pt x="33719" y="55728"/>
                    <a:pt x="46673" y="47061"/>
                  </a:cubicBezTo>
                  <a:cubicBezTo>
                    <a:pt x="55054" y="41441"/>
                    <a:pt x="64675" y="42870"/>
                    <a:pt x="73438" y="40679"/>
                  </a:cubicBezTo>
                  <a:cubicBezTo>
                    <a:pt x="73914" y="38488"/>
                    <a:pt x="74486" y="36393"/>
                    <a:pt x="74962" y="342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3"/>
            <p:cNvSpPr/>
            <p:nvPr/>
          </p:nvSpPr>
          <p:spPr>
            <a:xfrm>
              <a:off x="5908658" y="3180925"/>
              <a:ext cx="202756" cy="422968"/>
            </a:xfrm>
            <a:custGeom>
              <a:avLst/>
              <a:gdLst/>
              <a:ahLst/>
              <a:cxnLst/>
              <a:rect l="l" t="t" r="r" b="b"/>
              <a:pathLst>
                <a:path w="69437" h="144852" extrusionOk="0">
                  <a:moveTo>
                    <a:pt x="5239" y="122206"/>
                  </a:moveTo>
                  <a:cubicBezTo>
                    <a:pt x="3334" y="125540"/>
                    <a:pt x="1524" y="128873"/>
                    <a:pt x="0" y="132398"/>
                  </a:cubicBezTo>
                  <a:cubicBezTo>
                    <a:pt x="11144" y="131921"/>
                    <a:pt x="21146" y="138875"/>
                    <a:pt x="31814" y="142304"/>
                  </a:cubicBezTo>
                  <a:cubicBezTo>
                    <a:pt x="44005" y="146304"/>
                    <a:pt x="57722" y="145542"/>
                    <a:pt x="69437" y="140398"/>
                  </a:cubicBezTo>
                  <a:cubicBezTo>
                    <a:pt x="68008" y="133255"/>
                    <a:pt x="65818" y="126016"/>
                    <a:pt x="66008" y="118681"/>
                  </a:cubicBezTo>
                  <a:cubicBezTo>
                    <a:pt x="66104" y="115252"/>
                    <a:pt x="66199" y="111728"/>
                    <a:pt x="66294" y="108299"/>
                  </a:cubicBezTo>
                  <a:cubicBezTo>
                    <a:pt x="66961" y="87725"/>
                    <a:pt x="67532" y="67056"/>
                    <a:pt x="64484" y="46768"/>
                  </a:cubicBezTo>
                  <a:cubicBezTo>
                    <a:pt x="63913" y="43053"/>
                    <a:pt x="63246" y="39338"/>
                    <a:pt x="62484" y="35623"/>
                  </a:cubicBezTo>
                  <a:cubicBezTo>
                    <a:pt x="60484" y="24765"/>
                    <a:pt x="57245" y="12287"/>
                    <a:pt x="47816" y="7810"/>
                  </a:cubicBezTo>
                  <a:cubicBezTo>
                    <a:pt x="44863" y="6382"/>
                    <a:pt x="43720" y="6096"/>
                    <a:pt x="40481" y="5715"/>
                  </a:cubicBezTo>
                  <a:cubicBezTo>
                    <a:pt x="32099" y="4667"/>
                    <a:pt x="23908" y="2762"/>
                    <a:pt x="15907" y="0"/>
                  </a:cubicBezTo>
                  <a:cubicBezTo>
                    <a:pt x="14573" y="0"/>
                    <a:pt x="15811" y="95"/>
                    <a:pt x="14383" y="191"/>
                  </a:cubicBezTo>
                  <a:cubicBezTo>
                    <a:pt x="11811" y="8763"/>
                    <a:pt x="10001" y="17526"/>
                    <a:pt x="9049" y="26479"/>
                  </a:cubicBezTo>
                  <a:cubicBezTo>
                    <a:pt x="7906" y="36576"/>
                    <a:pt x="9525" y="46673"/>
                    <a:pt x="11621" y="56483"/>
                  </a:cubicBezTo>
                  <a:cubicBezTo>
                    <a:pt x="12668" y="61531"/>
                    <a:pt x="20098" y="80105"/>
                    <a:pt x="17050" y="84201"/>
                  </a:cubicBezTo>
                  <a:cubicBezTo>
                    <a:pt x="16478" y="84963"/>
                    <a:pt x="15621" y="85725"/>
                    <a:pt x="15526" y="86677"/>
                  </a:cubicBezTo>
                  <a:cubicBezTo>
                    <a:pt x="15430" y="88678"/>
                    <a:pt x="18193" y="89344"/>
                    <a:pt x="19526" y="90773"/>
                  </a:cubicBezTo>
                  <a:cubicBezTo>
                    <a:pt x="22003" y="93440"/>
                    <a:pt x="16383" y="103251"/>
                    <a:pt x="15050" y="105918"/>
                  </a:cubicBezTo>
                  <a:cubicBezTo>
                    <a:pt x="12097" y="111633"/>
                    <a:pt x="8573" y="116967"/>
                    <a:pt x="5429" y="12239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5" name="Google Shape;285;p23"/>
            <p:cNvSpPr/>
            <p:nvPr/>
          </p:nvSpPr>
          <p:spPr>
            <a:xfrm>
              <a:off x="5883355" y="3210092"/>
              <a:ext cx="130352" cy="438923"/>
            </a:xfrm>
            <a:custGeom>
              <a:avLst/>
              <a:gdLst/>
              <a:ahLst/>
              <a:cxnLst/>
              <a:rect l="l" t="t" r="r" b="b"/>
              <a:pathLst>
                <a:path w="44641" h="150316" extrusionOk="0">
                  <a:moveTo>
                    <a:pt x="44387" y="138598"/>
                  </a:moveTo>
                  <a:cubicBezTo>
                    <a:pt x="43910" y="136884"/>
                    <a:pt x="43244" y="134884"/>
                    <a:pt x="42101" y="133169"/>
                  </a:cubicBezTo>
                  <a:cubicBezTo>
                    <a:pt x="40386" y="130597"/>
                    <a:pt x="38672" y="128121"/>
                    <a:pt x="36767" y="125549"/>
                  </a:cubicBezTo>
                  <a:cubicBezTo>
                    <a:pt x="35433" y="123835"/>
                    <a:pt x="32671" y="120977"/>
                    <a:pt x="32576" y="118786"/>
                  </a:cubicBezTo>
                  <a:cubicBezTo>
                    <a:pt x="32576" y="118786"/>
                    <a:pt x="23717" y="91164"/>
                    <a:pt x="20003" y="81639"/>
                  </a:cubicBezTo>
                  <a:cubicBezTo>
                    <a:pt x="17717" y="75733"/>
                    <a:pt x="17812" y="69256"/>
                    <a:pt x="20193" y="63446"/>
                  </a:cubicBezTo>
                  <a:cubicBezTo>
                    <a:pt x="26384" y="48206"/>
                    <a:pt x="38195" y="18393"/>
                    <a:pt x="38386" y="10392"/>
                  </a:cubicBezTo>
                  <a:cubicBezTo>
                    <a:pt x="38672" y="-181"/>
                    <a:pt x="24289" y="-4086"/>
                    <a:pt x="19431" y="5344"/>
                  </a:cubicBezTo>
                  <a:cubicBezTo>
                    <a:pt x="19431" y="5534"/>
                    <a:pt x="19241" y="5629"/>
                    <a:pt x="19241" y="5820"/>
                  </a:cubicBezTo>
                  <a:cubicBezTo>
                    <a:pt x="13240" y="18488"/>
                    <a:pt x="8382" y="41634"/>
                    <a:pt x="4953" y="52016"/>
                  </a:cubicBezTo>
                  <a:cubicBezTo>
                    <a:pt x="2477" y="59731"/>
                    <a:pt x="286" y="65923"/>
                    <a:pt x="0" y="72971"/>
                  </a:cubicBezTo>
                  <a:cubicBezTo>
                    <a:pt x="0" y="74495"/>
                    <a:pt x="191" y="76019"/>
                    <a:pt x="667" y="77543"/>
                  </a:cubicBezTo>
                  <a:cubicBezTo>
                    <a:pt x="2477" y="83734"/>
                    <a:pt x="6953" y="95736"/>
                    <a:pt x="11716" y="102499"/>
                  </a:cubicBezTo>
                  <a:cubicBezTo>
                    <a:pt x="17621" y="110881"/>
                    <a:pt x="20669" y="122215"/>
                    <a:pt x="20669" y="122215"/>
                  </a:cubicBezTo>
                  <a:cubicBezTo>
                    <a:pt x="21717" y="125454"/>
                    <a:pt x="22098" y="128978"/>
                    <a:pt x="23813" y="132217"/>
                  </a:cubicBezTo>
                  <a:cubicBezTo>
                    <a:pt x="24765" y="134026"/>
                    <a:pt x="25813" y="136217"/>
                    <a:pt x="27146" y="137741"/>
                  </a:cubicBezTo>
                  <a:cubicBezTo>
                    <a:pt x="28099" y="138884"/>
                    <a:pt x="29528" y="139265"/>
                    <a:pt x="30290" y="140122"/>
                  </a:cubicBezTo>
                  <a:cubicBezTo>
                    <a:pt x="32290" y="142313"/>
                    <a:pt x="30290" y="144694"/>
                    <a:pt x="30099" y="147457"/>
                  </a:cubicBezTo>
                  <a:cubicBezTo>
                    <a:pt x="29813" y="150886"/>
                    <a:pt x="32290" y="151267"/>
                    <a:pt x="33623" y="148409"/>
                  </a:cubicBezTo>
                  <a:cubicBezTo>
                    <a:pt x="34195" y="147171"/>
                    <a:pt x="39910" y="148409"/>
                    <a:pt x="42005" y="146885"/>
                  </a:cubicBezTo>
                  <a:lnTo>
                    <a:pt x="42672" y="146123"/>
                  </a:lnTo>
                  <a:cubicBezTo>
                    <a:pt x="44387" y="144028"/>
                    <a:pt x="45053" y="141170"/>
                    <a:pt x="44387" y="138503"/>
                  </a:cubicBezTo>
                  <a:close/>
                </a:path>
              </a:pathLst>
            </a:custGeom>
            <a:solidFill>
              <a:srgbClr val="6C463E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" name="Google Shape;286;p23"/>
            <p:cNvSpPr/>
            <p:nvPr/>
          </p:nvSpPr>
          <p:spPr>
            <a:xfrm>
              <a:off x="5876963" y="3206382"/>
              <a:ext cx="124515" cy="373372"/>
            </a:xfrm>
            <a:custGeom>
              <a:avLst/>
              <a:gdLst/>
              <a:ahLst/>
              <a:cxnLst/>
              <a:rect l="l" t="t" r="r" b="b"/>
              <a:pathLst>
                <a:path w="42642" h="127867" extrusionOk="0">
                  <a:moveTo>
                    <a:pt x="20955" y="4424"/>
                  </a:moveTo>
                  <a:cubicBezTo>
                    <a:pt x="27623" y="-3292"/>
                    <a:pt x="41339" y="-720"/>
                    <a:pt x="42481" y="10615"/>
                  </a:cubicBezTo>
                  <a:cubicBezTo>
                    <a:pt x="43434" y="19854"/>
                    <a:pt x="40005" y="29570"/>
                    <a:pt x="36576" y="37952"/>
                  </a:cubicBezTo>
                  <a:cubicBezTo>
                    <a:pt x="32766" y="47381"/>
                    <a:pt x="28766" y="56811"/>
                    <a:pt x="24860" y="66336"/>
                  </a:cubicBezTo>
                  <a:cubicBezTo>
                    <a:pt x="24003" y="68432"/>
                    <a:pt x="23050" y="70623"/>
                    <a:pt x="22860" y="72908"/>
                  </a:cubicBezTo>
                  <a:cubicBezTo>
                    <a:pt x="22384" y="77004"/>
                    <a:pt x="24098" y="81005"/>
                    <a:pt x="25718" y="84815"/>
                  </a:cubicBezTo>
                  <a:cubicBezTo>
                    <a:pt x="26860" y="87482"/>
                    <a:pt x="40005" y="118057"/>
                    <a:pt x="40100" y="117962"/>
                  </a:cubicBezTo>
                  <a:cubicBezTo>
                    <a:pt x="33433" y="121010"/>
                    <a:pt x="26956" y="124248"/>
                    <a:pt x="20574" y="127868"/>
                  </a:cubicBezTo>
                  <a:cubicBezTo>
                    <a:pt x="18193" y="115390"/>
                    <a:pt x="12001" y="107294"/>
                    <a:pt x="6763" y="96054"/>
                  </a:cubicBezTo>
                  <a:cubicBezTo>
                    <a:pt x="3905" y="89958"/>
                    <a:pt x="191" y="82624"/>
                    <a:pt x="0" y="75766"/>
                  </a:cubicBezTo>
                  <a:cubicBezTo>
                    <a:pt x="0" y="73194"/>
                    <a:pt x="476" y="70718"/>
                    <a:pt x="952" y="68241"/>
                  </a:cubicBezTo>
                  <a:cubicBezTo>
                    <a:pt x="4763" y="50239"/>
                    <a:pt x="9620" y="32427"/>
                    <a:pt x="15621" y="14996"/>
                  </a:cubicBezTo>
                  <a:cubicBezTo>
                    <a:pt x="16764" y="11758"/>
                    <a:pt x="17907" y="8519"/>
                    <a:pt x="19812" y="5662"/>
                  </a:cubicBezTo>
                  <a:cubicBezTo>
                    <a:pt x="20098" y="5186"/>
                    <a:pt x="20383" y="4805"/>
                    <a:pt x="20765" y="442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" name="Google Shape;287;p23"/>
            <p:cNvSpPr/>
            <p:nvPr/>
          </p:nvSpPr>
          <p:spPr>
            <a:xfrm>
              <a:off x="6004302" y="3208729"/>
              <a:ext cx="89621" cy="192463"/>
            </a:xfrm>
            <a:custGeom>
              <a:avLst/>
              <a:gdLst/>
              <a:ahLst/>
              <a:cxnLst/>
              <a:rect l="l" t="t" r="r" b="b"/>
              <a:pathLst>
                <a:path w="30692" h="65912" extrusionOk="0">
                  <a:moveTo>
                    <a:pt x="5239" y="2000"/>
                  </a:moveTo>
                  <a:cubicBezTo>
                    <a:pt x="5429" y="2477"/>
                    <a:pt x="5048" y="3048"/>
                    <a:pt x="4953" y="3524"/>
                  </a:cubicBezTo>
                  <a:cubicBezTo>
                    <a:pt x="4381" y="5429"/>
                    <a:pt x="6096" y="7239"/>
                    <a:pt x="7525" y="8573"/>
                  </a:cubicBezTo>
                  <a:cubicBezTo>
                    <a:pt x="23431" y="22765"/>
                    <a:pt x="32194" y="44672"/>
                    <a:pt x="30480" y="65913"/>
                  </a:cubicBezTo>
                  <a:cubicBezTo>
                    <a:pt x="31528" y="54578"/>
                    <a:pt x="27432" y="43434"/>
                    <a:pt x="23050" y="32956"/>
                  </a:cubicBezTo>
                  <a:cubicBezTo>
                    <a:pt x="20288" y="26479"/>
                    <a:pt x="17335" y="19812"/>
                    <a:pt x="12097" y="15050"/>
                  </a:cubicBezTo>
                  <a:cubicBezTo>
                    <a:pt x="9144" y="12383"/>
                    <a:pt x="5620" y="10477"/>
                    <a:pt x="2191" y="8573"/>
                  </a:cubicBezTo>
                  <a:cubicBezTo>
                    <a:pt x="1714" y="8287"/>
                    <a:pt x="1143" y="8001"/>
                    <a:pt x="952" y="7525"/>
                  </a:cubicBezTo>
                  <a:cubicBezTo>
                    <a:pt x="-381" y="4477"/>
                    <a:pt x="6572" y="2572"/>
                    <a:pt x="0" y="0"/>
                  </a:cubicBezTo>
                  <a:cubicBezTo>
                    <a:pt x="952" y="191"/>
                    <a:pt x="4858" y="952"/>
                    <a:pt x="5239" y="2191"/>
                  </a:cubicBezTo>
                  <a:close/>
                </a:path>
              </a:pathLst>
            </a:custGeom>
            <a:solidFill>
              <a:srgbClr val="2A282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" name="Google Shape;288;p23"/>
            <p:cNvSpPr/>
            <p:nvPr/>
          </p:nvSpPr>
          <p:spPr>
            <a:xfrm>
              <a:off x="5996146" y="3184413"/>
              <a:ext cx="99940" cy="152818"/>
            </a:xfrm>
            <a:custGeom>
              <a:avLst/>
              <a:gdLst/>
              <a:ahLst/>
              <a:cxnLst/>
              <a:rect l="l" t="t" r="r" b="b"/>
              <a:pathLst>
                <a:path w="34226" h="52335" extrusionOk="0">
                  <a:moveTo>
                    <a:pt x="2889" y="3187"/>
                  </a:moveTo>
                  <a:cubicBezTo>
                    <a:pt x="17844" y="6521"/>
                    <a:pt x="30798" y="37286"/>
                    <a:pt x="34227" y="52336"/>
                  </a:cubicBezTo>
                  <a:cubicBezTo>
                    <a:pt x="34227" y="52336"/>
                    <a:pt x="32798" y="13664"/>
                    <a:pt x="12414" y="4425"/>
                  </a:cubicBezTo>
                  <a:cubicBezTo>
                    <a:pt x="-7969" y="-4814"/>
                    <a:pt x="2889" y="3282"/>
                    <a:pt x="2889" y="32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" name="Google Shape;289;p23"/>
            <p:cNvSpPr/>
            <p:nvPr/>
          </p:nvSpPr>
          <p:spPr>
            <a:xfrm>
              <a:off x="6029324" y="3195214"/>
              <a:ext cx="20025" cy="18247"/>
            </a:xfrm>
            <a:custGeom>
              <a:avLst/>
              <a:gdLst/>
              <a:ahLst/>
              <a:cxnLst/>
              <a:rect l="l" t="t" r="r" b="b"/>
              <a:pathLst>
                <a:path w="6858" h="6249" extrusionOk="0">
                  <a:moveTo>
                    <a:pt x="1429" y="249"/>
                  </a:moveTo>
                  <a:lnTo>
                    <a:pt x="0" y="4249"/>
                  </a:lnTo>
                  <a:lnTo>
                    <a:pt x="6858" y="6249"/>
                  </a:lnTo>
                  <a:cubicBezTo>
                    <a:pt x="6858" y="6249"/>
                    <a:pt x="2667" y="-1466"/>
                    <a:pt x="1429" y="249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0" name="Google Shape;290;p23"/>
            <p:cNvSpPr/>
            <p:nvPr/>
          </p:nvSpPr>
          <p:spPr>
            <a:xfrm>
              <a:off x="6040168" y="3208451"/>
              <a:ext cx="55903" cy="128772"/>
            </a:xfrm>
            <a:custGeom>
              <a:avLst/>
              <a:gdLst/>
              <a:ahLst/>
              <a:cxnLst/>
              <a:rect l="l" t="t" r="r" b="b"/>
              <a:pathLst>
                <a:path w="19145" h="44100" extrusionOk="0">
                  <a:moveTo>
                    <a:pt x="953" y="0"/>
                  </a:moveTo>
                  <a:lnTo>
                    <a:pt x="0" y="857"/>
                  </a:lnTo>
                  <a:cubicBezTo>
                    <a:pt x="0" y="857"/>
                    <a:pt x="5048" y="7906"/>
                    <a:pt x="8858" y="17240"/>
                  </a:cubicBezTo>
                  <a:cubicBezTo>
                    <a:pt x="13811" y="26670"/>
                    <a:pt x="17526" y="37052"/>
                    <a:pt x="19145" y="44101"/>
                  </a:cubicBezTo>
                  <a:cubicBezTo>
                    <a:pt x="19145" y="44101"/>
                    <a:pt x="18574" y="30861"/>
                    <a:pt x="14002" y="18098"/>
                  </a:cubicBezTo>
                  <a:lnTo>
                    <a:pt x="3143" y="1810"/>
                  </a:lnTo>
                  <a:lnTo>
                    <a:pt x="953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1" name="Google Shape;291;p23"/>
            <p:cNvSpPr/>
            <p:nvPr/>
          </p:nvSpPr>
          <p:spPr>
            <a:xfrm>
              <a:off x="5931693" y="2975604"/>
              <a:ext cx="178094" cy="174108"/>
            </a:xfrm>
            <a:custGeom>
              <a:avLst/>
              <a:gdLst/>
              <a:ahLst/>
              <a:cxnLst/>
              <a:rect l="l" t="t" r="r" b="b"/>
              <a:pathLst>
                <a:path w="60991" h="59626" extrusionOk="0">
                  <a:moveTo>
                    <a:pt x="14795" y="59627"/>
                  </a:moveTo>
                  <a:cubicBezTo>
                    <a:pt x="15176" y="54673"/>
                    <a:pt x="12128" y="50102"/>
                    <a:pt x="9461" y="45910"/>
                  </a:cubicBezTo>
                  <a:cubicBezTo>
                    <a:pt x="6413" y="41053"/>
                    <a:pt x="3746" y="35909"/>
                    <a:pt x="1555" y="30670"/>
                  </a:cubicBezTo>
                  <a:cubicBezTo>
                    <a:pt x="507" y="28289"/>
                    <a:pt x="-445" y="25622"/>
                    <a:pt x="222" y="23146"/>
                  </a:cubicBezTo>
                  <a:cubicBezTo>
                    <a:pt x="984" y="20383"/>
                    <a:pt x="3460" y="18764"/>
                    <a:pt x="6127" y="18383"/>
                  </a:cubicBezTo>
                  <a:cubicBezTo>
                    <a:pt x="5079" y="13907"/>
                    <a:pt x="7270" y="7906"/>
                    <a:pt x="11175" y="5429"/>
                  </a:cubicBezTo>
                  <a:cubicBezTo>
                    <a:pt x="14223" y="3524"/>
                    <a:pt x="17843" y="2953"/>
                    <a:pt x="21462" y="2381"/>
                  </a:cubicBezTo>
                  <a:lnTo>
                    <a:pt x="37560" y="0"/>
                  </a:lnTo>
                  <a:cubicBezTo>
                    <a:pt x="36226" y="1905"/>
                    <a:pt x="34035" y="3239"/>
                    <a:pt x="31749" y="3524"/>
                  </a:cubicBezTo>
                  <a:cubicBezTo>
                    <a:pt x="37083" y="3334"/>
                    <a:pt x="42608" y="3239"/>
                    <a:pt x="47656" y="5143"/>
                  </a:cubicBezTo>
                  <a:cubicBezTo>
                    <a:pt x="50799" y="6382"/>
                    <a:pt x="53847" y="8382"/>
                    <a:pt x="57086" y="7620"/>
                  </a:cubicBezTo>
                  <a:cubicBezTo>
                    <a:pt x="55562" y="9049"/>
                    <a:pt x="53371" y="9811"/>
                    <a:pt x="51276" y="9430"/>
                  </a:cubicBezTo>
                  <a:cubicBezTo>
                    <a:pt x="54038" y="11430"/>
                    <a:pt x="57943" y="11716"/>
                    <a:pt x="60991" y="10096"/>
                  </a:cubicBezTo>
                  <a:cubicBezTo>
                    <a:pt x="56514" y="20383"/>
                    <a:pt x="43084" y="25432"/>
                    <a:pt x="32416" y="22765"/>
                  </a:cubicBezTo>
                  <a:cubicBezTo>
                    <a:pt x="33845" y="24384"/>
                    <a:pt x="33940" y="27051"/>
                    <a:pt x="32892" y="28956"/>
                  </a:cubicBezTo>
                  <a:cubicBezTo>
                    <a:pt x="31749" y="30861"/>
                    <a:pt x="29559" y="32004"/>
                    <a:pt x="27368" y="32195"/>
                  </a:cubicBezTo>
                  <a:cubicBezTo>
                    <a:pt x="26701" y="32195"/>
                    <a:pt x="26034" y="32195"/>
                    <a:pt x="25653" y="32766"/>
                  </a:cubicBezTo>
                  <a:cubicBezTo>
                    <a:pt x="25368" y="33242"/>
                    <a:pt x="25653" y="33909"/>
                    <a:pt x="25844" y="34481"/>
                  </a:cubicBezTo>
                  <a:cubicBezTo>
                    <a:pt x="27368" y="38100"/>
                    <a:pt x="28035" y="42196"/>
                    <a:pt x="27368" y="46101"/>
                  </a:cubicBezTo>
                  <a:cubicBezTo>
                    <a:pt x="26225" y="42767"/>
                    <a:pt x="22986" y="35147"/>
                    <a:pt x="17843" y="37338"/>
                  </a:cubicBezTo>
                  <a:cubicBezTo>
                    <a:pt x="12509" y="39624"/>
                    <a:pt x="17176" y="46958"/>
                    <a:pt x="21177" y="47816"/>
                  </a:cubicBezTo>
                  <a:cubicBezTo>
                    <a:pt x="20891" y="47816"/>
                    <a:pt x="17462" y="51435"/>
                    <a:pt x="17176" y="52102"/>
                  </a:cubicBezTo>
                  <a:cubicBezTo>
                    <a:pt x="15938" y="54578"/>
                    <a:pt x="17652" y="57055"/>
                    <a:pt x="14795" y="5953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2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 of this template</a:t>
            </a:r>
            <a:endParaRPr/>
          </a:p>
        </p:txBody>
      </p:sp>
      <p:sp>
        <p:nvSpPr>
          <p:cNvPr id="297" name="Google Shape;297;p24"/>
          <p:cNvSpPr txBox="1"/>
          <p:nvPr/>
        </p:nvSpPr>
        <p:spPr>
          <a:xfrm>
            <a:off x="720000" y="1151375"/>
            <a:ext cx="7704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can delete this slide when you’re done editing the presentation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aphicFrame>
        <p:nvGraphicFramePr>
          <p:cNvPr id="298" name="Google Shape;298;p24"/>
          <p:cNvGraphicFramePr/>
          <p:nvPr/>
        </p:nvGraphicFramePr>
        <p:xfrm>
          <a:off x="720000" y="175987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{51A832B5-9DB4-4C7A-BADC-B0174C159B4B}</a:tableStyleId>
              </a:tblPr>
              <a:tblGrid>
                <a:gridCol w="2327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76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Fonts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To view this template correctly in PowerPoint, download and install the fonts we used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Used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and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alternative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 resources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 assortment of graphic resources that are suitable for use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3" action="ppaction://hlinksldjump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Thanks slide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must keep it so that proper credits for our design are given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Colors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All the colors used in this presentation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Icons</a:t>
                      </a:r>
                      <a:r>
                        <a:rPr lang="en" sz="1000" b="1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 </a:t>
                      </a: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and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" action="ppaction://noaction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infographic resources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These can be used in the template, and their size and color can be edited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05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Editable presentation theme </a:t>
                      </a:r>
                      <a:endParaRPr sz="10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You can edit the master slides easily. For more info, click </a:t>
                      </a:r>
                      <a:r>
                        <a:rPr lang="en" sz="1000" b="1" u="sng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  <a:hlinkClick r:id="rId4">
                            <a:extLst>
                              <a:ext uri="{A12FA001-AC4F-418D-AE19-62706E023703}">
          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          </a:ext>
                            </a:extLst>
                          </a:hlinkClick>
                        </a:rPr>
                        <a:t>here</a:t>
                      </a:r>
                      <a:endParaRPr sz="1000" b="1" u="sng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9" name="Google Shape;299;p24"/>
          <p:cNvSpPr txBox="1"/>
          <p:nvPr/>
        </p:nvSpPr>
        <p:spPr>
          <a:xfrm>
            <a:off x="2652600" y="4096100"/>
            <a:ext cx="35013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You can visit our sister projects: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6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7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Storyset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Wepik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8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 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9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Videvo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00" name="Google Shape;300;p24"/>
          <p:cNvSpPr txBox="1"/>
          <p:nvPr/>
        </p:nvSpPr>
        <p:spPr>
          <a:xfrm>
            <a:off x="720000" y="4096100"/>
            <a:ext cx="1932600" cy="5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For more info: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0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11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Blog</a:t>
            </a:r>
            <a:r>
              <a:rPr lang="en" sz="10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| </a:t>
            </a:r>
            <a:r>
              <a:rPr lang="en" sz="1000" b="1" u="sng">
                <a:solidFill>
                  <a:schemeClr val="hlink"/>
                </a:solidFill>
                <a:latin typeface="DM Sans"/>
                <a:ea typeface="DM Sans"/>
                <a:cs typeface="DM Sans"/>
                <a:sym typeface="DM Sans"/>
                <a:hlinkClick r:id="rId12"/>
              </a:rPr>
              <a:t>FAQs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25"/>
          <p:cNvSpPr txBox="1">
            <a:spLocks noGrp="1"/>
          </p:cNvSpPr>
          <p:nvPr>
            <p:ph type="subTitle" idx="13"/>
          </p:nvPr>
        </p:nvSpPr>
        <p:spPr>
          <a:xfrm>
            <a:off x="1460287" y="2003424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landscape</a:t>
            </a:r>
            <a:endParaRPr/>
          </a:p>
        </p:txBody>
      </p:sp>
      <p:sp>
        <p:nvSpPr>
          <p:cNvPr id="306" name="Google Shape;306;p25"/>
          <p:cNvSpPr txBox="1">
            <a:spLocks noGrp="1"/>
          </p:cNvSpPr>
          <p:nvPr>
            <p:ph type="subTitle" idx="9"/>
          </p:nvPr>
        </p:nvSpPr>
        <p:spPr>
          <a:xfrm>
            <a:off x="1460287" y="1109725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07" name="Google Shape;307;p25"/>
          <p:cNvSpPr txBox="1">
            <a:spLocks noGrp="1"/>
          </p:cNvSpPr>
          <p:nvPr>
            <p:ph type="subTitle" idx="15"/>
          </p:nvPr>
        </p:nvSpPr>
        <p:spPr>
          <a:xfrm>
            <a:off x="1466608" y="3790822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Significance and application</a:t>
            </a:r>
            <a:endParaRPr/>
          </a:p>
        </p:txBody>
      </p:sp>
      <p:sp>
        <p:nvSpPr>
          <p:cNvPr id="308" name="Google Shape;308;p25"/>
          <p:cNvSpPr txBox="1">
            <a:spLocks noGrp="1"/>
          </p:cNvSpPr>
          <p:nvPr>
            <p:ph type="title" idx="5"/>
          </p:nvPr>
        </p:nvSpPr>
        <p:spPr>
          <a:xfrm>
            <a:off x="719998" y="1109725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09" name="Google Shape;309;p2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10" name="Google Shape;310;p25"/>
          <p:cNvSpPr txBox="1">
            <a:spLocks noGrp="1"/>
          </p:cNvSpPr>
          <p:nvPr>
            <p:ph type="subTitle" idx="3"/>
          </p:nvPr>
        </p:nvSpPr>
        <p:spPr>
          <a:xfrm>
            <a:off x="1469771" y="3268523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Establish a robust foundation for deeper academic exploration</a:t>
            </a:r>
            <a:endParaRPr sz="1600">
              <a:solidFill>
                <a:srgbClr val="666666"/>
              </a:solidFill>
            </a:endParaRPr>
          </a:p>
        </p:txBody>
      </p:sp>
      <p:sp>
        <p:nvSpPr>
          <p:cNvPr id="311" name="Google Shape;311;p25"/>
          <p:cNvSpPr txBox="1">
            <a:spLocks noGrp="1"/>
          </p:cNvSpPr>
          <p:nvPr>
            <p:ph type="subTitle" idx="1"/>
          </p:nvPr>
        </p:nvSpPr>
        <p:spPr>
          <a:xfrm>
            <a:off x="1463450" y="1477536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 into the university-level social studies curriculum</a:t>
            </a:r>
            <a:endParaRPr/>
          </a:p>
        </p:txBody>
      </p:sp>
      <p:sp>
        <p:nvSpPr>
          <p:cNvPr id="312" name="Google Shape;312;p25"/>
          <p:cNvSpPr txBox="1">
            <a:spLocks noGrp="1"/>
          </p:cNvSpPr>
          <p:nvPr>
            <p:ph type="subTitle" idx="2"/>
          </p:nvPr>
        </p:nvSpPr>
        <p:spPr>
          <a:xfrm>
            <a:off x="1463450" y="2374824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Navigate the complexities of advanced social studies</a:t>
            </a:r>
            <a:endParaRPr/>
          </a:p>
        </p:txBody>
      </p:sp>
      <p:sp>
        <p:nvSpPr>
          <p:cNvPr id="313" name="Google Shape;313;p25"/>
          <p:cNvSpPr txBox="1">
            <a:spLocks noGrp="1"/>
          </p:cNvSpPr>
          <p:nvPr>
            <p:ph type="subTitle" idx="4"/>
          </p:nvPr>
        </p:nvSpPr>
        <p:spPr>
          <a:xfrm>
            <a:off x="1469771" y="4162225"/>
            <a:ext cx="5812800" cy="37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the importance and practical applications of social studies</a:t>
            </a:r>
            <a:endParaRPr/>
          </a:p>
        </p:txBody>
      </p:sp>
      <p:sp>
        <p:nvSpPr>
          <p:cNvPr id="314" name="Google Shape;314;p25"/>
          <p:cNvSpPr txBox="1">
            <a:spLocks noGrp="1"/>
          </p:cNvSpPr>
          <p:nvPr>
            <p:ph type="title" idx="6"/>
          </p:nvPr>
        </p:nvSpPr>
        <p:spPr>
          <a:xfrm>
            <a:off x="725468" y="2897121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15" name="Google Shape;315;p25"/>
          <p:cNvSpPr txBox="1">
            <a:spLocks noGrp="1"/>
          </p:cNvSpPr>
          <p:nvPr>
            <p:ph type="title" idx="7"/>
          </p:nvPr>
        </p:nvSpPr>
        <p:spPr>
          <a:xfrm>
            <a:off x="720009" y="2003422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6" name="Google Shape;316;p25"/>
          <p:cNvSpPr txBox="1">
            <a:spLocks noGrp="1"/>
          </p:cNvSpPr>
          <p:nvPr>
            <p:ph type="title" idx="8"/>
          </p:nvPr>
        </p:nvSpPr>
        <p:spPr>
          <a:xfrm>
            <a:off x="725474" y="3790824"/>
            <a:ext cx="698100" cy="447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17" name="Google Shape;317;p25"/>
          <p:cNvSpPr txBox="1">
            <a:spLocks noGrp="1"/>
          </p:cNvSpPr>
          <p:nvPr>
            <p:ph type="subTitle" idx="14"/>
          </p:nvPr>
        </p:nvSpPr>
        <p:spPr>
          <a:xfrm>
            <a:off x="1466608" y="2897123"/>
            <a:ext cx="58128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foundations</a:t>
            </a:r>
            <a:endParaRPr/>
          </a:p>
        </p:txBody>
      </p:sp>
      <p:grpSp>
        <p:nvGrpSpPr>
          <p:cNvPr id="318" name="Google Shape;318;p25"/>
          <p:cNvGrpSpPr/>
          <p:nvPr/>
        </p:nvGrpSpPr>
        <p:grpSpPr>
          <a:xfrm>
            <a:off x="7194644" y="721227"/>
            <a:ext cx="1741204" cy="3441004"/>
            <a:chOff x="7194644" y="721227"/>
            <a:chExt cx="1741204" cy="3441004"/>
          </a:xfrm>
        </p:grpSpPr>
        <p:grpSp>
          <p:nvGrpSpPr>
            <p:cNvPr id="319" name="Google Shape;319;p25"/>
            <p:cNvGrpSpPr/>
            <p:nvPr/>
          </p:nvGrpSpPr>
          <p:grpSpPr>
            <a:xfrm>
              <a:off x="7962077" y="721227"/>
              <a:ext cx="819760" cy="1653609"/>
              <a:chOff x="6476427" y="1580527"/>
              <a:chExt cx="819760" cy="1653609"/>
            </a:xfrm>
          </p:grpSpPr>
          <p:sp>
            <p:nvSpPr>
              <p:cNvPr id="320" name="Google Shape;320;p25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25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25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25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5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5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6" name="Google Shape;326;p25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7" name="Google Shape;327;p25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8" name="Google Shape;328;p25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9" name="Google Shape;329;p25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0" name="Google Shape;330;p25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" name="Google Shape;331;p25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" name="Google Shape;332;p25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3" name="Google Shape;333;p25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5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5" name="Google Shape;335;p25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6" name="Google Shape;336;p25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7" name="Google Shape;337;p25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8" name="Google Shape;338;p25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9" name="Google Shape;339;p25"/>
            <p:cNvGrpSpPr/>
            <p:nvPr/>
          </p:nvGrpSpPr>
          <p:grpSpPr>
            <a:xfrm>
              <a:off x="7194644" y="2176395"/>
              <a:ext cx="767425" cy="1660448"/>
              <a:chOff x="6491394" y="3272395"/>
              <a:chExt cx="767425" cy="1660448"/>
            </a:xfrm>
          </p:grpSpPr>
          <p:sp>
            <p:nvSpPr>
              <p:cNvPr id="340" name="Google Shape;340;p25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1" name="Google Shape;341;p25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" name="Google Shape;342;p25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3" name="Google Shape;343;p25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" name="Google Shape;344;p25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5" name="Google Shape;345;p25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6" name="Google Shape;346;p25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7" name="Google Shape;347;p25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8" name="Google Shape;348;p25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9" name="Google Shape;349;p25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0" name="Google Shape;350;p25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1" name="Google Shape;351;p25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2" name="Google Shape;352;p25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3" name="Google Shape;353;p25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54" name="Google Shape;354;p25"/>
            <p:cNvGrpSpPr/>
            <p:nvPr/>
          </p:nvGrpSpPr>
          <p:grpSpPr>
            <a:xfrm>
              <a:off x="8279593" y="2538078"/>
              <a:ext cx="656255" cy="1624153"/>
              <a:chOff x="2987343" y="1904703"/>
              <a:chExt cx="656255" cy="1624153"/>
            </a:xfrm>
          </p:grpSpPr>
          <p:sp>
            <p:nvSpPr>
              <p:cNvPr id="355" name="Google Shape;355;p25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8" name="Google Shape;358;p25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9" name="Google Shape;359;p25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25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1" name="Google Shape;361;p25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2" name="Google Shape;362;p25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3" name="Google Shape;363;p25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4" name="Google Shape;364;p25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5" name="Google Shape;365;p25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6" name="Google Shape;366;p25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372" name="Google Shape;372;p26"/>
          <p:cNvSpPr txBox="1">
            <a:spLocks noGrp="1"/>
          </p:cNvSpPr>
          <p:nvPr>
            <p:ph type="subTitle" idx="1"/>
          </p:nvPr>
        </p:nvSpPr>
        <p:spPr>
          <a:xfrm>
            <a:off x="4916488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Embarking on this scholarly voyage, students will navigate the rich landscapes of political systems, economic structures, historical narratives, and cultural dynamics.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The program fosters critical thinking, research proficiency, and a nuanced comprehension of the complexities that shape the world. Together, we embark on a quest for intellectual enrichment and a deeper appreciation of the social fabric that binds all</a:t>
            </a:r>
            <a:endParaRPr/>
          </a:p>
        </p:txBody>
      </p:sp>
      <p:sp>
        <p:nvSpPr>
          <p:cNvPr id="373" name="Google Shape;373;p26"/>
          <p:cNvSpPr txBox="1">
            <a:spLocks noGrp="1"/>
          </p:cNvSpPr>
          <p:nvPr>
            <p:ph type="subTitle" idx="2"/>
          </p:nvPr>
        </p:nvSpPr>
        <p:spPr>
          <a:xfrm>
            <a:off x="716612" y="1349000"/>
            <a:ext cx="3510900" cy="325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Welcome to the elevated realm of university-level social studies, where the exploration of human societies, histories, and cultures reaches new heights. 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In this academic journey, </a:t>
            </a:r>
            <a:r>
              <a:rPr lang="en" b="1"/>
              <a:t>students delve into advanced concepts, critical analysis, and interdisciplinary perspectives</a:t>
            </a:r>
            <a:r>
              <a:rPr lang="en"/>
              <a:t> to cultivate a profound understanding of the intricate tapestry that weaves societies together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27"/>
          <p:cNvSpPr txBox="1">
            <a:spLocks noGrp="1"/>
          </p:cNvSpPr>
          <p:nvPr>
            <p:ph type="title"/>
          </p:nvPr>
        </p:nvSpPr>
        <p:spPr>
          <a:xfrm>
            <a:off x="713225" y="2600100"/>
            <a:ext cx="40485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379" name="Google Shape;379;p27"/>
          <p:cNvSpPr txBox="1">
            <a:spLocks noGrp="1"/>
          </p:cNvSpPr>
          <p:nvPr>
            <p:ph type="title" idx="2"/>
          </p:nvPr>
        </p:nvSpPr>
        <p:spPr>
          <a:xfrm>
            <a:off x="713225" y="937950"/>
            <a:ext cx="14667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80" name="Google Shape;380;p27"/>
          <p:cNvSpPr txBox="1">
            <a:spLocks noGrp="1"/>
          </p:cNvSpPr>
          <p:nvPr>
            <p:ph type="subTitle" idx="1"/>
          </p:nvPr>
        </p:nvSpPr>
        <p:spPr>
          <a:xfrm>
            <a:off x="713225" y="3666750"/>
            <a:ext cx="4048500" cy="65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in-depth exploration of the social studies program at the university level</a:t>
            </a:r>
            <a:endParaRPr/>
          </a:p>
        </p:txBody>
      </p:sp>
      <p:grpSp>
        <p:nvGrpSpPr>
          <p:cNvPr id="381" name="Google Shape;381;p27"/>
          <p:cNvGrpSpPr/>
          <p:nvPr/>
        </p:nvGrpSpPr>
        <p:grpSpPr>
          <a:xfrm>
            <a:off x="5621130" y="125103"/>
            <a:ext cx="3397123" cy="5194279"/>
            <a:chOff x="5621130" y="125103"/>
            <a:chExt cx="3397123" cy="5194279"/>
          </a:xfrm>
        </p:grpSpPr>
        <p:grpSp>
          <p:nvGrpSpPr>
            <p:cNvPr id="382" name="Google Shape;382;p27"/>
            <p:cNvGrpSpPr/>
            <p:nvPr/>
          </p:nvGrpSpPr>
          <p:grpSpPr>
            <a:xfrm>
              <a:off x="7982768" y="2628903"/>
              <a:ext cx="656255" cy="1624153"/>
              <a:chOff x="2987343" y="1904703"/>
              <a:chExt cx="656255" cy="1624153"/>
            </a:xfrm>
          </p:grpSpPr>
          <p:sp>
            <p:nvSpPr>
              <p:cNvPr id="383" name="Google Shape;383;p27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4" name="Google Shape;384;p27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5" name="Google Shape;385;p27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6" name="Google Shape;386;p27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7" name="Google Shape;387;p27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" name="Google Shape;388;p27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27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7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391;p27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392;p27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393;p27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394;p27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5" name="Google Shape;395;p27"/>
            <p:cNvGrpSpPr/>
            <p:nvPr/>
          </p:nvGrpSpPr>
          <p:grpSpPr>
            <a:xfrm>
              <a:off x="8159521" y="739709"/>
              <a:ext cx="858731" cy="1639529"/>
              <a:chOff x="3994396" y="1674709"/>
              <a:chExt cx="858731" cy="1639529"/>
            </a:xfrm>
          </p:grpSpPr>
          <p:sp>
            <p:nvSpPr>
              <p:cNvPr id="396" name="Google Shape;396;p27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397;p27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398;p27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399;p27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400;p27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401;p27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402;p27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403;p27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404;p27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405;p27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406;p27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407;p27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408;p27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409;p27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0" name="Google Shape;410;p27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" name="Google Shape;411;p27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" name="Google Shape;412;p27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4" name="Google Shape;414;p27"/>
            <p:cNvGrpSpPr/>
            <p:nvPr/>
          </p:nvGrpSpPr>
          <p:grpSpPr>
            <a:xfrm>
              <a:off x="5783869" y="3150720"/>
              <a:ext cx="767425" cy="1660448"/>
              <a:chOff x="6491394" y="3272395"/>
              <a:chExt cx="767425" cy="1660448"/>
            </a:xfrm>
          </p:grpSpPr>
          <p:sp>
            <p:nvSpPr>
              <p:cNvPr id="415" name="Google Shape;415;p27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6" name="Google Shape;416;p27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7" name="Google Shape;417;p27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8" name="Google Shape;418;p27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" name="Google Shape;419;p27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" name="Google Shape;420;p27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" name="Google Shape;421;p27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2" name="Google Shape;422;p27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3" name="Google Shape;423;p27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4" name="Google Shape;424;p27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" name="Google Shape;425;p27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" name="Google Shape;426;p27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7" name="Google Shape;427;p27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8" name="Google Shape;428;p27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29" name="Google Shape;429;p27"/>
            <p:cNvGrpSpPr/>
            <p:nvPr/>
          </p:nvGrpSpPr>
          <p:grpSpPr>
            <a:xfrm>
              <a:off x="5621130" y="989724"/>
              <a:ext cx="817953" cy="1639182"/>
              <a:chOff x="3532955" y="3479574"/>
              <a:chExt cx="817953" cy="1639182"/>
            </a:xfrm>
          </p:grpSpPr>
          <p:sp>
            <p:nvSpPr>
              <p:cNvPr id="430" name="Google Shape;430;p27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1" name="Google Shape;431;p27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2" name="Google Shape;432;p27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3" name="Google Shape;433;p27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" name="Google Shape;434;p27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27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27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7" name="Google Shape;437;p27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" name="Google Shape;438;p27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" name="Google Shape;439;p27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" name="Google Shape;440;p27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" name="Google Shape;441;p27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2" name="Google Shape;442;p27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" name="Google Shape;443;p27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4" name="Google Shape;444;p27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5" name="Google Shape;445;p27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6" name="Google Shape;446;p27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7" name="Google Shape;447;p27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8" name="Google Shape;448;p27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9" name="Google Shape;449;p27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0" name="Google Shape;450;p27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1" name="Google Shape;451;p27"/>
            <p:cNvGrpSpPr/>
            <p:nvPr/>
          </p:nvGrpSpPr>
          <p:grpSpPr>
            <a:xfrm>
              <a:off x="6725114" y="1497127"/>
              <a:ext cx="819760" cy="1653609"/>
              <a:chOff x="6476427" y="1580527"/>
              <a:chExt cx="819760" cy="1653609"/>
            </a:xfrm>
          </p:grpSpPr>
          <p:sp>
            <p:nvSpPr>
              <p:cNvPr id="452" name="Google Shape;452;p27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3" name="Google Shape;453;p27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4" name="Google Shape;454;p27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5" name="Google Shape;455;p27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6" name="Google Shape;456;p27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7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8" name="Google Shape;458;p27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9" name="Google Shape;459;p27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0" name="Google Shape;460;p27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1" name="Google Shape;461;p27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2" name="Google Shape;462;p27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3" name="Google Shape;463;p27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" name="Google Shape;464;p27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" name="Google Shape;465;p27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6" name="Google Shape;466;p27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7" name="Google Shape;467;p27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8" name="Google Shape;468;p27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9" name="Google Shape;469;p27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0" name="Google Shape;470;p27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1" name="Google Shape;471;p27"/>
            <p:cNvGrpSpPr/>
            <p:nvPr/>
          </p:nvGrpSpPr>
          <p:grpSpPr>
            <a:xfrm>
              <a:off x="7326518" y="125103"/>
              <a:ext cx="656255" cy="1624153"/>
              <a:chOff x="2987343" y="1904703"/>
              <a:chExt cx="656255" cy="1624153"/>
            </a:xfrm>
          </p:grpSpPr>
          <p:sp>
            <p:nvSpPr>
              <p:cNvPr id="472" name="Google Shape;472;p27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3" name="Google Shape;473;p27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4" name="Google Shape;474;p27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5" name="Google Shape;475;p27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6" name="Google Shape;476;p27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" name="Google Shape;477;p27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8" name="Google Shape;478;p27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9" name="Google Shape;479;p27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0" name="Google Shape;480;p27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1" name="Google Shape;481;p27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2" name="Google Shape;482;p27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3" name="Google Shape;483;p27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84" name="Google Shape;484;p27"/>
            <p:cNvGrpSpPr/>
            <p:nvPr/>
          </p:nvGrpSpPr>
          <p:grpSpPr>
            <a:xfrm>
              <a:off x="6996842" y="3666754"/>
              <a:ext cx="817953" cy="1652628"/>
              <a:chOff x="5450167" y="2975604"/>
              <a:chExt cx="817953" cy="1652628"/>
            </a:xfrm>
          </p:grpSpPr>
          <p:sp>
            <p:nvSpPr>
              <p:cNvPr id="485" name="Google Shape;485;p27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6" name="Google Shape;486;p27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7" name="Google Shape;487;p27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8" name="Google Shape;488;p27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89" name="Google Shape;489;p27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0" name="Google Shape;490;p27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27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2" name="Google Shape;492;p27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3" name="Google Shape;493;p27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4" name="Google Shape;494;p27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5" name="Google Shape;495;p27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27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27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8" name="Google Shape;498;p27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9" name="Google Shape;499;p27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0" name="Google Shape;500;p27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27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27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3" name="Google Shape;503;p27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4" name="Google Shape;504;p27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5" name="Google Shape;505;p27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28"/>
          <p:cNvSpPr txBox="1">
            <a:spLocks noGrp="1"/>
          </p:cNvSpPr>
          <p:nvPr>
            <p:ph type="title"/>
          </p:nvPr>
        </p:nvSpPr>
        <p:spPr>
          <a:xfrm>
            <a:off x="716613" y="780300"/>
            <a:ext cx="4376400" cy="641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studies overview</a:t>
            </a:r>
            <a:endParaRPr/>
          </a:p>
        </p:txBody>
      </p:sp>
      <p:sp>
        <p:nvSpPr>
          <p:cNvPr id="511" name="Google Shape;511;p28"/>
          <p:cNvSpPr txBox="1">
            <a:spLocks noGrp="1"/>
          </p:cNvSpPr>
          <p:nvPr>
            <p:ph type="subTitle" idx="1"/>
          </p:nvPr>
        </p:nvSpPr>
        <p:spPr>
          <a:xfrm>
            <a:off x="716613" y="1422000"/>
            <a:ext cx="4376400" cy="305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social studies at university, we will explore: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Historical narratives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Political systems</a:t>
            </a:r>
            <a:endParaRPr/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Char char="●"/>
            </a:pPr>
            <a:r>
              <a:rPr lang="en"/>
              <a:t>Culture perspectives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Embarking on this academic expedition, students synthesize </a:t>
            </a:r>
            <a:r>
              <a:rPr lang="en" b="1"/>
              <a:t>critical insights into the human story</a:t>
            </a:r>
            <a:r>
              <a:rPr lang="en"/>
              <a:t>, laying the groundwork for informed perspectives and engaged citizenship in an ever-evolving global landscape. This is a small overview!</a:t>
            </a:r>
            <a:endParaRPr/>
          </a:p>
        </p:txBody>
      </p:sp>
      <p:pic>
        <p:nvPicPr>
          <p:cNvPr id="512" name="Google Shape;512;p2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0606" r="32060"/>
          <a:stretch/>
        </p:blipFill>
        <p:spPr>
          <a:xfrm>
            <a:off x="5348550" y="835075"/>
            <a:ext cx="3082226" cy="3587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29"/>
          <p:cNvSpPr txBox="1">
            <a:spLocks noGrp="1"/>
          </p:cNvSpPr>
          <p:nvPr>
            <p:ph type="subTitle" idx="2"/>
          </p:nvPr>
        </p:nvSpPr>
        <p:spPr>
          <a:xfrm>
            <a:off x="3335699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 critical thinking through historical research, fostering analytical skills</a:t>
            </a:r>
            <a:endParaRPr/>
          </a:p>
        </p:txBody>
      </p:sp>
      <p:sp>
        <p:nvSpPr>
          <p:cNvPr id="518" name="Google Shape;518;p29"/>
          <p:cNvSpPr txBox="1">
            <a:spLocks noGrp="1"/>
          </p:cNvSpPr>
          <p:nvPr>
            <p:ph type="subTitle" idx="5"/>
          </p:nvPr>
        </p:nvSpPr>
        <p:spPr>
          <a:xfrm>
            <a:off x="5958174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Embrace diverse viewpoints for an interconnected worldview</a:t>
            </a:r>
            <a:endParaRPr/>
          </a:p>
        </p:txBody>
      </p:sp>
      <p:sp>
        <p:nvSpPr>
          <p:cNvPr id="519" name="Google Shape;519;p2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landscape</a:t>
            </a:r>
            <a:endParaRPr/>
          </a:p>
        </p:txBody>
      </p:sp>
      <p:sp>
        <p:nvSpPr>
          <p:cNvPr id="520" name="Google Shape;520;p29"/>
          <p:cNvSpPr txBox="1">
            <a:spLocks noGrp="1"/>
          </p:cNvSpPr>
          <p:nvPr>
            <p:ph type="subTitle" idx="1"/>
          </p:nvPr>
        </p:nvSpPr>
        <p:spPr>
          <a:xfrm>
            <a:off x="713225" y="1760313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Explore sociology and more for a comprehensive societal understanding</a:t>
            </a:r>
            <a:endParaRPr/>
          </a:p>
        </p:txBody>
      </p:sp>
      <p:sp>
        <p:nvSpPr>
          <p:cNvPr id="521" name="Google Shape;521;p29"/>
          <p:cNvSpPr txBox="1">
            <a:spLocks noGrp="1"/>
          </p:cNvSpPr>
          <p:nvPr>
            <p:ph type="subTitle" idx="3"/>
          </p:nvPr>
        </p:nvSpPr>
        <p:spPr>
          <a:xfrm>
            <a:off x="713225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Immerse in captivating histories, for shaping our present and future</a:t>
            </a:r>
            <a:endParaRPr/>
          </a:p>
        </p:txBody>
      </p:sp>
      <p:sp>
        <p:nvSpPr>
          <p:cNvPr id="522" name="Google Shape;522;p29"/>
          <p:cNvSpPr txBox="1">
            <a:spLocks noGrp="1"/>
          </p:cNvSpPr>
          <p:nvPr>
            <p:ph type="subTitle" idx="4"/>
          </p:nvPr>
        </p:nvSpPr>
        <p:spPr>
          <a:xfrm>
            <a:off x="3335701" y="3553400"/>
            <a:ext cx="24702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Encourage active civic participation, empowering students for positive changes</a:t>
            </a:r>
            <a:endParaRPr/>
          </a:p>
        </p:txBody>
      </p:sp>
      <p:sp>
        <p:nvSpPr>
          <p:cNvPr id="523" name="Google Shape;523;p29"/>
          <p:cNvSpPr txBox="1">
            <a:spLocks noGrp="1"/>
          </p:cNvSpPr>
          <p:nvPr>
            <p:ph type="subTitle" idx="6"/>
          </p:nvPr>
        </p:nvSpPr>
        <p:spPr>
          <a:xfrm>
            <a:off x="5958174" y="3553400"/>
            <a:ext cx="2472600" cy="105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Foster cross-cultural understanding, equipping students with tools</a:t>
            </a:r>
            <a:endParaRPr/>
          </a:p>
        </p:txBody>
      </p:sp>
      <p:sp>
        <p:nvSpPr>
          <p:cNvPr id="524" name="Google Shape;524;p29"/>
          <p:cNvSpPr txBox="1">
            <a:spLocks noGrp="1"/>
          </p:cNvSpPr>
          <p:nvPr>
            <p:ph type="subTitle" idx="7"/>
          </p:nvPr>
        </p:nvSpPr>
        <p:spPr>
          <a:xfrm>
            <a:off x="71434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Diverse diversity</a:t>
            </a:r>
            <a:endParaRPr/>
          </a:p>
        </p:txBody>
      </p:sp>
      <p:sp>
        <p:nvSpPr>
          <p:cNvPr id="525" name="Google Shape;525;p29"/>
          <p:cNvSpPr txBox="1">
            <a:spLocks noGrp="1"/>
          </p:cNvSpPr>
          <p:nvPr>
            <p:ph type="subTitle" idx="8"/>
          </p:nvPr>
        </p:nvSpPr>
        <p:spPr>
          <a:xfrm>
            <a:off x="333681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mastery</a:t>
            </a:r>
            <a:endParaRPr/>
          </a:p>
        </p:txBody>
      </p:sp>
      <p:sp>
        <p:nvSpPr>
          <p:cNvPr id="526" name="Google Shape;526;p29"/>
          <p:cNvSpPr txBox="1">
            <a:spLocks noGrp="1"/>
          </p:cNvSpPr>
          <p:nvPr>
            <p:ph type="subTitle" idx="9"/>
          </p:nvPr>
        </p:nvSpPr>
        <p:spPr>
          <a:xfrm>
            <a:off x="5959281" y="1187563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Global perspectives</a:t>
            </a:r>
            <a:endParaRPr/>
          </a:p>
        </p:txBody>
      </p:sp>
      <p:sp>
        <p:nvSpPr>
          <p:cNvPr id="527" name="Google Shape;527;p29"/>
          <p:cNvSpPr txBox="1">
            <a:spLocks noGrp="1"/>
          </p:cNvSpPr>
          <p:nvPr>
            <p:ph type="subTitle" idx="13"/>
          </p:nvPr>
        </p:nvSpPr>
        <p:spPr>
          <a:xfrm>
            <a:off x="71434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Historical narratives</a:t>
            </a:r>
            <a:endParaRPr/>
          </a:p>
        </p:txBody>
      </p:sp>
      <p:sp>
        <p:nvSpPr>
          <p:cNvPr id="528" name="Google Shape;528;p29"/>
          <p:cNvSpPr txBox="1">
            <a:spLocks noGrp="1"/>
          </p:cNvSpPr>
          <p:nvPr>
            <p:ph type="subTitle" idx="14"/>
          </p:nvPr>
        </p:nvSpPr>
        <p:spPr>
          <a:xfrm>
            <a:off x="333681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Civic empowerment</a:t>
            </a:r>
            <a:endParaRPr/>
          </a:p>
        </p:txBody>
      </p:sp>
      <p:sp>
        <p:nvSpPr>
          <p:cNvPr id="529" name="Google Shape;529;p29"/>
          <p:cNvSpPr txBox="1">
            <a:spLocks noGrp="1"/>
          </p:cNvSpPr>
          <p:nvPr>
            <p:ph type="subTitle" idx="15"/>
          </p:nvPr>
        </p:nvSpPr>
        <p:spPr>
          <a:xfrm>
            <a:off x="5959281" y="2980751"/>
            <a:ext cx="2470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Cross-culture insight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30"/>
          <p:cNvSpPr txBox="1">
            <a:spLocks noGrp="1"/>
          </p:cNvSpPr>
          <p:nvPr>
            <p:ph type="title"/>
          </p:nvPr>
        </p:nvSpPr>
        <p:spPr>
          <a:xfrm>
            <a:off x="1924375" y="1598550"/>
            <a:ext cx="5295300" cy="206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amazing and diverse world is shaped by social studies</a:t>
            </a:r>
            <a:endParaRPr/>
          </a:p>
        </p:txBody>
      </p:sp>
      <p:grpSp>
        <p:nvGrpSpPr>
          <p:cNvPr id="535" name="Google Shape;535;p30"/>
          <p:cNvGrpSpPr/>
          <p:nvPr/>
        </p:nvGrpSpPr>
        <p:grpSpPr>
          <a:xfrm>
            <a:off x="6694369" y="3037509"/>
            <a:ext cx="2030583" cy="2116622"/>
            <a:chOff x="6694369" y="3037509"/>
            <a:chExt cx="2030583" cy="2116622"/>
          </a:xfrm>
        </p:grpSpPr>
        <p:grpSp>
          <p:nvGrpSpPr>
            <p:cNvPr id="536" name="Google Shape;536;p30"/>
            <p:cNvGrpSpPr/>
            <p:nvPr/>
          </p:nvGrpSpPr>
          <p:grpSpPr>
            <a:xfrm>
              <a:off x="7866221" y="3037509"/>
              <a:ext cx="858731" cy="1639529"/>
              <a:chOff x="3994396" y="1674709"/>
              <a:chExt cx="858731" cy="1639529"/>
            </a:xfrm>
          </p:grpSpPr>
          <p:sp>
            <p:nvSpPr>
              <p:cNvPr id="537" name="Google Shape;537;p30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8" name="Google Shape;538;p30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9" name="Google Shape;539;p30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30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1" name="Google Shape;541;p30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2" name="Google Shape;542;p30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30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4" name="Google Shape;544;p30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5" name="Google Shape;545;p30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6" name="Google Shape;546;p30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30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8" name="Google Shape;548;p30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9" name="Google Shape;549;p30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0" name="Google Shape;550;p30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1" name="Google Shape;551;p30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2" name="Google Shape;552;p30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3" name="Google Shape;553;p30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4" name="Google Shape;554;p30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55" name="Google Shape;555;p30"/>
            <p:cNvGrpSpPr/>
            <p:nvPr/>
          </p:nvGrpSpPr>
          <p:grpSpPr>
            <a:xfrm>
              <a:off x="6694369" y="3493683"/>
              <a:ext cx="767425" cy="1660448"/>
              <a:chOff x="6491394" y="3272395"/>
              <a:chExt cx="767425" cy="1660448"/>
            </a:xfrm>
          </p:grpSpPr>
          <p:sp>
            <p:nvSpPr>
              <p:cNvPr id="556" name="Google Shape;556;p30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7" name="Google Shape;557;p30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8" name="Google Shape;558;p30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59" name="Google Shape;559;p30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0" name="Google Shape;560;p30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1" name="Google Shape;561;p30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2" name="Google Shape;562;p30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3" name="Google Shape;563;p30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4" name="Google Shape;564;p30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30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6" name="Google Shape;566;p30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7" name="Google Shape;567;p30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8" name="Google Shape;568;p30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9" name="Google Shape;569;p30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70" name="Google Shape;570;p30"/>
          <p:cNvGrpSpPr/>
          <p:nvPr/>
        </p:nvGrpSpPr>
        <p:grpSpPr>
          <a:xfrm>
            <a:off x="6752264" y="64552"/>
            <a:ext cx="2177706" cy="2570892"/>
            <a:chOff x="6752264" y="64552"/>
            <a:chExt cx="2177706" cy="2570892"/>
          </a:xfrm>
        </p:grpSpPr>
        <p:grpSp>
          <p:nvGrpSpPr>
            <p:cNvPr id="571" name="Google Shape;571;p30"/>
            <p:cNvGrpSpPr/>
            <p:nvPr/>
          </p:nvGrpSpPr>
          <p:grpSpPr>
            <a:xfrm>
              <a:off x="6752264" y="64552"/>
              <a:ext cx="819760" cy="1653609"/>
              <a:chOff x="6476427" y="1580527"/>
              <a:chExt cx="819760" cy="1653609"/>
            </a:xfrm>
          </p:grpSpPr>
          <p:sp>
            <p:nvSpPr>
              <p:cNvPr id="572" name="Google Shape;572;p30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3" name="Google Shape;573;p30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30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30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0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0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30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30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0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1" name="Google Shape;581;p30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2" name="Google Shape;582;p30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3" name="Google Shape;583;p30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4" name="Google Shape;584;p30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5" name="Google Shape;585;p30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30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7" name="Google Shape;587;p30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8" name="Google Shape;588;p30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30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0" name="Google Shape;590;p30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1" name="Google Shape;591;p30"/>
            <p:cNvGrpSpPr/>
            <p:nvPr/>
          </p:nvGrpSpPr>
          <p:grpSpPr>
            <a:xfrm>
              <a:off x="8112017" y="982817"/>
              <a:ext cx="817953" cy="1652628"/>
              <a:chOff x="5450167" y="2975604"/>
              <a:chExt cx="817953" cy="1652628"/>
            </a:xfrm>
          </p:grpSpPr>
          <p:sp>
            <p:nvSpPr>
              <p:cNvPr id="592" name="Google Shape;592;p30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0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4" name="Google Shape;594;p30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5" name="Google Shape;595;p30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6" name="Google Shape;596;p30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7" name="Google Shape;597;p30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8" name="Google Shape;598;p30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9" name="Google Shape;599;p30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0" name="Google Shape;600;p30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1" name="Google Shape;601;p30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2" name="Google Shape;602;p30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3" name="Google Shape;603;p30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4" name="Google Shape;604;p30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5" name="Google Shape;605;p30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6" name="Google Shape;606;p30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0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8" name="Google Shape;608;p30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9" name="Google Shape;609;p30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0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1" name="Google Shape;611;p30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2" name="Google Shape;612;p30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AE7A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13" name="Google Shape;613;p30"/>
          <p:cNvGrpSpPr/>
          <p:nvPr/>
        </p:nvGrpSpPr>
        <p:grpSpPr>
          <a:xfrm>
            <a:off x="109642" y="3219762"/>
            <a:ext cx="2297115" cy="1923745"/>
            <a:chOff x="109642" y="3219762"/>
            <a:chExt cx="2297115" cy="1923745"/>
          </a:xfrm>
        </p:grpSpPr>
        <p:grpSp>
          <p:nvGrpSpPr>
            <p:cNvPr id="614" name="Google Shape;614;p30"/>
            <p:cNvGrpSpPr/>
            <p:nvPr/>
          </p:nvGrpSpPr>
          <p:grpSpPr>
            <a:xfrm>
              <a:off x="1588805" y="3504324"/>
              <a:ext cx="817953" cy="1639182"/>
              <a:chOff x="3532955" y="3479574"/>
              <a:chExt cx="817953" cy="1639182"/>
            </a:xfrm>
          </p:grpSpPr>
          <p:sp>
            <p:nvSpPr>
              <p:cNvPr id="615" name="Google Shape;615;p30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6" name="Google Shape;616;p30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7" name="Google Shape;617;p30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0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9" name="Google Shape;619;p30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0" name="Google Shape;620;p30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1" name="Google Shape;621;p30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2" name="Google Shape;622;p30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3" name="Google Shape;623;p30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4" name="Google Shape;624;p30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5" name="Google Shape;625;p30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6" name="Google Shape;626;p30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7" name="Google Shape;627;p30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0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9" name="Google Shape;629;p30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0" name="Google Shape;630;p30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1" name="Google Shape;631;p30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2" name="Google Shape;632;p30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3" name="Google Shape;633;p30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4" name="Google Shape;634;p30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5" name="Google Shape;635;p30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36" name="Google Shape;636;p30"/>
            <p:cNvGrpSpPr/>
            <p:nvPr/>
          </p:nvGrpSpPr>
          <p:grpSpPr>
            <a:xfrm>
              <a:off x="109642" y="3219762"/>
              <a:ext cx="817953" cy="1639182"/>
              <a:chOff x="3532955" y="3479574"/>
              <a:chExt cx="817953" cy="1639182"/>
            </a:xfrm>
          </p:grpSpPr>
          <p:sp>
            <p:nvSpPr>
              <p:cNvPr id="637" name="Google Shape;637;p30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30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0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30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30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30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30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0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5" name="Google Shape;645;p30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6" name="Google Shape;646;p30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30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30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0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0" name="Google Shape;650;p30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1" name="Google Shape;651;p30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2" name="Google Shape;652;p30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3" name="Google Shape;653;p30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0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5" name="Google Shape;655;p30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6" name="Google Shape;656;p30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7" name="Google Shape;657;p30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658" name="Google Shape;658;p30"/>
          <p:cNvGrpSpPr/>
          <p:nvPr/>
        </p:nvGrpSpPr>
        <p:grpSpPr>
          <a:xfrm>
            <a:off x="173296" y="210104"/>
            <a:ext cx="2436449" cy="2418783"/>
            <a:chOff x="173296" y="210104"/>
            <a:chExt cx="2436449" cy="2418783"/>
          </a:xfrm>
        </p:grpSpPr>
        <p:grpSp>
          <p:nvGrpSpPr>
            <p:cNvPr id="659" name="Google Shape;659;p30"/>
            <p:cNvGrpSpPr/>
            <p:nvPr/>
          </p:nvGrpSpPr>
          <p:grpSpPr>
            <a:xfrm>
              <a:off x="173296" y="989359"/>
              <a:ext cx="858731" cy="1639529"/>
              <a:chOff x="3994396" y="1674709"/>
              <a:chExt cx="858731" cy="1639529"/>
            </a:xfrm>
          </p:grpSpPr>
          <p:sp>
            <p:nvSpPr>
              <p:cNvPr id="660" name="Google Shape;660;p30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0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2" name="Google Shape;662;p30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3" name="Google Shape;663;p30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4" name="Google Shape;664;p30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5" name="Google Shape;665;p30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30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7" name="Google Shape;667;p30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8" name="Google Shape;668;p30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9" name="Google Shape;669;p30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0" name="Google Shape;670;p30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1" name="Google Shape;671;p30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2" name="Google Shape;672;p30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3" name="Google Shape;673;p30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4" name="Google Shape;674;p30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5" name="Google Shape;675;p30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6" name="Google Shape;676;p30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77" name="Google Shape;677;p30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78" name="Google Shape;678;p30"/>
            <p:cNvGrpSpPr/>
            <p:nvPr/>
          </p:nvGrpSpPr>
          <p:grpSpPr>
            <a:xfrm>
              <a:off x="1791792" y="210104"/>
              <a:ext cx="817953" cy="1652628"/>
              <a:chOff x="5450167" y="2975604"/>
              <a:chExt cx="817953" cy="1652628"/>
            </a:xfrm>
          </p:grpSpPr>
          <p:sp>
            <p:nvSpPr>
              <p:cNvPr id="679" name="Google Shape;679;p30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0" name="Google Shape;680;p30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1" name="Google Shape;681;p30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2" name="Google Shape;682;p30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3" name="Google Shape;683;p30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4" name="Google Shape;684;p30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5" name="Google Shape;685;p30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6" name="Google Shape;686;p30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7" name="Google Shape;687;p30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8" name="Google Shape;688;p30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30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0" name="Google Shape;690;p30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1" name="Google Shape;691;p30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2" name="Google Shape;692;p30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3" name="Google Shape;693;p30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4" name="Google Shape;694;p30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5" name="Google Shape;695;p30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6" name="Google Shape;696;p30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7" name="Google Shape;697;p30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8" name="Google Shape;698;p30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99" name="Google Shape;699;p30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p32"/>
          <p:cNvSpPr txBox="1">
            <a:spLocks noGrp="1"/>
          </p:cNvSpPr>
          <p:nvPr>
            <p:ph type="title"/>
          </p:nvPr>
        </p:nvSpPr>
        <p:spPr>
          <a:xfrm>
            <a:off x="4236175" y="1585113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123,000</a:t>
            </a:r>
            <a:endParaRPr/>
          </a:p>
        </p:txBody>
      </p:sp>
      <p:sp>
        <p:nvSpPr>
          <p:cNvPr id="711" name="Google Shape;711;p32"/>
          <p:cNvSpPr txBox="1">
            <a:spLocks noGrp="1"/>
          </p:cNvSpPr>
          <p:nvPr>
            <p:ph type="subTitle" idx="1"/>
          </p:nvPr>
        </p:nvSpPr>
        <p:spPr>
          <a:xfrm>
            <a:off x="4236175" y="2628987"/>
            <a:ext cx="4194600" cy="104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numbers in these presentations provides </a:t>
            </a:r>
            <a:r>
              <a:rPr lang="en" b="1"/>
              <a:t>precision and clarity</a:t>
            </a:r>
            <a:r>
              <a:rPr lang="en"/>
              <a:t>, allowing to quantify and support key information</a:t>
            </a:r>
            <a:endParaRPr/>
          </a:p>
        </p:txBody>
      </p:sp>
      <p:grpSp>
        <p:nvGrpSpPr>
          <p:cNvPr id="712" name="Google Shape;712;p32"/>
          <p:cNvGrpSpPr/>
          <p:nvPr/>
        </p:nvGrpSpPr>
        <p:grpSpPr>
          <a:xfrm>
            <a:off x="130255" y="96854"/>
            <a:ext cx="3541435" cy="5106508"/>
            <a:chOff x="130255" y="96854"/>
            <a:chExt cx="3541435" cy="5106508"/>
          </a:xfrm>
        </p:grpSpPr>
        <p:grpSp>
          <p:nvGrpSpPr>
            <p:cNvPr id="713" name="Google Shape;713;p32"/>
            <p:cNvGrpSpPr/>
            <p:nvPr/>
          </p:nvGrpSpPr>
          <p:grpSpPr>
            <a:xfrm>
              <a:off x="2157918" y="2628828"/>
              <a:ext cx="656255" cy="1624153"/>
              <a:chOff x="2987343" y="1904703"/>
              <a:chExt cx="656255" cy="1624153"/>
            </a:xfrm>
          </p:grpSpPr>
          <p:sp>
            <p:nvSpPr>
              <p:cNvPr id="714" name="Google Shape;714;p32"/>
              <p:cNvSpPr/>
              <p:nvPr/>
            </p:nvSpPr>
            <p:spPr>
              <a:xfrm>
                <a:off x="2987343" y="3133520"/>
                <a:ext cx="656255" cy="395336"/>
              </a:xfrm>
              <a:custGeom>
                <a:avLst/>
                <a:gdLst/>
                <a:ahLst/>
                <a:cxnLst/>
                <a:rect l="l" t="t" r="r" b="b"/>
                <a:pathLst>
                  <a:path w="224745" h="135389" extrusionOk="0">
                    <a:moveTo>
                      <a:pt x="222936" y="1277"/>
                    </a:moveTo>
                    <a:cubicBezTo>
                      <a:pt x="223603" y="991"/>
                      <a:pt x="224269" y="706"/>
                      <a:pt x="224746" y="420"/>
                    </a:cubicBezTo>
                    <a:cubicBezTo>
                      <a:pt x="224746" y="420"/>
                      <a:pt x="181312" y="-152"/>
                      <a:pt x="172644" y="39"/>
                    </a:cubicBezTo>
                    <a:cubicBezTo>
                      <a:pt x="169977" y="1849"/>
                      <a:pt x="166929" y="6897"/>
                      <a:pt x="166929" y="6897"/>
                    </a:cubicBezTo>
                    <a:cubicBezTo>
                      <a:pt x="167786" y="7278"/>
                      <a:pt x="169310" y="7468"/>
                      <a:pt x="171120" y="7564"/>
                    </a:cubicBezTo>
                    <a:cubicBezTo>
                      <a:pt x="168739" y="10802"/>
                      <a:pt x="164738" y="14041"/>
                      <a:pt x="159404" y="17279"/>
                    </a:cubicBezTo>
                    <a:cubicBezTo>
                      <a:pt x="156451" y="19089"/>
                      <a:pt x="153117" y="20803"/>
                      <a:pt x="150355" y="22613"/>
                    </a:cubicBezTo>
                    <a:cubicBezTo>
                      <a:pt x="141783" y="28138"/>
                      <a:pt x="131305" y="36139"/>
                      <a:pt x="129400" y="39853"/>
                    </a:cubicBezTo>
                    <a:cubicBezTo>
                      <a:pt x="128638" y="41473"/>
                      <a:pt x="127019" y="42997"/>
                      <a:pt x="125019" y="44616"/>
                    </a:cubicBezTo>
                    <a:cubicBezTo>
                      <a:pt x="121780" y="44616"/>
                      <a:pt x="118446" y="44616"/>
                      <a:pt x="115113" y="44616"/>
                    </a:cubicBezTo>
                    <a:cubicBezTo>
                      <a:pt x="110541" y="48521"/>
                      <a:pt x="105874" y="52331"/>
                      <a:pt x="101016" y="56236"/>
                    </a:cubicBezTo>
                    <a:cubicBezTo>
                      <a:pt x="97301" y="59284"/>
                      <a:pt x="97777" y="61285"/>
                      <a:pt x="89967" y="63952"/>
                    </a:cubicBezTo>
                    <a:cubicBezTo>
                      <a:pt x="83871" y="66047"/>
                      <a:pt x="79394" y="68333"/>
                      <a:pt x="76346" y="70524"/>
                    </a:cubicBezTo>
                    <a:cubicBezTo>
                      <a:pt x="73584" y="70714"/>
                      <a:pt x="70821" y="70810"/>
                      <a:pt x="68155" y="70810"/>
                    </a:cubicBezTo>
                    <a:cubicBezTo>
                      <a:pt x="68155" y="71953"/>
                      <a:pt x="68631" y="73000"/>
                      <a:pt x="69107" y="74048"/>
                    </a:cubicBezTo>
                    <a:cubicBezTo>
                      <a:pt x="69298" y="74334"/>
                      <a:pt x="69488" y="74620"/>
                      <a:pt x="69583" y="75001"/>
                    </a:cubicBezTo>
                    <a:cubicBezTo>
                      <a:pt x="67488" y="75763"/>
                      <a:pt x="65202" y="76429"/>
                      <a:pt x="62820" y="77096"/>
                    </a:cubicBezTo>
                    <a:cubicBezTo>
                      <a:pt x="55296" y="79192"/>
                      <a:pt x="45771" y="83002"/>
                      <a:pt x="41389" y="85002"/>
                    </a:cubicBezTo>
                    <a:cubicBezTo>
                      <a:pt x="40341" y="85478"/>
                      <a:pt x="39484" y="85954"/>
                      <a:pt x="38817" y="86431"/>
                    </a:cubicBezTo>
                    <a:cubicBezTo>
                      <a:pt x="36150" y="88621"/>
                      <a:pt x="35769" y="90622"/>
                      <a:pt x="35007" y="93098"/>
                    </a:cubicBezTo>
                    <a:cubicBezTo>
                      <a:pt x="35007" y="93384"/>
                      <a:pt x="34817" y="93765"/>
                      <a:pt x="34626" y="94051"/>
                    </a:cubicBezTo>
                    <a:cubicBezTo>
                      <a:pt x="33579" y="94241"/>
                      <a:pt x="32531" y="94432"/>
                      <a:pt x="31483" y="94717"/>
                    </a:cubicBezTo>
                    <a:cubicBezTo>
                      <a:pt x="29673" y="98242"/>
                      <a:pt x="28340" y="101861"/>
                      <a:pt x="27578" y="105290"/>
                    </a:cubicBezTo>
                    <a:cubicBezTo>
                      <a:pt x="27387" y="106338"/>
                      <a:pt x="27102" y="107386"/>
                      <a:pt x="27864" y="108243"/>
                    </a:cubicBezTo>
                    <a:cubicBezTo>
                      <a:pt x="27959" y="108338"/>
                      <a:pt x="28149" y="108529"/>
                      <a:pt x="28245" y="108624"/>
                    </a:cubicBezTo>
                    <a:cubicBezTo>
                      <a:pt x="28435" y="108719"/>
                      <a:pt x="28816" y="108814"/>
                      <a:pt x="29007" y="109005"/>
                    </a:cubicBezTo>
                    <a:cubicBezTo>
                      <a:pt x="28149" y="110338"/>
                      <a:pt x="27483" y="111577"/>
                      <a:pt x="27006" y="112815"/>
                    </a:cubicBezTo>
                    <a:cubicBezTo>
                      <a:pt x="28340" y="112815"/>
                      <a:pt x="27006" y="112815"/>
                      <a:pt x="28435" y="112815"/>
                    </a:cubicBezTo>
                    <a:cubicBezTo>
                      <a:pt x="29197" y="112815"/>
                      <a:pt x="30054" y="112720"/>
                      <a:pt x="30816" y="112624"/>
                    </a:cubicBezTo>
                    <a:cubicBezTo>
                      <a:pt x="30435" y="113101"/>
                      <a:pt x="29959" y="113577"/>
                      <a:pt x="29197" y="114053"/>
                    </a:cubicBezTo>
                    <a:cubicBezTo>
                      <a:pt x="29769" y="114053"/>
                      <a:pt x="30626" y="114053"/>
                      <a:pt x="31483" y="113958"/>
                    </a:cubicBezTo>
                    <a:cubicBezTo>
                      <a:pt x="30816" y="114910"/>
                      <a:pt x="30150" y="115863"/>
                      <a:pt x="29578" y="116625"/>
                    </a:cubicBezTo>
                    <a:cubicBezTo>
                      <a:pt x="27673" y="118149"/>
                      <a:pt x="23006" y="119578"/>
                      <a:pt x="18815" y="120816"/>
                    </a:cubicBezTo>
                    <a:cubicBezTo>
                      <a:pt x="13767" y="122340"/>
                      <a:pt x="9004" y="123959"/>
                      <a:pt x="4527" y="125674"/>
                    </a:cubicBezTo>
                    <a:cubicBezTo>
                      <a:pt x="2527" y="126436"/>
                      <a:pt x="432" y="127293"/>
                      <a:pt x="51" y="128055"/>
                    </a:cubicBezTo>
                    <a:cubicBezTo>
                      <a:pt x="-330" y="128912"/>
                      <a:pt x="1479" y="129484"/>
                      <a:pt x="3956" y="129579"/>
                    </a:cubicBezTo>
                    <a:cubicBezTo>
                      <a:pt x="1003" y="131008"/>
                      <a:pt x="717" y="132913"/>
                      <a:pt x="3575" y="133675"/>
                    </a:cubicBezTo>
                    <a:cubicBezTo>
                      <a:pt x="5766" y="134246"/>
                      <a:pt x="9195" y="134437"/>
                      <a:pt x="12528" y="134627"/>
                    </a:cubicBezTo>
                    <a:cubicBezTo>
                      <a:pt x="17577" y="134913"/>
                      <a:pt x="22625" y="135103"/>
                      <a:pt x="27673" y="135389"/>
                    </a:cubicBezTo>
                    <a:cubicBezTo>
                      <a:pt x="27102" y="134818"/>
                      <a:pt x="25482" y="134341"/>
                      <a:pt x="23292" y="134246"/>
                    </a:cubicBezTo>
                    <a:cubicBezTo>
                      <a:pt x="28626" y="134246"/>
                      <a:pt x="34055" y="134246"/>
                      <a:pt x="39865" y="133675"/>
                    </a:cubicBezTo>
                    <a:cubicBezTo>
                      <a:pt x="43485" y="133294"/>
                      <a:pt x="47485" y="132627"/>
                      <a:pt x="50343" y="132913"/>
                    </a:cubicBezTo>
                    <a:cubicBezTo>
                      <a:pt x="49390" y="132436"/>
                      <a:pt x="47485" y="132246"/>
                      <a:pt x="45294" y="132341"/>
                    </a:cubicBezTo>
                    <a:cubicBezTo>
                      <a:pt x="48914" y="131674"/>
                      <a:pt x="52915" y="131674"/>
                      <a:pt x="55296" y="132151"/>
                    </a:cubicBezTo>
                    <a:cubicBezTo>
                      <a:pt x="55200" y="130531"/>
                      <a:pt x="52343" y="129388"/>
                      <a:pt x="48152" y="128626"/>
                    </a:cubicBezTo>
                    <a:cubicBezTo>
                      <a:pt x="49771" y="127864"/>
                      <a:pt x="51105" y="127102"/>
                      <a:pt x="51962" y="126340"/>
                    </a:cubicBezTo>
                    <a:cubicBezTo>
                      <a:pt x="52724" y="125674"/>
                      <a:pt x="53200" y="125102"/>
                      <a:pt x="53486" y="124435"/>
                    </a:cubicBezTo>
                    <a:cubicBezTo>
                      <a:pt x="53867" y="123769"/>
                      <a:pt x="54153" y="123102"/>
                      <a:pt x="55296" y="122435"/>
                    </a:cubicBezTo>
                    <a:cubicBezTo>
                      <a:pt x="56343" y="121768"/>
                      <a:pt x="58153" y="121197"/>
                      <a:pt x="59868" y="120625"/>
                    </a:cubicBezTo>
                    <a:cubicBezTo>
                      <a:pt x="60630" y="120435"/>
                      <a:pt x="61392" y="120149"/>
                      <a:pt x="61773" y="119863"/>
                    </a:cubicBezTo>
                    <a:cubicBezTo>
                      <a:pt x="62820" y="119101"/>
                      <a:pt x="58725" y="119292"/>
                      <a:pt x="60439" y="118339"/>
                    </a:cubicBezTo>
                    <a:cubicBezTo>
                      <a:pt x="60820" y="118054"/>
                      <a:pt x="61677" y="117863"/>
                      <a:pt x="61487" y="117577"/>
                    </a:cubicBezTo>
                    <a:cubicBezTo>
                      <a:pt x="61487" y="117482"/>
                      <a:pt x="61011" y="117387"/>
                      <a:pt x="61011" y="117292"/>
                    </a:cubicBezTo>
                    <a:cubicBezTo>
                      <a:pt x="61011" y="117101"/>
                      <a:pt x="61868" y="116911"/>
                      <a:pt x="62154" y="116720"/>
                    </a:cubicBezTo>
                    <a:cubicBezTo>
                      <a:pt x="62535" y="116434"/>
                      <a:pt x="62249" y="116244"/>
                      <a:pt x="61868" y="116149"/>
                    </a:cubicBezTo>
                    <a:cubicBezTo>
                      <a:pt x="61487" y="115958"/>
                      <a:pt x="61011" y="115863"/>
                      <a:pt x="60915" y="115672"/>
                    </a:cubicBezTo>
                    <a:cubicBezTo>
                      <a:pt x="60725" y="114910"/>
                      <a:pt x="61582" y="114148"/>
                      <a:pt x="57677" y="114434"/>
                    </a:cubicBezTo>
                    <a:cubicBezTo>
                      <a:pt x="55772" y="114529"/>
                      <a:pt x="53486" y="114720"/>
                      <a:pt x="50914" y="115006"/>
                    </a:cubicBezTo>
                    <a:lnTo>
                      <a:pt x="53391" y="112624"/>
                    </a:lnTo>
                    <a:cubicBezTo>
                      <a:pt x="55296" y="112529"/>
                      <a:pt x="56534" y="112434"/>
                      <a:pt x="56534" y="112339"/>
                    </a:cubicBezTo>
                    <a:cubicBezTo>
                      <a:pt x="57105" y="111862"/>
                      <a:pt x="57201" y="111481"/>
                      <a:pt x="57487" y="110910"/>
                    </a:cubicBezTo>
                    <a:cubicBezTo>
                      <a:pt x="59391" y="110815"/>
                      <a:pt x="60725" y="110624"/>
                      <a:pt x="63392" y="110338"/>
                    </a:cubicBezTo>
                    <a:cubicBezTo>
                      <a:pt x="71298" y="109386"/>
                      <a:pt x="77775" y="107100"/>
                      <a:pt x="83109" y="104623"/>
                    </a:cubicBezTo>
                    <a:cubicBezTo>
                      <a:pt x="88633" y="102528"/>
                      <a:pt x="92824" y="100147"/>
                      <a:pt x="96444" y="97956"/>
                    </a:cubicBezTo>
                    <a:cubicBezTo>
                      <a:pt x="99206" y="96337"/>
                      <a:pt x="101778" y="94622"/>
                      <a:pt x="104445" y="93003"/>
                    </a:cubicBezTo>
                    <a:cubicBezTo>
                      <a:pt x="104445" y="93003"/>
                      <a:pt x="104445" y="93003"/>
                      <a:pt x="104445" y="93003"/>
                    </a:cubicBezTo>
                    <a:cubicBezTo>
                      <a:pt x="111874" y="88145"/>
                      <a:pt x="117875" y="83192"/>
                      <a:pt x="123781" y="78334"/>
                    </a:cubicBezTo>
                    <a:cubicBezTo>
                      <a:pt x="125114" y="77191"/>
                      <a:pt x="126448" y="76144"/>
                      <a:pt x="127781" y="75001"/>
                    </a:cubicBezTo>
                    <a:cubicBezTo>
                      <a:pt x="130638" y="72715"/>
                      <a:pt x="135782" y="70333"/>
                      <a:pt x="140259" y="68143"/>
                    </a:cubicBezTo>
                    <a:cubicBezTo>
                      <a:pt x="138544" y="67857"/>
                      <a:pt x="136544" y="67666"/>
                      <a:pt x="134639" y="67476"/>
                    </a:cubicBezTo>
                    <a:cubicBezTo>
                      <a:pt x="142164" y="60046"/>
                      <a:pt x="148069" y="52522"/>
                      <a:pt x="151308" y="45283"/>
                    </a:cubicBezTo>
                    <a:cubicBezTo>
                      <a:pt x="150260" y="45283"/>
                      <a:pt x="149117" y="45187"/>
                      <a:pt x="147974" y="45092"/>
                    </a:cubicBezTo>
                    <a:cubicBezTo>
                      <a:pt x="149022" y="42139"/>
                      <a:pt x="149879" y="39568"/>
                      <a:pt x="151117" y="38710"/>
                    </a:cubicBezTo>
                    <a:cubicBezTo>
                      <a:pt x="164643" y="28995"/>
                      <a:pt x="167405" y="19851"/>
                      <a:pt x="181216" y="10135"/>
                    </a:cubicBezTo>
                    <a:cubicBezTo>
                      <a:pt x="182645" y="9088"/>
                      <a:pt x="184074" y="8230"/>
                      <a:pt x="185788" y="7468"/>
                    </a:cubicBezTo>
                    <a:cubicBezTo>
                      <a:pt x="186169" y="7373"/>
                      <a:pt x="186455" y="7183"/>
                      <a:pt x="186836" y="7087"/>
                    </a:cubicBezTo>
                    <a:cubicBezTo>
                      <a:pt x="191122" y="5468"/>
                      <a:pt x="192361" y="4992"/>
                      <a:pt x="197599" y="4420"/>
                    </a:cubicBezTo>
                    <a:cubicBezTo>
                      <a:pt x="202362" y="3944"/>
                      <a:pt x="206743" y="3944"/>
                      <a:pt x="211411" y="3468"/>
                    </a:cubicBezTo>
                    <a:cubicBezTo>
                      <a:pt x="214744" y="3182"/>
                      <a:pt x="218554" y="2420"/>
                      <a:pt x="221316" y="1468"/>
                    </a:cubicBezTo>
                    <a:cubicBezTo>
                      <a:pt x="221888" y="1372"/>
                      <a:pt x="222364" y="1277"/>
                      <a:pt x="222364" y="1087"/>
                    </a:cubicBezTo>
                    <a:lnTo>
                      <a:pt x="222364" y="1087"/>
                    </a:lnTo>
                    <a:close/>
                    <a:moveTo>
                      <a:pt x="62535" y="83668"/>
                    </a:moveTo>
                    <a:cubicBezTo>
                      <a:pt x="64821" y="82716"/>
                      <a:pt x="68345" y="81287"/>
                      <a:pt x="72060" y="79763"/>
                    </a:cubicBezTo>
                    <a:cubicBezTo>
                      <a:pt x="72536" y="81001"/>
                      <a:pt x="73108" y="83383"/>
                      <a:pt x="70059" y="84049"/>
                    </a:cubicBezTo>
                    <a:cubicBezTo>
                      <a:pt x="68155" y="84526"/>
                      <a:pt x="65106" y="84716"/>
                      <a:pt x="64440" y="85383"/>
                    </a:cubicBezTo>
                    <a:cubicBezTo>
                      <a:pt x="64059" y="85669"/>
                      <a:pt x="64630" y="85954"/>
                      <a:pt x="64916" y="86145"/>
                    </a:cubicBezTo>
                    <a:cubicBezTo>
                      <a:pt x="65678" y="86812"/>
                      <a:pt x="62058" y="88621"/>
                      <a:pt x="57963" y="90526"/>
                    </a:cubicBezTo>
                    <a:cubicBezTo>
                      <a:pt x="57010" y="90526"/>
                      <a:pt x="56058" y="90717"/>
                      <a:pt x="55105" y="90812"/>
                    </a:cubicBezTo>
                    <a:cubicBezTo>
                      <a:pt x="55105" y="90336"/>
                      <a:pt x="55105" y="89860"/>
                      <a:pt x="55105" y="89479"/>
                    </a:cubicBezTo>
                    <a:cubicBezTo>
                      <a:pt x="55105" y="87574"/>
                      <a:pt x="57772" y="85573"/>
                      <a:pt x="62535" y="83668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5" name="Google Shape;715;p32"/>
              <p:cNvSpPr/>
              <p:nvPr/>
            </p:nvSpPr>
            <p:spPr>
              <a:xfrm>
                <a:off x="3484587" y="1923082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8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3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6" name="Google Shape;716;p32"/>
              <p:cNvSpPr/>
              <p:nvPr/>
            </p:nvSpPr>
            <p:spPr>
              <a:xfrm>
                <a:off x="3541499" y="21496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7" name="Google Shape;717;p32"/>
              <p:cNvSpPr/>
              <p:nvPr/>
            </p:nvSpPr>
            <p:spPr>
              <a:xfrm>
                <a:off x="3484505" y="2373290"/>
                <a:ext cx="142236" cy="768675"/>
              </a:xfrm>
              <a:custGeom>
                <a:avLst/>
                <a:gdLst/>
                <a:ahLst/>
                <a:cxnLst/>
                <a:rect l="l" t="t" r="r" b="b"/>
                <a:pathLst>
                  <a:path w="48711" h="263245" extrusionOk="0">
                    <a:moveTo>
                      <a:pt x="12422" y="3782"/>
                    </a:moveTo>
                    <a:cubicBezTo>
                      <a:pt x="9184" y="11021"/>
                      <a:pt x="6231" y="18450"/>
                      <a:pt x="3469" y="25880"/>
                    </a:cubicBezTo>
                    <a:cubicBezTo>
                      <a:pt x="2230" y="29404"/>
                      <a:pt x="992" y="33024"/>
                      <a:pt x="421" y="36834"/>
                    </a:cubicBezTo>
                    <a:cubicBezTo>
                      <a:pt x="-818" y="45882"/>
                      <a:pt x="802" y="53121"/>
                      <a:pt x="3659" y="61408"/>
                    </a:cubicBezTo>
                    <a:cubicBezTo>
                      <a:pt x="6517" y="69504"/>
                      <a:pt x="5278" y="78172"/>
                      <a:pt x="5088" y="86554"/>
                    </a:cubicBezTo>
                    <a:cubicBezTo>
                      <a:pt x="4897" y="104652"/>
                      <a:pt x="9946" y="121701"/>
                      <a:pt x="5374" y="139227"/>
                    </a:cubicBezTo>
                    <a:cubicBezTo>
                      <a:pt x="2326" y="150943"/>
                      <a:pt x="2421" y="175994"/>
                      <a:pt x="3754" y="193425"/>
                    </a:cubicBezTo>
                    <a:cubicBezTo>
                      <a:pt x="4135" y="199044"/>
                      <a:pt x="5183" y="204569"/>
                      <a:pt x="5850" y="210093"/>
                    </a:cubicBezTo>
                    <a:cubicBezTo>
                      <a:pt x="7279" y="223143"/>
                      <a:pt x="6326" y="236478"/>
                      <a:pt x="2992" y="249146"/>
                    </a:cubicBezTo>
                    <a:cubicBezTo>
                      <a:pt x="1945" y="253337"/>
                      <a:pt x="-2342" y="259814"/>
                      <a:pt x="2135" y="262100"/>
                    </a:cubicBezTo>
                    <a:cubicBezTo>
                      <a:pt x="3945" y="263052"/>
                      <a:pt x="8136" y="262481"/>
                      <a:pt x="10231" y="262576"/>
                    </a:cubicBezTo>
                    <a:cubicBezTo>
                      <a:pt x="22138" y="263338"/>
                      <a:pt x="29472" y="262481"/>
                      <a:pt x="41378" y="263243"/>
                    </a:cubicBezTo>
                    <a:cubicBezTo>
                      <a:pt x="43188" y="263338"/>
                      <a:pt x="46807" y="260481"/>
                      <a:pt x="48617" y="260100"/>
                    </a:cubicBezTo>
                    <a:cubicBezTo>
                      <a:pt x="49284" y="258671"/>
                      <a:pt x="46236" y="258290"/>
                      <a:pt x="44807" y="257623"/>
                    </a:cubicBezTo>
                    <a:cubicBezTo>
                      <a:pt x="38425" y="254480"/>
                      <a:pt x="35854" y="254956"/>
                      <a:pt x="29567" y="251622"/>
                    </a:cubicBezTo>
                    <a:cubicBezTo>
                      <a:pt x="21185" y="247146"/>
                      <a:pt x="19471" y="241050"/>
                      <a:pt x="19185" y="231810"/>
                    </a:cubicBezTo>
                    <a:cubicBezTo>
                      <a:pt x="18232" y="201140"/>
                      <a:pt x="27281" y="172660"/>
                      <a:pt x="26614" y="141894"/>
                    </a:cubicBezTo>
                    <a:cubicBezTo>
                      <a:pt x="26519" y="135894"/>
                      <a:pt x="38425" y="104747"/>
                      <a:pt x="39854" y="89031"/>
                    </a:cubicBezTo>
                    <a:cubicBezTo>
                      <a:pt x="41569" y="71124"/>
                      <a:pt x="41283" y="64551"/>
                      <a:pt x="42902" y="57503"/>
                    </a:cubicBezTo>
                    <a:cubicBezTo>
                      <a:pt x="44712" y="49597"/>
                      <a:pt x="46426" y="40263"/>
                      <a:pt x="46807" y="32166"/>
                    </a:cubicBezTo>
                    <a:cubicBezTo>
                      <a:pt x="47093" y="23689"/>
                      <a:pt x="45474" y="14640"/>
                      <a:pt x="39854" y="8354"/>
                    </a:cubicBezTo>
                    <a:cubicBezTo>
                      <a:pt x="34139" y="2067"/>
                      <a:pt x="15851" y="-4124"/>
                      <a:pt x="12327" y="3591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32"/>
              <p:cNvSpPr/>
              <p:nvPr/>
            </p:nvSpPr>
            <p:spPr>
              <a:xfrm>
                <a:off x="3463351" y="2428996"/>
                <a:ext cx="163342" cy="307400"/>
              </a:xfrm>
              <a:custGeom>
                <a:avLst/>
                <a:gdLst/>
                <a:ahLst/>
                <a:cxnLst/>
                <a:rect l="l" t="t" r="r" b="b"/>
                <a:pathLst>
                  <a:path w="55939" h="105274" extrusionOk="0">
                    <a:moveTo>
                      <a:pt x="5954" y="68422"/>
                    </a:moveTo>
                    <a:cubicBezTo>
                      <a:pt x="5668" y="80614"/>
                      <a:pt x="5192" y="92902"/>
                      <a:pt x="4715" y="105094"/>
                    </a:cubicBezTo>
                    <a:cubicBezTo>
                      <a:pt x="17479" y="105760"/>
                      <a:pt x="30147" y="104522"/>
                      <a:pt x="42625" y="102427"/>
                    </a:cubicBezTo>
                    <a:cubicBezTo>
                      <a:pt x="48911" y="79471"/>
                      <a:pt x="52817" y="55945"/>
                      <a:pt x="55103" y="32227"/>
                    </a:cubicBezTo>
                    <a:cubicBezTo>
                      <a:pt x="56150" y="21464"/>
                      <a:pt x="56817" y="10415"/>
                      <a:pt x="53293" y="223"/>
                    </a:cubicBezTo>
                    <a:cubicBezTo>
                      <a:pt x="35862" y="-920"/>
                      <a:pt x="19574" y="2509"/>
                      <a:pt x="2525" y="6319"/>
                    </a:cubicBezTo>
                    <a:cubicBezTo>
                      <a:pt x="-1381" y="18988"/>
                      <a:pt x="-904" y="32227"/>
                      <a:pt x="5001" y="44134"/>
                    </a:cubicBezTo>
                    <a:cubicBezTo>
                      <a:pt x="9287" y="52611"/>
                      <a:pt x="6144" y="58993"/>
                      <a:pt x="5858" y="684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9" name="Google Shape;719;p32"/>
              <p:cNvSpPr/>
              <p:nvPr/>
            </p:nvSpPr>
            <p:spPr>
              <a:xfrm>
                <a:off x="3475111" y="2087151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0" name="Google Shape;720;p32"/>
              <p:cNvSpPr/>
              <p:nvPr/>
            </p:nvSpPr>
            <p:spPr>
              <a:xfrm>
                <a:off x="3492561" y="209683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6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1" name="Google Shape;721;p32"/>
              <p:cNvSpPr/>
              <p:nvPr/>
            </p:nvSpPr>
            <p:spPr>
              <a:xfrm>
                <a:off x="3474566" y="3070064"/>
                <a:ext cx="153852" cy="75409"/>
              </a:xfrm>
              <a:custGeom>
                <a:avLst/>
                <a:gdLst/>
                <a:ahLst/>
                <a:cxnLst/>
                <a:rect l="l" t="t" r="r" b="b"/>
                <a:pathLst>
                  <a:path w="52689" h="25825" extrusionOk="0">
                    <a:moveTo>
                      <a:pt x="16" y="25684"/>
                    </a:moveTo>
                    <a:cubicBezTo>
                      <a:pt x="8494" y="26351"/>
                      <a:pt x="52690" y="24446"/>
                      <a:pt x="52690" y="24446"/>
                    </a:cubicBezTo>
                    <a:cubicBezTo>
                      <a:pt x="52690" y="19493"/>
                      <a:pt x="48403" y="15587"/>
                      <a:pt x="44212" y="14159"/>
                    </a:cubicBezTo>
                    <a:cubicBezTo>
                      <a:pt x="40117" y="12730"/>
                      <a:pt x="35640" y="12920"/>
                      <a:pt x="31544" y="11206"/>
                    </a:cubicBezTo>
                    <a:cubicBezTo>
                      <a:pt x="27067" y="9396"/>
                      <a:pt x="26496" y="7872"/>
                      <a:pt x="24210" y="2919"/>
                    </a:cubicBezTo>
                    <a:cubicBezTo>
                      <a:pt x="23734" y="1776"/>
                      <a:pt x="23162" y="443"/>
                      <a:pt x="22114" y="62"/>
                    </a:cubicBezTo>
                    <a:cubicBezTo>
                      <a:pt x="21448" y="-129"/>
                      <a:pt x="20686" y="157"/>
                      <a:pt x="20019" y="443"/>
                    </a:cubicBezTo>
                    <a:cubicBezTo>
                      <a:pt x="15256" y="2538"/>
                      <a:pt x="7160" y="538"/>
                      <a:pt x="3255" y="3967"/>
                    </a:cubicBezTo>
                    <a:cubicBezTo>
                      <a:pt x="3255" y="3967"/>
                      <a:pt x="-269" y="19874"/>
                      <a:pt x="16" y="2558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2" name="Google Shape;722;p32"/>
              <p:cNvSpPr/>
              <p:nvPr/>
            </p:nvSpPr>
            <p:spPr>
              <a:xfrm>
                <a:off x="3440693" y="210823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39"/>
                      <a:pt x="1524" y="128873"/>
                      <a:pt x="0" y="132398"/>
                    </a:cubicBezTo>
                    <a:cubicBezTo>
                      <a:pt x="11144" y="131921"/>
                      <a:pt x="21145" y="138875"/>
                      <a:pt x="31814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3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2"/>
                      <a:pt x="11620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49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3" name="Google Shape;723;p32"/>
              <p:cNvSpPr/>
              <p:nvPr/>
            </p:nvSpPr>
            <p:spPr>
              <a:xfrm>
                <a:off x="3415391" y="213740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6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2" y="81639"/>
                    </a:cubicBezTo>
                    <a:cubicBezTo>
                      <a:pt x="17716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0" y="5629"/>
                      <a:pt x="19240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4" name="Google Shape;724;p32"/>
              <p:cNvSpPr/>
              <p:nvPr/>
            </p:nvSpPr>
            <p:spPr>
              <a:xfrm>
                <a:off x="3426235" y="213341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20"/>
                      <a:pt x="11049" y="11758"/>
                      <a:pt x="10001" y="14996"/>
                    </a:cubicBezTo>
                    <a:cubicBezTo>
                      <a:pt x="6191" y="25950"/>
                      <a:pt x="2953" y="37095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5" name="Google Shape;725;p32"/>
              <p:cNvSpPr/>
              <p:nvPr/>
            </p:nvSpPr>
            <p:spPr>
              <a:xfrm>
                <a:off x="3459313" y="1904703"/>
                <a:ext cx="157604" cy="16523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588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5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732" y="677"/>
                      <a:pt x="22066" y="201"/>
                      <a:pt x="27209" y="10"/>
                    </a:cubicBezTo>
                    <a:cubicBezTo>
                      <a:pt x="35115" y="-180"/>
                      <a:pt x="45974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777"/>
                      <a:pt x="25304" y="39158"/>
                      <a:pt x="23399" y="39444"/>
                    </a:cubicBezTo>
                    <a:cubicBezTo>
                      <a:pt x="24733" y="37634"/>
                      <a:pt x="23018" y="34586"/>
                      <a:pt x="20732" y="34586"/>
                    </a:cubicBezTo>
                    <a:cubicBezTo>
                      <a:pt x="18446" y="34586"/>
                      <a:pt x="16541" y="36872"/>
                      <a:pt x="16541" y="39158"/>
                    </a:cubicBezTo>
                    <a:cubicBezTo>
                      <a:pt x="16541" y="41444"/>
                      <a:pt x="18160" y="43540"/>
                      <a:pt x="20161" y="44683"/>
                    </a:cubicBezTo>
                    <a:cubicBezTo>
                      <a:pt x="22161" y="45826"/>
                      <a:pt x="24447" y="46207"/>
                      <a:pt x="26733" y="46397"/>
                    </a:cubicBezTo>
                    <a:cubicBezTo>
                      <a:pt x="23590" y="50302"/>
                      <a:pt x="19018" y="53827"/>
                      <a:pt x="14922" y="56589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26" name="Google Shape;726;p32"/>
            <p:cNvGrpSpPr/>
            <p:nvPr/>
          </p:nvGrpSpPr>
          <p:grpSpPr>
            <a:xfrm>
              <a:off x="2812959" y="3563834"/>
              <a:ext cx="858731" cy="1639529"/>
              <a:chOff x="3994396" y="1674709"/>
              <a:chExt cx="858731" cy="1639529"/>
            </a:xfrm>
          </p:grpSpPr>
          <p:sp>
            <p:nvSpPr>
              <p:cNvPr id="727" name="Google Shape;727;p32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8" name="Google Shape;728;p32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29" name="Google Shape;729;p32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0" name="Google Shape;730;p32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1" name="Google Shape;731;p32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2" name="Google Shape;732;p32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3" name="Google Shape;733;p32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4" name="Google Shape;734;p32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5" name="Google Shape;735;p32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6" name="Google Shape;736;p32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32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8" name="Google Shape;738;p32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9" name="Google Shape;739;p32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0" name="Google Shape;740;p32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1" name="Google Shape;741;p32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2" name="Google Shape;742;p32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3" name="Google Shape;743;p32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4" name="Google Shape;744;p32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5" name="Google Shape;745;p32"/>
            <p:cNvGrpSpPr/>
            <p:nvPr/>
          </p:nvGrpSpPr>
          <p:grpSpPr>
            <a:xfrm>
              <a:off x="329507" y="279220"/>
              <a:ext cx="767425" cy="1660448"/>
              <a:chOff x="6491394" y="3272395"/>
              <a:chExt cx="767425" cy="1660448"/>
            </a:xfrm>
          </p:grpSpPr>
          <p:sp>
            <p:nvSpPr>
              <p:cNvPr id="746" name="Google Shape;746;p32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7" name="Google Shape;747;p32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8" name="Google Shape;748;p32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49" name="Google Shape;749;p32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0" name="Google Shape;750;p32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1" name="Google Shape;751;p32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2" name="Google Shape;752;p32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3" name="Google Shape;753;p32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4" name="Google Shape;754;p32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5" name="Google Shape;755;p32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6" name="Google Shape;756;p32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7" name="Google Shape;757;p32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8" name="Google Shape;758;p32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59" name="Google Shape;759;p32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60" name="Google Shape;760;p32"/>
            <p:cNvGrpSpPr/>
            <p:nvPr/>
          </p:nvGrpSpPr>
          <p:grpSpPr>
            <a:xfrm>
              <a:off x="130255" y="3076849"/>
              <a:ext cx="817953" cy="1639182"/>
              <a:chOff x="3532955" y="3479574"/>
              <a:chExt cx="817953" cy="1639182"/>
            </a:xfrm>
          </p:grpSpPr>
          <p:sp>
            <p:nvSpPr>
              <p:cNvPr id="761" name="Google Shape;761;p32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2" name="Google Shape;762;p32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3" name="Google Shape;763;p32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4" name="Google Shape;764;p32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5" name="Google Shape;765;p32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6" name="Google Shape;766;p32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7" name="Google Shape;767;p32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8" name="Google Shape;768;p32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69" name="Google Shape;769;p32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0" name="Google Shape;770;p32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1" name="Google Shape;771;p32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2" name="Google Shape;772;p32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3" name="Google Shape;773;p32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4" name="Google Shape;774;p32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5" name="Google Shape;775;p32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6" name="Google Shape;776;p32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7" name="Google Shape;777;p32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8" name="Google Shape;778;p32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79" name="Google Shape;779;p32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0" name="Google Shape;780;p32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1" name="Google Shape;781;p32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82" name="Google Shape;782;p32"/>
            <p:cNvGrpSpPr/>
            <p:nvPr/>
          </p:nvGrpSpPr>
          <p:grpSpPr>
            <a:xfrm>
              <a:off x="1338177" y="1585127"/>
              <a:ext cx="819760" cy="1653609"/>
              <a:chOff x="6476427" y="1580527"/>
              <a:chExt cx="819760" cy="1653609"/>
            </a:xfrm>
          </p:grpSpPr>
          <p:sp>
            <p:nvSpPr>
              <p:cNvPr id="783" name="Google Shape;783;p32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32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32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6" name="Google Shape;786;p32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32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32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32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32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32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32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32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32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5" name="Google Shape;795;p32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6" name="Google Shape;796;p32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7" name="Google Shape;797;p32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8" name="Google Shape;798;p32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9" name="Google Shape;799;p32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0" name="Google Shape;800;p32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1" name="Google Shape;801;p32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02" name="Google Shape;802;p32"/>
            <p:cNvGrpSpPr/>
            <p:nvPr/>
          </p:nvGrpSpPr>
          <p:grpSpPr>
            <a:xfrm>
              <a:off x="2687992" y="96854"/>
              <a:ext cx="817953" cy="1652628"/>
              <a:chOff x="5450167" y="2975604"/>
              <a:chExt cx="817953" cy="1652628"/>
            </a:xfrm>
          </p:grpSpPr>
          <p:sp>
            <p:nvSpPr>
              <p:cNvPr id="803" name="Google Shape;803;p32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4" name="Google Shape;804;p32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5" name="Google Shape;805;p32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6" name="Google Shape;806;p32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7" name="Google Shape;807;p32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8" name="Google Shape;808;p32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9" name="Google Shape;809;p32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0" name="Google Shape;810;p32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1" name="Google Shape;811;p32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2" name="Google Shape;812;p32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3" name="Google Shape;813;p32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4" name="Google Shape;814;p32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5" name="Google Shape;815;p32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6" name="Google Shape;816;p32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7" name="Google Shape;817;p32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8" name="Google Shape;818;p32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9" name="Google Shape;819;p32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0" name="Google Shape;820;p32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1" name="Google Shape;821;p32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2" name="Google Shape;822;p32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3" name="Google Shape;823;p32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8" name="Google Shape;828;p33"/>
          <p:cNvSpPr txBox="1"/>
          <p:nvPr/>
        </p:nvSpPr>
        <p:spPr>
          <a:xfrm flipH="1">
            <a:off x="946617" y="1327971"/>
            <a:ext cx="26355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Location 1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29" name="Google Shape;829;p33"/>
          <p:cNvSpPr txBox="1"/>
          <p:nvPr/>
        </p:nvSpPr>
        <p:spPr>
          <a:xfrm flipH="1">
            <a:off x="946617" y="3561956"/>
            <a:ext cx="26355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Location 3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30" name="Google Shape;830;p33"/>
          <p:cNvSpPr txBox="1"/>
          <p:nvPr/>
        </p:nvSpPr>
        <p:spPr>
          <a:xfrm flipH="1">
            <a:off x="946648" y="2444963"/>
            <a:ext cx="2635500" cy="4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Location 2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831" name="Google Shape;831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best places to study social studies</a:t>
            </a:r>
            <a:endParaRPr/>
          </a:p>
        </p:txBody>
      </p:sp>
      <p:sp>
        <p:nvSpPr>
          <p:cNvPr id="832" name="Google Shape;832;p33"/>
          <p:cNvSpPr txBox="1"/>
          <p:nvPr/>
        </p:nvSpPr>
        <p:spPr>
          <a:xfrm flipH="1">
            <a:off x="946632" y="1779035"/>
            <a:ext cx="26355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Explore learning and research at this university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3" name="Google Shape;833;p33"/>
          <p:cNvSpPr txBox="1"/>
          <p:nvPr/>
        </p:nvSpPr>
        <p:spPr>
          <a:xfrm flipH="1">
            <a:off x="946632" y="4013021"/>
            <a:ext cx="26355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Discover a dynamic center for learning at this university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34" name="Google Shape;834;p33"/>
          <p:cNvSpPr txBox="1"/>
          <p:nvPr/>
        </p:nvSpPr>
        <p:spPr>
          <a:xfrm flipH="1">
            <a:off x="946650" y="2896028"/>
            <a:ext cx="2635500" cy="57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Foster innovation and diversity at this university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835" name="Google Shape;835;p33"/>
          <p:cNvGrpSpPr/>
          <p:nvPr/>
        </p:nvGrpSpPr>
        <p:grpSpPr>
          <a:xfrm>
            <a:off x="3658322" y="1732201"/>
            <a:ext cx="4772355" cy="2641617"/>
            <a:chOff x="3658322" y="1595530"/>
            <a:chExt cx="4772355" cy="2641617"/>
          </a:xfrm>
        </p:grpSpPr>
        <p:grpSp>
          <p:nvGrpSpPr>
            <p:cNvPr id="836" name="Google Shape;836;p33"/>
            <p:cNvGrpSpPr/>
            <p:nvPr/>
          </p:nvGrpSpPr>
          <p:grpSpPr>
            <a:xfrm>
              <a:off x="6546058" y="2704138"/>
              <a:ext cx="84179" cy="76264"/>
              <a:chOff x="4293400" y="2574725"/>
              <a:chExt cx="84425" cy="80100"/>
            </a:xfrm>
          </p:grpSpPr>
          <p:sp>
            <p:nvSpPr>
              <p:cNvPr id="837" name="Google Shape;837;p33"/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38" name="Google Shape;838;p33"/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39" name="Google Shape;839;p33"/>
            <p:cNvGrpSpPr/>
            <p:nvPr/>
          </p:nvGrpSpPr>
          <p:grpSpPr>
            <a:xfrm>
              <a:off x="6253688" y="1645349"/>
              <a:ext cx="1911689" cy="1086234"/>
              <a:chOff x="4000175" y="1462675"/>
              <a:chExt cx="1917275" cy="1140875"/>
            </a:xfrm>
          </p:grpSpPr>
          <p:sp>
            <p:nvSpPr>
              <p:cNvPr id="840" name="Google Shape;840;p33"/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grpSp>
            <p:nvGrpSpPr>
              <p:cNvPr id="841" name="Google Shape;841;p33"/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</p:grpSpPr>
            <p:sp>
              <p:nvSpPr>
                <p:cNvPr id="842" name="Google Shape;842;p33"/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</p:sp>
            <p:sp>
              <p:nvSpPr>
                <p:cNvPr id="843" name="Google Shape;843;p33"/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4" name="Google Shape;844;p33"/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5" name="Google Shape;845;p33"/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46" name="Google Shape;846;p33"/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solidFill>
                      <a:srgbClr val="A6CBC2"/>
                    </a:solidFill>
                  </a:endParaRPr>
                </a:p>
              </p:txBody>
            </p:sp>
            <p:sp>
              <p:nvSpPr>
                <p:cNvPr id="847" name="Google Shape;847;p33"/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48" name="Google Shape;848;p33"/>
            <p:cNvGrpSpPr/>
            <p:nvPr/>
          </p:nvGrpSpPr>
          <p:grpSpPr>
            <a:xfrm>
              <a:off x="6214253" y="2716611"/>
              <a:ext cx="93776" cy="99138"/>
              <a:chOff x="3960625" y="2587825"/>
              <a:chExt cx="94050" cy="104125"/>
            </a:xfrm>
          </p:grpSpPr>
          <p:sp>
            <p:nvSpPr>
              <p:cNvPr id="849" name="Google Shape;849;p33"/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50" name="Google Shape;850;p33"/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1" name="Google Shape;851;p33"/>
            <p:cNvGrpSpPr/>
            <p:nvPr/>
          </p:nvGrpSpPr>
          <p:grpSpPr>
            <a:xfrm>
              <a:off x="6019547" y="2633849"/>
              <a:ext cx="173094" cy="178924"/>
              <a:chOff x="3765350" y="2500900"/>
              <a:chExt cx="173600" cy="187925"/>
            </a:xfrm>
          </p:grpSpPr>
          <p:sp>
            <p:nvSpPr>
              <p:cNvPr id="852" name="Google Shape;852;p33"/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53" name="Google Shape;853;p33"/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4" name="Google Shape;854;p33"/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5" name="Google Shape;855;p33"/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6" name="Google Shape;856;p33"/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57" name="Google Shape;857;p33"/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58" name="Google Shape;858;p33"/>
            <p:cNvGrpSpPr/>
            <p:nvPr/>
          </p:nvGrpSpPr>
          <p:grpSpPr>
            <a:xfrm>
              <a:off x="6004715" y="2615712"/>
              <a:ext cx="84877" cy="49319"/>
              <a:chOff x="3750475" y="2481850"/>
              <a:chExt cx="85125" cy="51800"/>
            </a:xfrm>
          </p:grpSpPr>
          <p:sp>
            <p:nvSpPr>
              <p:cNvPr id="859" name="Google Shape;859;p33"/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0" name="Google Shape;860;p33"/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861" name="Google Shape;861;p33"/>
            <p:cNvGrpSpPr/>
            <p:nvPr/>
          </p:nvGrpSpPr>
          <p:grpSpPr>
            <a:xfrm>
              <a:off x="5881775" y="2568678"/>
              <a:ext cx="171599" cy="160977"/>
              <a:chOff x="3627175" y="2432450"/>
              <a:chExt cx="172100" cy="169075"/>
            </a:xfrm>
          </p:grpSpPr>
          <p:sp>
            <p:nvSpPr>
              <p:cNvPr id="862" name="Google Shape;862;p33"/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3" name="Google Shape;863;p33"/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64" name="Google Shape;864;p33"/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865" name="Google Shape;865;p33"/>
            <p:cNvGrpSpPr/>
            <p:nvPr/>
          </p:nvGrpSpPr>
          <p:grpSpPr>
            <a:xfrm>
              <a:off x="5816327" y="2714350"/>
              <a:ext cx="61360" cy="94301"/>
              <a:chOff x="3561536" y="2585450"/>
              <a:chExt cx="61539" cy="99045"/>
            </a:xfrm>
          </p:grpSpPr>
          <p:sp>
            <p:nvSpPr>
              <p:cNvPr id="866" name="Google Shape;866;p33"/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67" name="Google Shape;867;p33"/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</p:grpSp>
        <p:grpSp>
          <p:nvGrpSpPr>
            <p:cNvPr id="868" name="Google Shape;868;p33"/>
            <p:cNvGrpSpPr/>
            <p:nvPr/>
          </p:nvGrpSpPr>
          <p:grpSpPr>
            <a:xfrm>
              <a:off x="6160111" y="2142182"/>
              <a:ext cx="155620" cy="250237"/>
              <a:chOff x="3906325" y="1984500"/>
              <a:chExt cx="156075" cy="262825"/>
            </a:xfrm>
          </p:grpSpPr>
          <p:sp>
            <p:nvSpPr>
              <p:cNvPr id="869" name="Google Shape;869;p33"/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70" name="Google Shape;870;p33"/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71" name="Google Shape;871;p33"/>
            <p:cNvGrpSpPr/>
            <p:nvPr/>
          </p:nvGrpSpPr>
          <p:grpSpPr>
            <a:xfrm>
              <a:off x="3658322" y="1811682"/>
              <a:ext cx="1397491" cy="1169424"/>
              <a:chOff x="1397225" y="1637375"/>
              <a:chExt cx="1401575" cy="1228250"/>
            </a:xfrm>
          </p:grpSpPr>
          <p:sp>
            <p:nvSpPr>
              <p:cNvPr id="872" name="Google Shape;872;p33"/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grpSp>
            <p:nvGrpSpPr>
              <p:cNvPr id="873" name="Google Shape;873;p33"/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</p:grpSpPr>
            <p:sp>
              <p:nvSpPr>
                <p:cNvPr id="874" name="Google Shape;874;p33"/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875" name="Google Shape;875;p33"/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876" name="Google Shape;876;p33"/>
            <p:cNvGrpSpPr/>
            <p:nvPr/>
          </p:nvGrpSpPr>
          <p:grpSpPr>
            <a:xfrm>
              <a:off x="4863276" y="3254574"/>
              <a:ext cx="592394" cy="586735"/>
              <a:chOff x="2605700" y="3152850"/>
              <a:chExt cx="594125" cy="616250"/>
            </a:xfrm>
          </p:grpSpPr>
          <p:sp>
            <p:nvSpPr>
              <p:cNvPr id="877" name="Google Shape;877;p33"/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78" name="Google Shape;878;p33"/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FF6B65"/>
                  </a:solidFill>
                </a:endParaRPr>
              </a:p>
            </p:txBody>
          </p:sp>
        </p:grpSp>
        <p:grpSp>
          <p:nvGrpSpPr>
            <p:cNvPr id="879" name="Google Shape;879;p33"/>
            <p:cNvGrpSpPr/>
            <p:nvPr/>
          </p:nvGrpSpPr>
          <p:grpSpPr>
            <a:xfrm>
              <a:off x="4937733" y="3512548"/>
              <a:ext cx="182442" cy="724600"/>
              <a:chOff x="2680375" y="3423800"/>
              <a:chExt cx="182975" cy="761050"/>
            </a:xfrm>
          </p:grpSpPr>
          <p:sp>
            <p:nvSpPr>
              <p:cNvPr id="880" name="Google Shape;880;p33"/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81" name="Google Shape;881;p33"/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882" name="Google Shape;882;p33"/>
            <p:cNvGrpSpPr/>
            <p:nvPr/>
          </p:nvGrpSpPr>
          <p:grpSpPr>
            <a:xfrm>
              <a:off x="6171752" y="3644033"/>
              <a:ext cx="235537" cy="197181"/>
              <a:chOff x="3918000" y="3561900"/>
              <a:chExt cx="236225" cy="207100"/>
            </a:xfrm>
          </p:grpSpPr>
          <p:sp>
            <p:nvSpPr>
              <p:cNvPr id="883" name="Google Shape;883;p33"/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</p:sp>
          <p:sp>
            <p:nvSpPr>
              <p:cNvPr id="884" name="Google Shape;884;p33"/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885" name="Google Shape;885;p33"/>
            <p:cNvSpPr/>
            <p:nvPr/>
          </p:nvSpPr>
          <p:spPr>
            <a:xfrm>
              <a:off x="4993545" y="3080196"/>
              <a:ext cx="39136" cy="11473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4925743" y="3059774"/>
              <a:ext cx="55313" cy="34871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5236585" y="1634876"/>
              <a:ext cx="606602" cy="741619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grpSp>
          <p:nvGrpSpPr>
            <p:cNvPr id="888" name="Google Shape;888;p33"/>
            <p:cNvGrpSpPr/>
            <p:nvPr/>
          </p:nvGrpSpPr>
          <p:grpSpPr>
            <a:xfrm>
              <a:off x="4182515" y="1595530"/>
              <a:ext cx="1249175" cy="1107180"/>
              <a:chOff x="1922950" y="1410350"/>
              <a:chExt cx="1252825" cy="1162875"/>
            </a:xfrm>
          </p:grpSpPr>
          <p:sp>
            <p:nvSpPr>
              <p:cNvPr id="889" name="Google Shape;889;p33"/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0" name="Google Shape;890;p33"/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1" name="Google Shape;891;p33"/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2" name="Google Shape;892;p33"/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3" name="Google Shape;893;p33"/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4" name="Google Shape;894;p33"/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5" name="Google Shape;895;p33"/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6" name="Google Shape;896;p33"/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7" name="Google Shape;897;p33"/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8" name="Google Shape;898;p33"/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899" name="Google Shape;899;p33"/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0" name="Google Shape;900;p33"/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1" name="Google Shape;901;p33"/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2" name="Google Shape;902;p33"/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3" name="Google Shape;903;p33"/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33"/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</p:grpSp>
        <p:sp>
          <p:nvSpPr>
            <p:cNvPr id="905" name="Google Shape;905;p33"/>
            <p:cNvSpPr/>
            <p:nvPr/>
          </p:nvSpPr>
          <p:spPr>
            <a:xfrm>
              <a:off x="4834983" y="3080696"/>
              <a:ext cx="32355" cy="12473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4889748" y="3059274"/>
              <a:ext cx="41230" cy="27920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4743700" y="3009955"/>
              <a:ext cx="153377" cy="52318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5157840" y="4140509"/>
              <a:ext cx="39136" cy="21446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4764564" y="3206684"/>
              <a:ext cx="79842" cy="34895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4722338" y="3185285"/>
              <a:ext cx="48508" cy="4334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4696762" y="3128492"/>
              <a:ext cx="67303" cy="63767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4674851" y="3115543"/>
              <a:ext cx="91308" cy="43844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4662338" y="3139465"/>
              <a:ext cx="36020" cy="19923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4678516" y="3083172"/>
              <a:ext cx="16701" cy="34895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4633148" y="3091146"/>
              <a:ext cx="59476" cy="59792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4309245" y="2847597"/>
              <a:ext cx="411024" cy="290892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5173469" y="3262977"/>
              <a:ext cx="40706" cy="55793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5122892" y="3257478"/>
              <a:ext cx="57906" cy="60292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5073860" y="3223131"/>
              <a:ext cx="72513" cy="104113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4904356" y="3170337"/>
              <a:ext cx="191441" cy="164381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4819329" y="3166838"/>
              <a:ext cx="173194" cy="235599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4789616" y="3323221"/>
              <a:ext cx="85550" cy="89688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4784905" y="3343644"/>
              <a:ext cx="185707" cy="261496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4957550" y="3479605"/>
              <a:ext cx="179451" cy="191278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5066033" y="3615089"/>
              <a:ext cx="123115" cy="124036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5141139" y="3775948"/>
              <a:ext cx="73037" cy="79215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7" name="Google Shape;927;p33"/>
            <p:cNvGrpSpPr/>
            <p:nvPr/>
          </p:nvGrpSpPr>
          <p:grpSpPr>
            <a:xfrm>
              <a:off x="4969017" y="3653935"/>
              <a:ext cx="230053" cy="569764"/>
              <a:chOff x="2711750" y="3572300"/>
              <a:chExt cx="230725" cy="598425"/>
            </a:xfrm>
          </p:grpSpPr>
          <p:sp>
            <p:nvSpPr>
              <p:cNvPr id="928" name="Google Shape;928;p33"/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9" name="Google Shape;929;p33"/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0" name="Google Shape;930;p33"/>
            <p:cNvSpPr/>
            <p:nvPr/>
          </p:nvSpPr>
          <p:spPr>
            <a:xfrm>
              <a:off x="7653522" y="2963635"/>
              <a:ext cx="26099" cy="58316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31" name="Google Shape;931;p33"/>
            <p:cNvGrpSpPr/>
            <p:nvPr/>
          </p:nvGrpSpPr>
          <p:grpSpPr>
            <a:xfrm>
              <a:off x="6035625" y="1799733"/>
              <a:ext cx="152853" cy="158407"/>
              <a:chOff x="3781475" y="1624825"/>
              <a:chExt cx="153300" cy="166375"/>
            </a:xfrm>
          </p:grpSpPr>
          <p:sp>
            <p:nvSpPr>
              <p:cNvPr id="932" name="Google Shape;932;p33"/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3" name="Google Shape;933;p33"/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4" name="Google Shape;934;p33"/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35" name="Google Shape;935;p33"/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36" name="Google Shape;936;p33"/>
            <p:cNvSpPr/>
            <p:nvPr/>
          </p:nvSpPr>
          <p:spPr>
            <a:xfrm>
              <a:off x="7760460" y="2572676"/>
              <a:ext cx="174739" cy="292392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7689517" y="2725585"/>
              <a:ext cx="60000" cy="7971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7660303" y="2633944"/>
              <a:ext cx="68350" cy="112087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7106396" y="2488510"/>
              <a:ext cx="443354" cy="199752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7978473" y="3382990"/>
              <a:ext cx="140838" cy="115086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7662920" y="3072222"/>
              <a:ext cx="114765" cy="191278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7721848" y="3466656"/>
              <a:ext cx="55837" cy="27920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43" name="Google Shape;943;p33"/>
            <p:cNvGrpSpPr/>
            <p:nvPr/>
          </p:nvGrpSpPr>
          <p:grpSpPr>
            <a:xfrm>
              <a:off x="7318676" y="3262977"/>
              <a:ext cx="662938" cy="212177"/>
              <a:chOff x="5068275" y="3161675"/>
              <a:chExt cx="664875" cy="222850"/>
            </a:xfrm>
          </p:grpSpPr>
          <p:sp>
            <p:nvSpPr>
              <p:cNvPr id="944" name="Google Shape;944;p33"/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5" name="Google Shape;945;p33"/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6" name="Google Shape;946;p33"/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7" name="Google Shape;947;p33"/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48" name="Google Shape;948;p33"/>
            <p:cNvSpPr/>
            <p:nvPr/>
          </p:nvSpPr>
          <p:spPr>
            <a:xfrm>
              <a:off x="7389618" y="3248029"/>
              <a:ext cx="62617" cy="78215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7528862" y="3245030"/>
              <a:ext cx="136676" cy="88189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7401085" y="3002005"/>
              <a:ext cx="118952" cy="219651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7416739" y="3132991"/>
              <a:ext cx="75654" cy="62268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7373964" y="3016929"/>
              <a:ext cx="116859" cy="129034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7339540" y="3046825"/>
              <a:ext cx="121545" cy="216176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7260271" y="2928788"/>
              <a:ext cx="127802" cy="274444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7192470" y="2953685"/>
              <a:ext cx="74084" cy="91164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6041358" y="2436716"/>
              <a:ext cx="55313" cy="64767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5997561" y="2116975"/>
              <a:ext cx="289479" cy="321264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6077353" y="2177743"/>
              <a:ext cx="143456" cy="30931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6229658" y="2395894"/>
              <a:ext cx="57382" cy="49819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6203061" y="2431741"/>
              <a:ext cx="91283" cy="47343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6206177" y="2464113"/>
              <a:ext cx="70968" cy="49819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6240078" y="2467612"/>
              <a:ext cx="120523" cy="89165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6157145" y="2612522"/>
              <a:ext cx="82958" cy="51318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6163925" y="2597598"/>
              <a:ext cx="71491" cy="29896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6201490" y="2714635"/>
              <a:ext cx="27146" cy="49819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6188453" y="2696212"/>
              <a:ext cx="26099" cy="31396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6149343" y="2669815"/>
              <a:ext cx="54266" cy="45344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6119605" y="2643418"/>
              <a:ext cx="42276" cy="25421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6065363" y="2605048"/>
              <a:ext cx="99634" cy="45844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6121698" y="2495484"/>
              <a:ext cx="131964" cy="106112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6095600" y="2568701"/>
              <a:ext cx="105392" cy="43844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6013714" y="2495984"/>
              <a:ext cx="119999" cy="136984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5981907" y="2525880"/>
              <a:ext cx="51649" cy="44844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5977221" y="2562727"/>
              <a:ext cx="40706" cy="3339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6012692" y="2585149"/>
              <a:ext cx="9921" cy="13448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5807192" y="2487034"/>
              <a:ext cx="57906" cy="73217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77" name="Google Shape;977;p33"/>
            <p:cNvGrpSpPr/>
            <p:nvPr/>
          </p:nvGrpSpPr>
          <p:grpSpPr>
            <a:xfrm>
              <a:off x="5841093" y="2424767"/>
              <a:ext cx="124661" cy="166880"/>
              <a:chOff x="3586375" y="2281300"/>
              <a:chExt cx="125025" cy="175275"/>
            </a:xfrm>
          </p:grpSpPr>
          <p:sp>
            <p:nvSpPr>
              <p:cNvPr id="978" name="Google Shape;978;p33"/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9" name="Google Shape;979;p33"/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0" name="Google Shape;980;p33"/>
            <p:cNvSpPr/>
            <p:nvPr/>
          </p:nvSpPr>
          <p:spPr>
            <a:xfrm>
              <a:off x="6553537" y="3508001"/>
              <a:ext cx="109555" cy="195753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81" name="Google Shape;981;p33"/>
            <p:cNvGrpSpPr/>
            <p:nvPr/>
          </p:nvGrpSpPr>
          <p:grpSpPr>
            <a:xfrm>
              <a:off x="7548704" y="3501527"/>
              <a:ext cx="574770" cy="586711"/>
              <a:chOff x="5298975" y="3412225"/>
              <a:chExt cx="576450" cy="616225"/>
            </a:xfrm>
          </p:grpSpPr>
          <p:sp>
            <p:nvSpPr>
              <p:cNvPr id="982" name="Google Shape;982;p33"/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rgbClr val="A6CBC2"/>
                  </a:solidFill>
                </a:endParaRPr>
              </a:p>
            </p:txBody>
          </p:sp>
          <p:sp>
            <p:nvSpPr>
              <p:cNvPr id="983" name="Google Shape;983;p33"/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84" name="Google Shape;984;p33"/>
            <p:cNvGrpSpPr/>
            <p:nvPr/>
          </p:nvGrpSpPr>
          <p:grpSpPr>
            <a:xfrm>
              <a:off x="8200125" y="3920382"/>
              <a:ext cx="230551" cy="273445"/>
              <a:chOff x="5952300" y="3852150"/>
              <a:chExt cx="231225" cy="287200"/>
            </a:xfrm>
          </p:grpSpPr>
          <p:sp>
            <p:nvSpPr>
              <p:cNvPr id="985" name="Google Shape;985;p33"/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86" name="Google Shape;986;p33"/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87" name="Google Shape;987;p33"/>
            <p:cNvSpPr/>
            <p:nvPr/>
          </p:nvSpPr>
          <p:spPr>
            <a:xfrm>
              <a:off x="5654888" y="2241486"/>
              <a:ext cx="126755" cy="73741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6868566" y="2418792"/>
              <a:ext cx="883045" cy="629556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7401085" y="3016929"/>
              <a:ext cx="1595" cy="2023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7384409" y="3031377"/>
              <a:ext cx="2617" cy="2523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6860215" y="2785853"/>
              <a:ext cx="5260" cy="1523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6555107" y="2452164"/>
              <a:ext cx="546104" cy="27394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6695422" y="2652867"/>
              <a:ext cx="231075" cy="137484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6654217" y="2700687"/>
              <a:ext cx="206546" cy="124036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95" name="Google Shape;995;p33"/>
            <p:cNvGrpSpPr/>
            <p:nvPr/>
          </p:nvGrpSpPr>
          <p:grpSpPr>
            <a:xfrm>
              <a:off x="7093359" y="3204208"/>
              <a:ext cx="31333" cy="56793"/>
              <a:chOff x="4842300" y="3099950"/>
              <a:chExt cx="31425" cy="59650"/>
            </a:xfrm>
          </p:grpSpPr>
          <p:sp>
            <p:nvSpPr>
              <p:cNvPr id="996" name="Google Shape;996;p33"/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7" name="Google Shape;997;p33"/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8" name="Google Shape;998;p33"/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99" name="Google Shape;999;p33"/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00" name="Google Shape;1000;p33"/>
            <p:cNvSpPr/>
            <p:nvPr/>
          </p:nvSpPr>
          <p:spPr>
            <a:xfrm>
              <a:off x="6914980" y="2853071"/>
              <a:ext cx="404244" cy="377058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7073542" y="2897916"/>
              <a:ext cx="118952" cy="60768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6799717" y="2795802"/>
              <a:ext cx="199791" cy="210201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6785110" y="2766930"/>
              <a:ext cx="190917" cy="151908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6231727" y="2538829"/>
              <a:ext cx="236833" cy="140959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6290156" y="2608547"/>
              <a:ext cx="49580" cy="52818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6210888" y="2617521"/>
              <a:ext cx="127278" cy="77716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6242695" y="2685739"/>
              <a:ext cx="83481" cy="50319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08" name="Google Shape;1008;p33"/>
            <p:cNvGrpSpPr/>
            <p:nvPr/>
          </p:nvGrpSpPr>
          <p:grpSpPr>
            <a:xfrm>
              <a:off x="6120652" y="2652368"/>
              <a:ext cx="78246" cy="57793"/>
              <a:chOff x="3866750" y="2520350"/>
              <a:chExt cx="78475" cy="60700"/>
            </a:xfrm>
          </p:grpSpPr>
          <p:sp>
            <p:nvSpPr>
              <p:cNvPr id="1009" name="Google Shape;1009;p33"/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0" name="Google Shape;1010;p33"/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1" name="Google Shape;1011;p33"/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12" name="Google Shape;1012;p33"/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13" name="Google Shape;1013;p33"/>
            <p:cNvSpPr/>
            <p:nvPr/>
          </p:nvSpPr>
          <p:spPr>
            <a:xfrm>
              <a:off x="6053872" y="2707161"/>
              <a:ext cx="14632" cy="27920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5822298" y="2694713"/>
              <a:ext cx="160157" cy="128011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6550944" y="2755457"/>
              <a:ext cx="25052" cy="18971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6544687" y="2757956"/>
              <a:ext cx="294190" cy="226125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6530080" y="2730559"/>
              <a:ext cx="51649" cy="41869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6297983" y="2720610"/>
              <a:ext cx="259766" cy="102113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6294843" y="2721110"/>
              <a:ext cx="39659" cy="3339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6484164" y="2798302"/>
              <a:ext cx="139293" cy="128011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6597882" y="2910364"/>
              <a:ext cx="25052" cy="24422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6389242" y="2827674"/>
              <a:ext cx="32380" cy="17471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6437226" y="2801777"/>
              <a:ext cx="89738" cy="76240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6418980" y="2863045"/>
              <a:ext cx="21936" cy="60792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6438273" y="2863045"/>
              <a:ext cx="5758" cy="12473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6432017" y="2876493"/>
              <a:ext cx="7852" cy="17447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6432017" y="2844122"/>
              <a:ext cx="18795" cy="22422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6433064" y="2861545"/>
              <a:ext cx="57906" cy="68266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6432017" y="2879469"/>
              <a:ext cx="298353" cy="240097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6662020" y="2968633"/>
              <a:ext cx="10993" cy="22922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6673511" y="2970133"/>
              <a:ext cx="68874" cy="51818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6686548" y="2981582"/>
              <a:ext cx="107984" cy="127011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6735580" y="2963635"/>
              <a:ext cx="5758" cy="12496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6553013" y="3070723"/>
              <a:ext cx="153377" cy="95139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6289109" y="2889442"/>
              <a:ext cx="179974" cy="144458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6257302" y="3032377"/>
              <a:ext cx="237855" cy="260496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6419503" y="3133467"/>
              <a:ext cx="219085" cy="158906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6466441" y="3089146"/>
              <a:ext cx="96518" cy="81714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6544687" y="3165362"/>
              <a:ext cx="21911" cy="24921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6535290" y="3175312"/>
              <a:ext cx="147619" cy="186779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6428377" y="3264952"/>
              <a:ext cx="121021" cy="139983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6398116" y="3355593"/>
              <a:ext cx="10968" cy="24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3" name="Google Shape;1043;p33"/>
            <p:cNvSpPr/>
            <p:nvPr/>
          </p:nvSpPr>
          <p:spPr>
            <a:xfrm>
              <a:off x="6368378" y="3282400"/>
              <a:ext cx="83481" cy="7871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6151935" y="3186761"/>
              <a:ext cx="187801" cy="12106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6075259" y="2869019"/>
              <a:ext cx="222749" cy="197752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6047091" y="2804276"/>
              <a:ext cx="56884" cy="106112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5823345" y="2807751"/>
              <a:ext cx="288981" cy="26697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8" name="Google Shape;1048;p33"/>
            <p:cNvSpPr/>
            <p:nvPr/>
          </p:nvSpPr>
          <p:spPr>
            <a:xfrm>
              <a:off x="5765988" y="2825698"/>
              <a:ext cx="166912" cy="126011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5705988" y="2951186"/>
              <a:ext cx="118429" cy="90664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5705490" y="2955185"/>
              <a:ext cx="170053" cy="178805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5773292" y="2989056"/>
              <a:ext cx="234714" cy="207702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5872377" y="3128992"/>
              <a:ext cx="108508" cy="75240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5697663" y="3107069"/>
              <a:ext cx="92854" cy="64791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5708082" y="3162863"/>
              <a:ext cx="44370" cy="25421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055" name="Google Shape;1055;p33"/>
            <p:cNvGrpSpPr/>
            <p:nvPr/>
          </p:nvGrpSpPr>
          <p:grpSpPr>
            <a:xfrm>
              <a:off x="5705490" y="3145439"/>
              <a:ext cx="132488" cy="94639"/>
              <a:chOff x="3450375" y="3038225"/>
              <a:chExt cx="132875" cy="99400"/>
            </a:xfrm>
          </p:grpSpPr>
          <p:sp>
            <p:nvSpPr>
              <p:cNvPr id="1056" name="Google Shape;1056;p33"/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7" name="Google Shape;1057;p33"/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1058" name="Google Shape;1058;p33"/>
            <p:cNvSpPr/>
            <p:nvPr/>
          </p:nvSpPr>
          <p:spPr>
            <a:xfrm>
              <a:off x="5758161" y="3200209"/>
              <a:ext cx="40183" cy="45844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59" name="Google Shape;1059;p33"/>
            <p:cNvSpPr/>
            <p:nvPr/>
          </p:nvSpPr>
          <p:spPr>
            <a:xfrm>
              <a:off x="5784235" y="3221132"/>
              <a:ext cx="58429" cy="59792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0" name="Google Shape;1060;p33"/>
            <p:cNvSpPr/>
            <p:nvPr/>
          </p:nvSpPr>
          <p:spPr>
            <a:xfrm>
              <a:off x="5824916" y="3191759"/>
              <a:ext cx="89214" cy="8966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1" name="Google Shape;1061;p33"/>
            <p:cNvSpPr/>
            <p:nvPr/>
          </p:nvSpPr>
          <p:spPr>
            <a:xfrm>
              <a:off x="5901592" y="3184285"/>
              <a:ext cx="61047" cy="91164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2" name="Google Shape;1062;p33"/>
            <p:cNvSpPr/>
            <p:nvPr/>
          </p:nvSpPr>
          <p:spPr>
            <a:xfrm>
              <a:off x="5944367" y="3184285"/>
              <a:ext cx="29215" cy="74217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3" name="Google Shape;1063;p33"/>
            <p:cNvSpPr/>
            <p:nvPr/>
          </p:nvSpPr>
          <p:spPr>
            <a:xfrm>
              <a:off x="5959996" y="3165362"/>
              <a:ext cx="44894" cy="8966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4" name="Google Shape;1064;p33"/>
            <p:cNvSpPr/>
            <p:nvPr/>
          </p:nvSpPr>
          <p:spPr>
            <a:xfrm>
              <a:off x="6135782" y="3010954"/>
              <a:ext cx="150211" cy="228125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5" name="Google Shape;1065;p33"/>
            <p:cNvSpPr/>
            <p:nvPr/>
          </p:nvSpPr>
          <p:spPr>
            <a:xfrm>
              <a:off x="6117511" y="3158388"/>
              <a:ext cx="4711" cy="2499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6" name="Google Shape;1066;p33"/>
            <p:cNvSpPr/>
            <p:nvPr/>
          </p:nvSpPr>
          <p:spPr>
            <a:xfrm>
              <a:off x="5950100" y="3013954"/>
              <a:ext cx="219608" cy="162881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067" name="Google Shape;1067;p33"/>
            <p:cNvSpPr/>
            <p:nvPr/>
          </p:nvSpPr>
          <p:spPr>
            <a:xfrm>
              <a:off x="5987117" y="3148415"/>
              <a:ext cx="164843" cy="13498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8" name="Google Shape;1068;p33"/>
            <p:cNvSpPr/>
            <p:nvPr/>
          </p:nvSpPr>
          <p:spPr>
            <a:xfrm>
              <a:off x="6067457" y="3160364"/>
              <a:ext cx="109530" cy="156907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69" name="Google Shape;1069;p33"/>
            <p:cNvSpPr/>
            <p:nvPr/>
          </p:nvSpPr>
          <p:spPr>
            <a:xfrm>
              <a:off x="6067956" y="3310773"/>
              <a:ext cx="82434" cy="85190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0" name="Google Shape;1070;p33"/>
            <p:cNvSpPr/>
            <p:nvPr/>
          </p:nvSpPr>
          <p:spPr>
            <a:xfrm>
              <a:off x="6075783" y="3312272"/>
              <a:ext cx="29240" cy="17947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1" name="Google Shape;1071;p33"/>
            <p:cNvSpPr/>
            <p:nvPr/>
          </p:nvSpPr>
          <p:spPr>
            <a:xfrm>
              <a:off x="6102380" y="3288874"/>
              <a:ext cx="110602" cy="123536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2" name="Google Shape;1072;p33"/>
            <p:cNvSpPr/>
            <p:nvPr/>
          </p:nvSpPr>
          <p:spPr>
            <a:xfrm>
              <a:off x="6114395" y="3402413"/>
              <a:ext cx="15654" cy="20446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3" name="Google Shape;1073;p33"/>
            <p:cNvSpPr/>
            <p:nvPr/>
          </p:nvSpPr>
          <p:spPr>
            <a:xfrm>
              <a:off x="6364738" y="3354617"/>
              <a:ext cx="161179" cy="156883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4" name="Google Shape;1074;p33"/>
            <p:cNvSpPr/>
            <p:nvPr/>
          </p:nvSpPr>
          <p:spPr>
            <a:xfrm>
              <a:off x="6360052" y="3357592"/>
              <a:ext cx="29215" cy="22946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5" name="Google Shape;1075;p33"/>
            <p:cNvSpPr/>
            <p:nvPr/>
          </p:nvSpPr>
          <p:spPr>
            <a:xfrm>
              <a:off x="6360052" y="3371041"/>
              <a:ext cx="28691" cy="3339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6" name="Google Shape;1076;p33"/>
            <p:cNvSpPr/>
            <p:nvPr/>
          </p:nvSpPr>
          <p:spPr>
            <a:xfrm>
              <a:off x="6116464" y="3267952"/>
              <a:ext cx="274897" cy="259996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A6CBC2"/>
                </a:solidFill>
              </a:endParaRPr>
            </a:p>
          </p:txBody>
        </p:sp>
        <p:sp>
          <p:nvSpPr>
            <p:cNvPr id="1077" name="Google Shape;1077;p33"/>
            <p:cNvSpPr/>
            <p:nvPr/>
          </p:nvSpPr>
          <p:spPr>
            <a:xfrm>
              <a:off x="6412200" y="3471655"/>
              <a:ext cx="45916" cy="110587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8" name="Google Shape;1078;p33"/>
            <p:cNvSpPr/>
            <p:nvPr/>
          </p:nvSpPr>
          <p:spPr>
            <a:xfrm>
              <a:off x="6254685" y="3455207"/>
              <a:ext cx="170053" cy="138484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79" name="Google Shape;1079;p33"/>
            <p:cNvSpPr/>
            <p:nvPr/>
          </p:nvSpPr>
          <p:spPr>
            <a:xfrm>
              <a:off x="6106568" y="3423335"/>
              <a:ext cx="180473" cy="170356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0" name="Google Shape;1080;p33"/>
            <p:cNvSpPr/>
            <p:nvPr/>
          </p:nvSpPr>
          <p:spPr>
            <a:xfrm>
              <a:off x="6300052" y="3558796"/>
              <a:ext cx="112696" cy="98138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1" name="Google Shape;1081;p33"/>
            <p:cNvSpPr/>
            <p:nvPr/>
          </p:nvSpPr>
          <p:spPr>
            <a:xfrm>
              <a:off x="6222354" y="3589192"/>
              <a:ext cx="135105" cy="12901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2" name="Google Shape;1082;p33"/>
            <p:cNvSpPr/>
            <p:nvPr/>
          </p:nvSpPr>
          <p:spPr>
            <a:xfrm>
              <a:off x="6107091" y="3577219"/>
              <a:ext cx="192986" cy="17335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6B65"/>
                </a:solidFill>
              </a:endParaRPr>
            </a:p>
          </p:txBody>
        </p:sp>
        <p:sp>
          <p:nvSpPr>
            <p:cNvPr id="1083" name="Google Shape;1083;p33"/>
            <p:cNvSpPr/>
            <p:nvPr/>
          </p:nvSpPr>
          <p:spPr>
            <a:xfrm>
              <a:off x="6376205" y="3487579"/>
              <a:ext cx="150236" cy="231124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4" name="Google Shape;1084;p33"/>
            <p:cNvSpPr/>
            <p:nvPr/>
          </p:nvSpPr>
          <p:spPr>
            <a:xfrm>
              <a:off x="6373612" y="3701731"/>
              <a:ext cx="20889" cy="22446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5" name="Google Shape;1085;p33"/>
            <p:cNvSpPr/>
            <p:nvPr/>
          </p:nvSpPr>
          <p:spPr>
            <a:xfrm>
              <a:off x="6317800" y="3746051"/>
              <a:ext cx="33402" cy="29920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6" name="Google Shape;1086;p33"/>
            <p:cNvSpPr/>
            <p:nvPr/>
          </p:nvSpPr>
          <p:spPr>
            <a:xfrm>
              <a:off x="6948881" y="2785353"/>
              <a:ext cx="104869" cy="8269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7" name="Google Shape;1087;p33"/>
            <p:cNvSpPr/>
            <p:nvPr/>
          </p:nvSpPr>
          <p:spPr>
            <a:xfrm>
              <a:off x="6948881" y="2785353"/>
              <a:ext cx="104869" cy="8269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8" name="Google Shape;1088;p33"/>
            <p:cNvSpPr/>
            <p:nvPr/>
          </p:nvSpPr>
          <p:spPr>
            <a:xfrm>
              <a:off x="6505552" y="2715635"/>
              <a:ext cx="70444" cy="18947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9" name="Google Shape;1089;p33"/>
            <p:cNvSpPr/>
            <p:nvPr/>
          </p:nvSpPr>
          <p:spPr>
            <a:xfrm>
              <a:off x="6551468" y="2731059"/>
              <a:ext cx="2617" cy="2523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solidFill>
              <a:schemeClr val="lt2"/>
            </a:solidFill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0" name="Google Shape;1090;p33"/>
            <p:cNvSpPr/>
            <p:nvPr/>
          </p:nvSpPr>
          <p:spPr>
            <a:xfrm>
              <a:off x="7199773" y="2929288"/>
              <a:ext cx="44345" cy="24921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1" name="Google Shape;1091;p33"/>
            <p:cNvSpPr/>
            <p:nvPr/>
          </p:nvSpPr>
          <p:spPr>
            <a:xfrm>
              <a:off x="6220784" y="2718610"/>
              <a:ext cx="34973" cy="2842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2" name="Google Shape;1092;p33"/>
            <p:cNvSpPr/>
            <p:nvPr/>
          </p:nvSpPr>
          <p:spPr>
            <a:xfrm>
              <a:off x="6192093" y="2654867"/>
              <a:ext cx="58454" cy="73241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93" name="Google Shape;1093;p33"/>
          <p:cNvSpPr/>
          <p:nvPr/>
        </p:nvSpPr>
        <p:spPr>
          <a:xfrm>
            <a:off x="713225" y="1450777"/>
            <a:ext cx="157200" cy="1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4" name="Google Shape;1094;p33"/>
          <p:cNvSpPr/>
          <p:nvPr/>
        </p:nvSpPr>
        <p:spPr>
          <a:xfrm>
            <a:off x="713225" y="2567777"/>
            <a:ext cx="157200" cy="1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95" name="Google Shape;1095;p33"/>
          <p:cNvSpPr/>
          <p:nvPr/>
        </p:nvSpPr>
        <p:spPr>
          <a:xfrm>
            <a:off x="713225" y="3684777"/>
            <a:ext cx="157200" cy="1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0" name="Google Shape;1100;p3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Academic performance analysis</a:t>
            </a:r>
            <a:endParaRPr/>
          </a:p>
        </p:txBody>
      </p:sp>
      <p:sp>
        <p:nvSpPr>
          <p:cNvPr id="1101" name="Google Shape;1101;p34"/>
          <p:cNvSpPr txBox="1"/>
          <p:nvPr/>
        </p:nvSpPr>
        <p:spPr>
          <a:xfrm>
            <a:off x="981900" y="4390825"/>
            <a:ext cx="7180200" cy="3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Follow the link in the graph to modify its data and then paste the new one here. </a:t>
            </a:r>
            <a:r>
              <a:rPr lang="en" sz="1000" b="1" u="sng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For more info, click here</a:t>
            </a:r>
            <a:endParaRPr sz="1000" b="1" u="sng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02" name="Google Shape;1102;p34"/>
          <p:cNvSpPr txBox="1">
            <a:spLocks noGrp="1"/>
          </p:cNvSpPr>
          <p:nvPr>
            <p:ph type="title" idx="4294967295"/>
          </p:nvPr>
        </p:nvSpPr>
        <p:spPr>
          <a:xfrm>
            <a:off x="986800" y="1547463"/>
            <a:ext cx="2868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Scholarly achievement</a:t>
            </a:r>
            <a:endParaRPr sz="1800"/>
          </a:p>
        </p:txBody>
      </p:sp>
      <p:sp>
        <p:nvSpPr>
          <p:cNvPr id="1103" name="Google Shape;1103;p34"/>
          <p:cNvSpPr txBox="1">
            <a:spLocks noGrp="1"/>
          </p:cNvSpPr>
          <p:nvPr>
            <p:ph type="title" idx="4294967295"/>
          </p:nvPr>
        </p:nvSpPr>
        <p:spPr>
          <a:xfrm>
            <a:off x="986800" y="2894312"/>
            <a:ext cx="2868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Intellectual growth</a:t>
            </a:r>
            <a:endParaRPr sz="1800"/>
          </a:p>
        </p:txBody>
      </p:sp>
      <p:sp>
        <p:nvSpPr>
          <p:cNvPr id="1104" name="Google Shape;1104;p34"/>
          <p:cNvSpPr txBox="1">
            <a:spLocks noGrp="1"/>
          </p:cNvSpPr>
          <p:nvPr>
            <p:ph type="title" idx="4294967295"/>
          </p:nvPr>
        </p:nvSpPr>
        <p:spPr>
          <a:xfrm>
            <a:off x="986800" y="2220887"/>
            <a:ext cx="2868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Educational excellence</a:t>
            </a:r>
            <a:endParaRPr sz="1800"/>
          </a:p>
        </p:txBody>
      </p:sp>
      <p:sp>
        <p:nvSpPr>
          <p:cNvPr id="1105" name="Google Shape;1105;p34"/>
          <p:cNvSpPr txBox="1">
            <a:spLocks noGrp="1"/>
          </p:cNvSpPr>
          <p:nvPr>
            <p:ph type="title" idx="4294967295"/>
          </p:nvPr>
        </p:nvSpPr>
        <p:spPr>
          <a:xfrm>
            <a:off x="986800" y="3567737"/>
            <a:ext cx="2868000" cy="42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Academic success</a:t>
            </a:r>
            <a:endParaRPr sz="1800"/>
          </a:p>
        </p:txBody>
      </p:sp>
      <p:sp>
        <p:nvSpPr>
          <p:cNvPr id="1106" name="Google Shape;1106;p34"/>
          <p:cNvSpPr/>
          <p:nvPr/>
        </p:nvSpPr>
        <p:spPr>
          <a:xfrm>
            <a:off x="720000" y="1674338"/>
            <a:ext cx="157200" cy="157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34"/>
          <p:cNvSpPr/>
          <p:nvPr/>
        </p:nvSpPr>
        <p:spPr>
          <a:xfrm>
            <a:off x="720075" y="3021261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34"/>
          <p:cNvSpPr/>
          <p:nvPr/>
        </p:nvSpPr>
        <p:spPr>
          <a:xfrm>
            <a:off x="720075" y="2347837"/>
            <a:ext cx="157200" cy="1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34"/>
          <p:cNvSpPr/>
          <p:nvPr/>
        </p:nvSpPr>
        <p:spPr>
          <a:xfrm>
            <a:off x="720075" y="3694686"/>
            <a:ext cx="157200" cy="15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10" name="Google Shape;1110;p34" title="Gráfico">
            <a:hlinkClick r:id="rId4"/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30941" y="1225000"/>
            <a:ext cx="4393069" cy="309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5" name="Google Shape;1115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Approach to social studies</a:t>
            </a:r>
            <a:endParaRPr/>
          </a:p>
        </p:txBody>
      </p:sp>
      <p:sp>
        <p:nvSpPr>
          <p:cNvPr id="1116" name="Google Shape;1116;p35"/>
          <p:cNvSpPr/>
          <p:nvPr/>
        </p:nvSpPr>
        <p:spPr>
          <a:xfrm>
            <a:off x="914704" y="1542950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35"/>
          <p:cNvSpPr txBox="1"/>
          <p:nvPr/>
        </p:nvSpPr>
        <p:spPr>
          <a:xfrm flipH="1">
            <a:off x="1135113" y="1372188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Curiosity spark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18" name="Google Shape;1118;p35"/>
          <p:cNvSpPr/>
          <p:nvPr/>
        </p:nvSpPr>
        <p:spPr>
          <a:xfrm>
            <a:off x="914767" y="2401037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35"/>
          <p:cNvSpPr txBox="1"/>
          <p:nvPr/>
        </p:nvSpPr>
        <p:spPr>
          <a:xfrm flipH="1">
            <a:off x="1135113" y="2230213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Resource exploration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0" name="Google Shape;1120;p35"/>
          <p:cNvSpPr/>
          <p:nvPr/>
        </p:nvSpPr>
        <p:spPr>
          <a:xfrm>
            <a:off x="914767" y="3259062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35"/>
          <p:cNvSpPr txBox="1"/>
          <p:nvPr/>
        </p:nvSpPr>
        <p:spPr>
          <a:xfrm flipH="1">
            <a:off x="1135113" y="3088238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Context understanding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2" name="Google Shape;1122;p35"/>
          <p:cNvSpPr/>
          <p:nvPr/>
        </p:nvSpPr>
        <p:spPr>
          <a:xfrm>
            <a:off x="914750" y="4117087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35"/>
          <p:cNvSpPr txBox="1"/>
          <p:nvPr/>
        </p:nvSpPr>
        <p:spPr>
          <a:xfrm flipH="1">
            <a:off x="1135113" y="3946263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Diverse perspectives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124" name="Google Shape;1124;p35"/>
          <p:cNvCxnSpPr>
            <a:stCxn id="1116" idx="2"/>
            <a:endCxn id="1118" idx="0"/>
          </p:cNvCxnSpPr>
          <p:nvPr/>
        </p:nvCxnSpPr>
        <p:spPr>
          <a:xfrm>
            <a:off x="993304" y="1700150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5" name="Google Shape;1125;p35"/>
          <p:cNvCxnSpPr>
            <a:stCxn id="1118" idx="2"/>
            <a:endCxn id="1120" idx="0"/>
          </p:cNvCxnSpPr>
          <p:nvPr/>
        </p:nvCxnSpPr>
        <p:spPr>
          <a:xfrm>
            <a:off x="993367" y="2558237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6" name="Google Shape;1126;p35"/>
          <p:cNvCxnSpPr>
            <a:stCxn id="1120" idx="2"/>
            <a:endCxn id="1122" idx="0"/>
          </p:cNvCxnSpPr>
          <p:nvPr/>
        </p:nvCxnSpPr>
        <p:spPr>
          <a:xfrm>
            <a:off x="993367" y="3416262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27" name="Google Shape;1127;p35"/>
          <p:cNvSpPr/>
          <p:nvPr/>
        </p:nvSpPr>
        <p:spPr>
          <a:xfrm>
            <a:off x="4913100" y="1543012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35"/>
          <p:cNvSpPr txBox="1"/>
          <p:nvPr/>
        </p:nvSpPr>
        <p:spPr>
          <a:xfrm flipH="1">
            <a:off x="5133463" y="1372188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Critical analysis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29" name="Google Shape;1129;p35"/>
          <p:cNvSpPr/>
          <p:nvPr/>
        </p:nvSpPr>
        <p:spPr>
          <a:xfrm>
            <a:off x="4913100" y="2401037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35"/>
          <p:cNvSpPr txBox="1"/>
          <p:nvPr/>
        </p:nvSpPr>
        <p:spPr>
          <a:xfrm flipH="1">
            <a:off x="5133463" y="2230213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Research skills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1" name="Google Shape;1131;p35"/>
          <p:cNvSpPr/>
          <p:nvPr/>
        </p:nvSpPr>
        <p:spPr>
          <a:xfrm>
            <a:off x="4913100" y="3259062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35"/>
          <p:cNvSpPr txBox="1"/>
          <p:nvPr/>
        </p:nvSpPr>
        <p:spPr>
          <a:xfrm flipH="1">
            <a:off x="5133463" y="3088238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Effective communication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33" name="Google Shape;1133;p35"/>
          <p:cNvSpPr/>
          <p:nvPr/>
        </p:nvSpPr>
        <p:spPr>
          <a:xfrm>
            <a:off x="4913100" y="4117087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35"/>
          <p:cNvSpPr txBox="1"/>
          <p:nvPr/>
        </p:nvSpPr>
        <p:spPr>
          <a:xfrm flipH="1">
            <a:off x="5133463" y="3946263"/>
            <a:ext cx="3081600" cy="4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Continuous learning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135" name="Google Shape;1135;p35"/>
          <p:cNvCxnSpPr>
            <a:stCxn id="1127" idx="2"/>
            <a:endCxn id="1129" idx="0"/>
          </p:cNvCxnSpPr>
          <p:nvPr/>
        </p:nvCxnSpPr>
        <p:spPr>
          <a:xfrm>
            <a:off x="4991700" y="1700212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6" name="Google Shape;1136;p35"/>
          <p:cNvCxnSpPr>
            <a:stCxn id="1129" idx="2"/>
            <a:endCxn id="1131" idx="0"/>
          </p:cNvCxnSpPr>
          <p:nvPr/>
        </p:nvCxnSpPr>
        <p:spPr>
          <a:xfrm>
            <a:off x="4991700" y="2558237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7" name="Google Shape;1137;p35"/>
          <p:cNvCxnSpPr>
            <a:stCxn id="1131" idx="2"/>
            <a:endCxn id="1133" idx="0"/>
          </p:cNvCxnSpPr>
          <p:nvPr/>
        </p:nvCxnSpPr>
        <p:spPr>
          <a:xfrm>
            <a:off x="4991700" y="3416262"/>
            <a:ext cx="0" cy="7008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38" name="Google Shape;1138;p35"/>
          <p:cNvCxnSpPr>
            <a:stCxn id="1122" idx="2"/>
            <a:endCxn id="1127" idx="1"/>
          </p:cNvCxnSpPr>
          <p:nvPr/>
        </p:nvCxnSpPr>
        <p:spPr>
          <a:xfrm rot="-5400000">
            <a:off x="1626950" y="988087"/>
            <a:ext cx="2652600" cy="3919800"/>
          </a:xfrm>
          <a:prstGeom prst="bentConnector4">
            <a:avLst>
              <a:gd name="adj1" fmla="val -8977"/>
              <a:gd name="adj2" fmla="val 9143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" name="Google Shape;1143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elements of social studies</a:t>
            </a:r>
            <a:endParaRPr/>
          </a:p>
        </p:txBody>
      </p:sp>
      <p:sp>
        <p:nvSpPr>
          <p:cNvPr id="1144" name="Google Shape;1144;p36"/>
          <p:cNvSpPr/>
          <p:nvPr/>
        </p:nvSpPr>
        <p:spPr>
          <a:xfrm>
            <a:off x="6200350" y="168317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5" name="Google Shape;1145;p36"/>
          <p:cNvSpPr/>
          <p:nvPr/>
        </p:nvSpPr>
        <p:spPr>
          <a:xfrm>
            <a:off x="2823000" y="413707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6" name="Google Shape;1146;p36"/>
          <p:cNvSpPr/>
          <p:nvPr/>
        </p:nvSpPr>
        <p:spPr>
          <a:xfrm>
            <a:off x="6200350" y="413707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7" name="Google Shape;1147;p36"/>
          <p:cNvSpPr/>
          <p:nvPr/>
        </p:nvSpPr>
        <p:spPr>
          <a:xfrm>
            <a:off x="2823000" y="168317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48" name="Google Shape;1148;p36"/>
          <p:cNvSpPr txBox="1"/>
          <p:nvPr/>
        </p:nvSpPr>
        <p:spPr>
          <a:xfrm>
            <a:off x="796200" y="1482325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History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49" name="Google Shape;1149;p36"/>
          <p:cNvSpPr txBox="1"/>
          <p:nvPr/>
        </p:nvSpPr>
        <p:spPr>
          <a:xfrm>
            <a:off x="3664875" y="2684575"/>
            <a:ext cx="18144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Social studies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150" name="Google Shape;1150;p36"/>
          <p:cNvCxnSpPr>
            <a:stCxn id="1149" idx="0"/>
            <a:endCxn id="1144" idx="1"/>
          </p:cNvCxnSpPr>
          <p:nvPr/>
        </p:nvCxnSpPr>
        <p:spPr>
          <a:xfrm rot="-5400000">
            <a:off x="4924875" y="1408975"/>
            <a:ext cx="922800" cy="1628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1" name="Google Shape;1151;p36"/>
          <p:cNvCxnSpPr>
            <a:stCxn id="1149" idx="2"/>
            <a:endCxn id="1146" idx="1"/>
          </p:cNvCxnSpPr>
          <p:nvPr/>
        </p:nvCxnSpPr>
        <p:spPr>
          <a:xfrm rot="-5400000" flipH="1">
            <a:off x="4900125" y="2915425"/>
            <a:ext cx="972300" cy="16284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2" name="Google Shape;1152;p36"/>
          <p:cNvSpPr txBox="1"/>
          <p:nvPr/>
        </p:nvSpPr>
        <p:spPr>
          <a:xfrm>
            <a:off x="796200" y="3936250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Anthropology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3" name="Google Shape;1153;p36"/>
          <p:cNvSpPr txBox="1"/>
          <p:nvPr/>
        </p:nvSpPr>
        <p:spPr>
          <a:xfrm>
            <a:off x="6420024" y="1482325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Geography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4" name="Google Shape;1154;p36"/>
          <p:cNvSpPr txBox="1"/>
          <p:nvPr/>
        </p:nvSpPr>
        <p:spPr>
          <a:xfrm>
            <a:off x="6420024" y="3936250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Archaeology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cxnSp>
        <p:nvCxnSpPr>
          <p:cNvPr id="1155" name="Google Shape;1155;p36"/>
          <p:cNvCxnSpPr>
            <a:stCxn id="1149" idx="0"/>
            <a:endCxn id="1147" idx="3"/>
          </p:cNvCxnSpPr>
          <p:nvPr/>
        </p:nvCxnSpPr>
        <p:spPr>
          <a:xfrm rot="5400000" flipH="1">
            <a:off x="3314775" y="1427275"/>
            <a:ext cx="922800" cy="159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56" name="Google Shape;1156;p36"/>
          <p:cNvCxnSpPr>
            <a:stCxn id="1149" idx="2"/>
            <a:endCxn id="1145" idx="3"/>
          </p:cNvCxnSpPr>
          <p:nvPr/>
        </p:nvCxnSpPr>
        <p:spPr>
          <a:xfrm rot="5400000">
            <a:off x="3290025" y="2933725"/>
            <a:ext cx="972300" cy="1591800"/>
          </a:xfrm>
          <a:prstGeom prst="bentConnector2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7" name="Google Shape;1157;p36"/>
          <p:cNvSpPr txBox="1"/>
          <p:nvPr/>
        </p:nvSpPr>
        <p:spPr>
          <a:xfrm>
            <a:off x="796200" y="2300300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Economics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8" name="Google Shape;1158;p36"/>
          <p:cNvSpPr txBox="1"/>
          <p:nvPr/>
        </p:nvSpPr>
        <p:spPr>
          <a:xfrm>
            <a:off x="796200" y="3118275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Political science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59" name="Google Shape;1159;p36"/>
          <p:cNvSpPr txBox="1"/>
          <p:nvPr/>
        </p:nvSpPr>
        <p:spPr>
          <a:xfrm>
            <a:off x="6420119" y="2300300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Sociology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60" name="Google Shape;1160;p36"/>
          <p:cNvSpPr txBox="1"/>
          <p:nvPr/>
        </p:nvSpPr>
        <p:spPr>
          <a:xfrm>
            <a:off x="6420119" y="3118275"/>
            <a:ext cx="1927800" cy="55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Civics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61" name="Google Shape;1161;p36"/>
          <p:cNvSpPr/>
          <p:nvPr/>
        </p:nvSpPr>
        <p:spPr>
          <a:xfrm>
            <a:off x="2823000" y="2493150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2" name="Google Shape;1162;p36"/>
          <p:cNvSpPr/>
          <p:nvPr/>
        </p:nvSpPr>
        <p:spPr>
          <a:xfrm>
            <a:off x="2823000" y="330312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3" name="Google Shape;1163;p36"/>
          <p:cNvSpPr/>
          <p:nvPr/>
        </p:nvSpPr>
        <p:spPr>
          <a:xfrm>
            <a:off x="6200350" y="2493150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64" name="Google Shape;1164;p36"/>
          <p:cNvSpPr/>
          <p:nvPr/>
        </p:nvSpPr>
        <p:spPr>
          <a:xfrm>
            <a:off x="6200350" y="3303125"/>
            <a:ext cx="157200" cy="15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cxnSp>
        <p:nvCxnSpPr>
          <p:cNvPr id="1165" name="Google Shape;1165;p36"/>
          <p:cNvCxnSpPr>
            <a:stCxn id="1149" idx="1"/>
            <a:endCxn id="1161" idx="3"/>
          </p:cNvCxnSpPr>
          <p:nvPr/>
        </p:nvCxnSpPr>
        <p:spPr>
          <a:xfrm rot="10800000">
            <a:off x="2980275" y="2571625"/>
            <a:ext cx="684600" cy="3924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6" name="Google Shape;1166;p36"/>
          <p:cNvCxnSpPr>
            <a:stCxn id="1149" idx="1"/>
            <a:endCxn id="1162" idx="3"/>
          </p:cNvCxnSpPr>
          <p:nvPr/>
        </p:nvCxnSpPr>
        <p:spPr>
          <a:xfrm flipH="1">
            <a:off x="2980275" y="2964025"/>
            <a:ext cx="684600" cy="417600"/>
          </a:xfrm>
          <a:prstGeom prst="bentConnector3">
            <a:avLst>
              <a:gd name="adj1" fmla="val 50005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7" name="Google Shape;1167;p36"/>
          <p:cNvCxnSpPr>
            <a:stCxn id="1149" idx="3"/>
            <a:endCxn id="1163" idx="1"/>
          </p:cNvCxnSpPr>
          <p:nvPr/>
        </p:nvCxnSpPr>
        <p:spPr>
          <a:xfrm rot="10800000" flipH="1">
            <a:off x="5479275" y="2571625"/>
            <a:ext cx="721200" cy="3924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68" name="Google Shape;1168;p36"/>
          <p:cNvCxnSpPr>
            <a:stCxn id="1149" idx="3"/>
            <a:endCxn id="1164" idx="1"/>
          </p:cNvCxnSpPr>
          <p:nvPr/>
        </p:nvCxnSpPr>
        <p:spPr>
          <a:xfrm>
            <a:off x="5479275" y="2964025"/>
            <a:ext cx="721200" cy="417600"/>
          </a:xfrm>
          <a:prstGeom prst="bentConnector3">
            <a:avLst>
              <a:gd name="adj1" fmla="val 49991"/>
            </a:avLst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Google Shape;1173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Core foundations</a:t>
            </a:r>
            <a:endParaRPr/>
          </a:p>
        </p:txBody>
      </p:sp>
      <p:sp>
        <p:nvSpPr>
          <p:cNvPr id="1174" name="Google Shape;1174;p37"/>
          <p:cNvSpPr txBox="1">
            <a:spLocks noGrp="1"/>
          </p:cNvSpPr>
          <p:nvPr>
            <p:ph type="subTitle" idx="1"/>
          </p:nvPr>
        </p:nvSpPr>
        <p:spPr>
          <a:xfrm>
            <a:off x="4858069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core of social studies lies in fostering </a:t>
            </a:r>
            <a:r>
              <a:rPr lang="en" b="1"/>
              <a:t>critical thinking and analytical skills.</a:t>
            </a:r>
            <a:r>
              <a:rPr lang="en"/>
              <a:t> Students delve into historical events, explore diverse cultures, and analyze societal structures. This foundational knowledge equips them with the tools needed to interpret complex issues</a:t>
            </a:r>
            <a:endParaRPr/>
          </a:p>
        </p:txBody>
      </p:sp>
      <p:sp>
        <p:nvSpPr>
          <p:cNvPr id="1175" name="Google Shape;1175;p37"/>
          <p:cNvSpPr txBox="1">
            <a:spLocks noGrp="1"/>
          </p:cNvSpPr>
          <p:nvPr>
            <p:ph type="subTitle" idx="2"/>
          </p:nvPr>
        </p:nvSpPr>
        <p:spPr>
          <a:xfrm>
            <a:off x="720000" y="2303700"/>
            <a:ext cx="3572700" cy="190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studies serves as the backbone of education, providing students with a comprehensive </a:t>
            </a:r>
            <a:r>
              <a:rPr lang="en" b="1"/>
              <a:t>understanding of the world's key disciplines</a:t>
            </a:r>
            <a:r>
              <a:rPr lang="en"/>
              <a:t>. It encompasses history, geography, economics, political science, sociology, civics, anthropology, and archaeology</a:t>
            </a:r>
            <a:endParaRPr/>
          </a:p>
        </p:txBody>
      </p:sp>
      <p:sp>
        <p:nvSpPr>
          <p:cNvPr id="1176" name="Google Shape;1176;p37"/>
          <p:cNvSpPr txBox="1">
            <a:spLocks noGrp="1"/>
          </p:cNvSpPr>
          <p:nvPr>
            <p:ph type="subTitle" idx="3"/>
          </p:nvPr>
        </p:nvSpPr>
        <p:spPr>
          <a:xfrm>
            <a:off x="720000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the roots</a:t>
            </a:r>
            <a:endParaRPr/>
          </a:p>
        </p:txBody>
      </p:sp>
      <p:sp>
        <p:nvSpPr>
          <p:cNvPr id="1177" name="Google Shape;1177;p37"/>
          <p:cNvSpPr txBox="1">
            <a:spLocks noGrp="1"/>
          </p:cNvSpPr>
          <p:nvPr>
            <p:ph type="subTitle" idx="4"/>
          </p:nvPr>
        </p:nvSpPr>
        <p:spPr>
          <a:xfrm>
            <a:off x="4858074" y="1731150"/>
            <a:ext cx="35727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Critical thinking and analysis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2" name="Google Shape;1182;p3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Rubric</a:t>
            </a:r>
            <a:endParaRPr/>
          </a:p>
        </p:txBody>
      </p:sp>
      <p:graphicFrame>
        <p:nvGraphicFramePr>
          <p:cNvPr id="1183" name="Google Shape;1183;p38"/>
          <p:cNvGraphicFramePr/>
          <p:nvPr/>
        </p:nvGraphicFramePr>
        <p:xfrm>
          <a:off x="719988" y="1143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{CB575966-B7A1-4ABB-A338-B9DE56967991}</a:tableStyleId>
              </a:tblPr>
              <a:tblGrid>
                <a:gridCol w="750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83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8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38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5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Criteria</a:t>
                      </a:r>
                      <a:endParaRPr sz="12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Excellent (4)</a:t>
                      </a:r>
                      <a:endParaRPr sz="12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Good (3)</a:t>
                      </a:r>
                      <a:endParaRPr sz="12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Basic (2)</a:t>
                      </a:r>
                      <a:endParaRPr sz="12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Limited (1)</a:t>
                      </a:r>
                      <a:endParaRPr sz="12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45700" marB="45700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0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Historical thinking</a:t>
                      </a:r>
                      <a:endParaRPr sz="11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deep understanding of historical themes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solid understanding of historical themes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basic understanding of historical themes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limited understanding of historical themes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Civic thinking</a:t>
                      </a:r>
                      <a:endParaRPr sz="11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deep understanding of civic concepts 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solid understanding of civic concepts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basic understanding of civic concepts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limited understanding of civic concepts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513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Research</a:t>
                      </a:r>
                      <a:endParaRPr sz="11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deep understanding of the topic and incorporates a wide range of sources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solid understanding of the topic and uses several relevant sources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a basic understanding of the topic and uses a few relevant sources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Shows a limited understanding of the topic and uses few or no relevant sources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05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Writing</a:t>
                      </a:r>
                      <a:endParaRPr sz="1100"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45700" marR="45700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excellent writing skills, including proper grammar and spelling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good writing skills, with only minor errors in grammar and spelling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basic writing skills, with some errors in grammar, and spelling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Demonstrates poor writing skills, with frequent errors in grammar and spelling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27425" marR="27425" marT="18275" marB="182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Assignment brief</a:t>
            </a:r>
            <a:endParaRPr/>
          </a:p>
        </p:txBody>
      </p:sp>
      <p:graphicFrame>
        <p:nvGraphicFramePr>
          <p:cNvPr id="1189" name="Google Shape;1189;p39"/>
          <p:cNvGraphicFramePr/>
          <p:nvPr/>
        </p:nvGraphicFramePr>
        <p:xfrm>
          <a:off x="719988" y="119032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{CB575966-B7A1-4ABB-A338-B9DE56967991}</a:tableStyleId>
              </a:tblPr>
              <a:tblGrid>
                <a:gridCol w="1042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2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Course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Social studies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Unit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Understanding social issues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8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Project title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The social issues challenge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Tutor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Dr. Tutor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Start date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MM/DD/YYYY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48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Jost"/>
                          <a:ea typeface="Jost"/>
                          <a:cs typeface="Jost"/>
                          <a:sym typeface="Jost"/>
                        </a:rPr>
                        <a:t>Deadline</a:t>
                      </a:r>
                      <a:endParaRPr b="1">
                        <a:solidFill>
                          <a:schemeClr val="dk1"/>
                        </a:solidFill>
                        <a:latin typeface="Jost"/>
                        <a:ea typeface="Jost"/>
                        <a:cs typeface="Jost"/>
                        <a:sym typeface="Jost"/>
                      </a:endParaRPr>
                    </a:p>
                  </a:txBody>
                  <a:tcPr marL="91425" marR="91425" marT="68575" marB="6857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MM/DD/YYYY</a:t>
                      </a:r>
                      <a:endParaRPr sz="1200">
                        <a:solidFill>
                          <a:schemeClr val="dk1"/>
                        </a:solidFill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L="45700" marR="45700" marT="27425" marB="27425" anchor="ctr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90" name="Google Shape;1190;p39"/>
          <p:cNvSpPr txBox="1">
            <a:spLocks noGrp="1"/>
          </p:cNvSpPr>
          <p:nvPr>
            <p:ph type="subTitle" idx="4294967295"/>
          </p:nvPr>
        </p:nvSpPr>
        <p:spPr>
          <a:xfrm>
            <a:off x="3617750" y="1676875"/>
            <a:ext cx="48129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unit is designed to help students understand the concept of </a:t>
            </a:r>
            <a:r>
              <a:rPr lang="en" b="1"/>
              <a:t>social issues and their impact on society</a:t>
            </a:r>
            <a:r>
              <a:rPr lang="en"/>
              <a:t>. They will explore the history of social issues, analyze current social issues, and develop strategies</a:t>
            </a:r>
            <a:endParaRPr/>
          </a:p>
        </p:txBody>
      </p:sp>
      <p:sp>
        <p:nvSpPr>
          <p:cNvPr id="1191" name="Google Shape;1191;p39"/>
          <p:cNvSpPr txBox="1">
            <a:spLocks noGrp="1"/>
          </p:cNvSpPr>
          <p:nvPr>
            <p:ph type="subTitle" idx="4294967295"/>
          </p:nvPr>
        </p:nvSpPr>
        <p:spPr>
          <a:xfrm>
            <a:off x="3617750" y="1190325"/>
            <a:ext cx="48129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Jost"/>
                <a:ea typeface="Jost"/>
                <a:cs typeface="Jost"/>
                <a:sym typeface="Jost"/>
              </a:rPr>
              <a:t>Abstract of the unit</a:t>
            </a:r>
            <a:endParaRPr sz="1800" b="1"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192" name="Google Shape;1192;p39"/>
          <p:cNvSpPr txBox="1">
            <a:spLocks noGrp="1"/>
          </p:cNvSpPr>
          <p:nvPr>
            <p:ph type="subTitle" idx="4294967295"/>
          </p:nvPr>
        </p:nvSpPr>
        <p:spPr>
          <a:xfrm>
            <a:off x="3617750" y="3444525"/>
            <a:ext cx="4812900" cy="108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students will work in groups to identify a social issue and </a:t>
            </a:r>
            <a:r>
              <a:rPr lang="en" b="1"/>
              <a:t>develop a plan for addressing it</a:t>
            </a:r>
            <a:r>
              <a:rPr lang="en"/>
              <a:t>. The plan should include a description of the issue, an analysis of the root causes, and recommendations for addressing it</a:t>
            </a:r>
            <a:endParaRPr/>
          </a:p>
        </p:txBody>
      </p:sp>
      <p:sp>
        <p:nvSpPr>
          <p:cNvPr id="1193" name="Google Shape;1193;p39"/>
          <p:cNvSpPr txBox="1">
            <a:spLocks noGrp="1"/>
          </p:cNvSpPr>
          <p:nvPr>
            <p:ph type="subTitle" idx="4294967295"/>
          </p:nvPr>
        </p:nvSpPr>
        <p:spPr>
          <a:xfrm>
            <a:off x="3617750" y="2957975"/>
            <a:ext cx="4812900" cy="48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latin typeface="Jost"/>
                <a:ea typeface="Jost"/>
                <a:cs typeface="Jost"/>
                <a:sym typeface="Jost"/>
              </a:rPr>
              <a:t>Assignment brief</a:t>
            </a:r>
            <a:endParaRPr sz="1800" b="1">
              <a:latin typeface="Jost"/>
              <a:ea typeface="Jost"/>
              <a:cs typeface="Jost"/>
              <a:sym typeface="Jos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Case study</a:t>
            </a:r>
            <a:endParaRPr/>
          </a:p>
        </p:txBody>
      </p:sp>
      <p:sp>
        <p:nvSpPr>
          <p:cNvPr id="1199" name="Google Shape;1199;p40"/>
          <p:cNvSpPr txBox="1"/>
          <p:nvPr/>
        </p:nvSpPr>
        <p:spPr>
          <a:xfrm>
            <a:off x="726375" y="1157137"/>
            <a:ext cx="7704000" cy="9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This case study exercise aims to help students understand the impact of social media on society. Students will </a:t>
            </a: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analyze the effects of social media on different aspects of society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politics, culture, and communication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00" name="Google Shape;1200;p40"/>
          <p:cNvSpPr txBox="1"/>
          <p:nvPr/>
        </p:nvSpPr>
        <p:spPr>
          <a:xfrm>
            <a:off x="726375" y="2144816"/>
            <a:ext cx="7704000" cy="46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chemeClr val="dk1"/>
                </a:solidFill>
                <a:latin typeface="Jost"/>
                <a:ea typeface="Jost"/>
                <a:cs typeface="Jost"/>
                <a:sym typeface="Jost"/>
              </a:rPr>
              <a:t>Instructions</a:t>
            </a:r>
            <a:endParaRPr sz="1800" b="1">
              <a:solidFill>
                <a:schemeClr val="dk1"/>
              </a:solidFill>
              <a:latin typeface="Jost"/>
              <a:ea typeface="Jost"/>
              <a:cs typeface="Jost"/>
              <a:sym typeface="Jost"/>
            </a:endParaRPr>
          </a:p>
        </p:txBody>
      </p:sp>
      <p:sp>
        <p:nvSpPr>
          <p:cNvPr id="1201" name="Google Shape;1201;p40"/>
          <p:cNvSpPr txBox="1"/>
          <p:nvPr/>
        </p:nvSpPr>
        <p:spPr>
          <a:xfrm>
            <a:off x="726375" y="2500868"/>
            <a:ext cx="7704000" cy="21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82880" lvl="0" indent="-226059" algn="l" rtl="0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Introduction: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Begin by introducing the topic of social media and its impact. Provide students with a overview of the different ways in which social media has affected society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8288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Case study analysis: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Divide students into groups and provide each group with a case study that examines the impact of social media on a specific aspect of society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8288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Group discussion: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 After analyzing the case studies, have each group present their findings to the class. Encourage students to discuss the similarities and differences </a:t>
            </a:r>
            <a:endParaRPr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182880" lvl="0" indent="-226059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</a:pPr>
            <a:r>
              <a:rPr lang="en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Conclusion:</a:t>
            </a:r>
            <a:r>
              <a:rPr lang="en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 Ask students to reflect on what they have learned and to consider how they can apply this knowledge to their own lives</a:t>
            </a:r>
            <a:endParaRPr sz="17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6" name="Google Shape;1206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Conclusions</a:t>
            </a:r>
            <a:endParaRPr/>
          </a:p>
        </p:txBody>
      </p:sp>
      <p:sp>
        <p:nvSpPr>
          <p:cNvPr id="1207" name="Google Shape;1207;p41"/>
          <p:cNvSpPr txBox="1">
            <a:spLocks noGrp="1"/>
          </p:cNvSpPr>
          <p:nvPr>
            <p:ph type="subTitle" idx="1"/>
          </p:nvPr>
        </p:nvSpPr>
        <p:spPr>
          <a:xfrm>
            <a:off x="720050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conclusion, social studies serves as the bridge to a more globally minded and culturally aware generation, </a:t>
            </a:r>
            <a:r>
              <a:rPr lang="en" b="1"/>
              <a:t>promoting interconnectedness and understanding</a:t>
            </a:r>
            <a:endParaRPr b="1"/>
          </a:p>
        </p:txBody>
      </p:sp>
      <p:sp>
        <p:nvSpPr>
          <p:cNvPr id="1208" name="Google Shape;1208;p41"/>
          <p:cNvSpPr txBox="1">
            <a:spLocks noGrp="1"/>
          </p:cNvSpPr>
          <p:nvPr>
            <p:ph type="subTitle" idx="2"/>
          </p:nvPr>
        </p:nvSpPr>
        <p:spPr>
          <a:xfrm>
            <a:off x="3346385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discipline of social studies empowers students to become adept </a:t>
            </a:r>
            <a:r>
              <a:rPr lang="en" b="1"/>
              <a:t>critical thinkers</a:t>
            </a:r>
            <a:r>
              <a:rPr lang="en"/>
              <a:t>, equipped with the skills needed for analyzing and understanding complex societal issues</a:t>
            </a:r>
            <a:endParaRPr/>
          </a:p>
        </p:txBody>
      </p:sp>
      <p:sp>
        <p:nvSpPr>
          <p:cNvPr id="1209" name="Google Shape;1209;p41"/>
          <p:cNvSpPr txBox="1">
            <a:spLocks noGrp="1"/>
          </p:cNvSpPr>
          <p:nvPr>
            <p:ph type="subTitle" idx="3"/>
          </p:nvPr>
        </p:nvSpPr>
        <p:spPr>
          <a:xfrm>
            <a:off x="5972703" y="2236574"/>
            <a:ext cx="2451300" cy="213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conclude, social studies lays the foundation for </a:t>
            </a:r>
            <a:r>
              <a:rPr lang="en" b="1"/>
              <a:t>responsible citizenship</a:t>
            </a:r>
            <a:r>
              <a:rPr lang="en"/>
              <a:t>, cultivating individuals who are not only knowledgeable about the world's past but also engaged and proactive in shaping its future</a:t>
            </a:r>
            <a:endParaRPr/>
          </a:p>
        </p:txBody>
      </p:sp>
      <p:sp>
        <p:nvSpPr>
          <p:cNvPr id="1210" name="Google Shape;1210;p41"/>
          <p:cNvSpPr txBox="1">
            <a:spLocks noGrp="1"/>
          </p:cNvSpPr>
          <p:nvPr>
            <p:ph type="subTitle" idx="4"/>
          </p:nvPr>
        </p:nvSpPr>
        <p:spPr>
          <a:xfrm>
            <a:off x="720050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Fostering global minds</a:t>
            </a:r>
            <a:endParaRPr/>
          </a:p>
        </p:txBody>
      </p:sp>
      <p:sp>
        <p:nvSpPr>
          <p:cNvPr id="1211" name="Google Shape;1211;p41"/>
          <p:cNvSpPr txBox="1">
            <a:spLocks noGrp="1"/>
          </p:cNvSpPr>
          <p:nvPr>
            <p:ph type="subTitle" idx="5"/>
          </p:nvPr>
        </p:nvSpPr>
        <p:spPr>
          <a:xfrm>
            <a:off x="3346389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Empowering critical thinkers</a:t>
            </a:r>
            <a:endParaRPr/>
          </a:p>
        </p:txBody>
      </p:sp>
      <p:sp>
        <p:nvSpPr>
          <p:cNvPr id="1212" name="Google Shape;1212;p41"/>
          <p:cNvSpPr txBox="1">
            <a:spLocks noGrp="1"/>
          </p:cNvSpPr>
          <p:nvPr>
            <p:ph type="subTitle" idx="6"/>
          </p:nvPr>
        </p:nvSpPr>
        <p:spPr>
          <a:xfrm>
            <a:off x="5972703" y="1557190"/>
            <a:ext cx="2451300" cy="7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Responsible citizens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2"/>
          <p:cNvSpPr txBox="1">
            <a:spLocks noGrp="1"/>
          </p:cNvSpPr>
          <p:nvPr>
            <p:ph type="title"/>
          </p:nvPr>
        </p:nvSpPr>
        <p:spPr>
          <a:xfrm>
            <a:off x="713251" y="839859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218" name="Google Shape;1218;p42"/>
          <p:cNvSpPr txBox="1">
            <a:spLocks noGrp="1"/>
          </p:cNvSpPr>
          <p:nvPr>
            <p:ph type="subTitle" idx="1"/>
          </p:nvPr>
        </p:nvSpPr>
        <p:spPr>
          <a:xfrm>
            <a:off x="713225" y="1830775"/>
            <a:ext cx="3061800" cy="105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Do you have any questions?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219" name="Google Shape;1219;p42"/>
          <p:cNvSpPr txBox="1"/>
          <p:nvPr/>
        </p:nvSpPr>
        <p:spPr>
          <a:xfrm>
            <a:off x="713275" y="4157550"/>
            <a:ext cx="30618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Please keep this slide for attribution</a:t>
            </a:r>
            <a:endParaRPr sz="1000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220" name="Google Shape;1220;p42"/>
          <p:cNvGrpSpPr/>
          <p:nvPr/>
        </p:nvGrpSpPr>
        <p:grpSpPr>
          <a:xfrm>
            <a:off x="1772500" y="3016490"/>
            <a:ext cx="353443" cy="353443"/>
            <a:chOff x="1379798" y="1723250"/>
            <a:chExt cx="397887" cy="397887"/>
          </a:xfrm>
        </p:grpSpPr>
        <p:sp>
          <p:nvSpPr>
            <p:cNvPr id="1221" name="Google Shape;1221;p42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2" name="Google Shape;1222;p42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3" name="Google Shape;1223;p42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4" name="Google Shape;1224;p42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5" name="Google Shape;1225;p42"/>
          <p:cNvGrpSpPr/>
          <p:nvPr/>
        </p:nvGrpSpPr>
        <p:grpSpPr>
          <a:xfrm>
            <a:off x="804131" y="3016490"/>
            <a:ext cx="353461" cy="353443"/>
            <a:chOff x="266768" y="1721375"/>
            <a:chExt cx="397907" cy="397887"/>
          </a:xfrm>
        </p:grpSpPr>
        <p:sp>
          <p:nvSpPr>
            <p:cNvPr id="1226" name="Google Shape;1226;p42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7" name="Google Shape;1227;p42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28" name="Google Shape;1228;p42"/>
          <p:cNvGrpSpPr/>
          <p:nvPr/>
        </p:nvGrpSpPr>
        <p:grpSpPr>
          <a:xfrm>
            <a:off x="1288333" y="3016490"/>
            <a:ext cx="353424" cy="353443"/>
            <a:chOff x="864491" y="1723250"/>
            <a:chExt cx="397866" cy="397887"/>
          </a:xfrm>
        </p:grpSpPr>
        <p:sp>
          <p:nvSpPr>
            <p:cNvPr id="1229" name="Google Shape;1229;p42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0" name="Google Shape;1230;p42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1" name="Google Shape;1231;p42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32" name="Google Shape;1232;p42"/>
          <p:cNvGrpSpPr/>
          <p:nvPr/>
        </p:nvGrpSpPr>
        <p:grpSpPr>
          <a:xfrm>
            <a:off x="4467917" y="-6533"/>
            <a:ext cx="4664428" cy="5114046"/>
            <a:chOff x="4467917" y="-6533"/>
            <a:chExt cx="4664428" cy="5114046"/>
          </a:xfrm>
        </p:grpSpPr>
        <p:grpSp>
          <p:nvGrpSpPr>
            <p:cNvPr id="1233" name="Google Shape;1233;p42"/>
            <p:cNvGrpSpPr/>
            <p:nvPr/>
          </p:nvGrpSpPr>
          <p:grpSpPr>
            <a:xfrm>
              <a:off x="7607459" y="3467984"/>
              <a:ext cx="858731" cy="1639529"/>
              <a:chOff x="3994396" y="1674709"/>
              <a:chExt cx="858731" cy="1639529"/>
            </a:xfrm>
          </p:grpSpPr>
          <p:sp>
            <p:nvSpPr>
              <p:cNvPr id="1234" name="Google Shape;1234;p42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5" name="Google Shape;1235;p42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6" name="Google Shape;1236;p42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7" name="Google Shape;1237;p42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8" name="Google Shape;1238;p42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9" name="Google Shape;1239;p42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0" name="Google Shape;1240;p42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1" name="Google Shape;1241;p42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2" name="Google Shape;1242;p42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3" name="Google Shape;1243;p42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4" name="Google Shape;1244;p42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5" name="Google Shape;1245;p42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6" name="Google Shape;1246;p42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7" name="Google Shape;1247;p42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8" name="Google Shape;1248;p42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9" name="Google Shape;1249;p42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0" name="Google Shape;1250;p42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1" name="Google Shape;1251;p42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2" name="Google Shape;1252;p42"/>
            <p:cNvGrpSpPr/>
            <p:nvPr/>
          </p:nvGrpSpPr>
          <p:grpSpPr>
            <a:xfrm>
              <a:off x="5190894" y="3243858"/>
              <a:ext cx="767425" cy="1660448"/>
              <a:chOff x="6491394" y="3272395"/>
              <a:chExt cx="767425" cy="1660448"/>
            </a:xfrm>
          </p:grpSpPr>
          <p:sp>
            <p:nvSpPr>
              <p:cNvPr id="1253" name="Google Shape;1253;p42"/>
              <p:cNvSpPr/>
              <p:nvPr/>
            </p:nvSpPr>
            <p:spPr>
              <a:xfrm>
                <a:off x="6491394" y="4529667"/>
                <a:ext cx="737504" cy="403176"/>
              </a:xfrm>
              <a:custGeom>
                <a:avLst/>
                <a:gdLst/>
                <a:ahLst/>
                <a:cxnLst/>
                <a:rect l="l" t="t" r="r" b="b"/>
                <a:pathLst>
                  <a:path w="252570" h="138074" extrusionOk="0">
                    <a:moveTo>
                      <a:pt x="172749" y="64675"/>
                    </a:moveTo>
                    <a:cubicBezTo>
                      <a:pt x="173321" y="63722"/>
                      <a:pt x="170844" y="63627"/>
                      <a:pt x="168939" y="64675"/>
                    </a:cubicBezTo>
                    <a:cubicBezTo>
                      <a:pt x="167415" y="65532"/>
                      <a:pt x="167701" y="66389"/>
                      <a:pt x="164558" y="66961"/>
                    </a:cubicBezTo>
                    <a:cubicBezTo>
                      <a:pt x="163319" y="67151"/>
                      <a:pt x="161700" y="67246"/>
                      <a:pt x="160272" y="67532"/>
                    </a:cubicBezTo>
                    <a:cubicBezTo>
                      <a:pt x="158652" y="67818"/>
                      <a:pt x="157033" y="68294"/>
                      <a:pt x="155414" y="68675"/>
                    </a:cubicBezTo>
                    <a:cubicBezTo>
                      <a:pt x="154747" y="68675"/>
                      <a:pt x="154080" y="68485"/>
                      <a:pt x="153413" y="68390"/>
                    </a:cubicBezTo>
                    <a:cubicBezTo>
                      <a:pt x="157128" y="66294"/>
                      <a:pt x="159700" y="64198"/>
                      <a:pt x="161891" y="62103"/>
                    </a:cubicBezTo>
                    <a:cubicBezTo>
                      <a:pt x="168177" y="56198"/>
                      <a:pt x="173797" y="50768"/>
                      <a:pt x="177321" y="45053"/>
                    </a:cubicBezTo>
                    <a:cubicBezTo>
                      <a:pt x="175511" y="45053"/>
                      <a:pt x="173797" y="45053"/>
                      <a:pt x="171987" y="45148"/>
                    </a:cubicBezTo>
                    <a:cubicBezTo>
                      <a:pt x="173702" y="42100"/>
                      <a:pt x="175226" y="39433"/>
                      <a:pt x="176559" y="38576"/>
                    </a:cubicBezTo>
                    <a:cubicBezTo>
                      <a:pt x="191990" y="28861"/>
                      <a:pt x="196847" y="19621"/>
                      <a:pt x="212468" y="9906"/>
                    </a:cubicBezTo>
                    <a:cubicBezTo>
                      <a:pt x="213802" y="9049"/>
                      <a:pt x="215612" y="8287"/>
                      <a:pt x="217517" y="7525"/>
                    </a:cubicBezTo>
                    <a:cubicBezTo>
                      <a:pt x="217517" y="7620"/>
                      <a:pt x="217517" y="7715"/>
                      <a:pt x="217326" y="7906"/>
                    </a:cubicBezTo>
                    <a:cubicBezTo>
                      <a:pt x="227423" y="4667"/>
                      <a:pt x="239901" y="2191"/>
                      <a:pt x="252569" y="1143"/>
                    </a:cubicBezTo>
                    <a:cubicBezTo>
                      <a:pt x="252664" y="95"/>
                      <a:pt x="248473" y="0"/>
                      <a:pt x="244853" y="0"/>
                    </a:cubicBezTo>
                    <a:cubicBezTo>
                      <a:pt x="238948" y="0"/>
                      <a:pt x="233138" y="191"/>
                      <a:pt x="227232" y="191"/>
                    </a:cubicBezTo>
                    <a:cubicBezTo>
                      <a:pt x="225518" y="191"/>
                      <a:pt x="223803" y="191"/>
                      <a:pt x="221993" y="381"/>
                    </a:cubicBezTo>
                    <a:cubicBezTo>
                      <a:pt x="215707" y="1048"/>
                      <a:pt x="210373" y="3429"/>
                      <a:pt x="204277" y="3810"/>
                    </a:cubicBezTo>
                    <a:cubicBezTo>
                      <a:pt x="203991" y="2858"/>
                      <a:pt x="204467" y="1810"/>
                      <a:pt x="205515" y="762"/>
                    </a:cubicBezTo>
                    <a:cubicBezTo>
                      <a:pt x="203991" y="762"/>
                      <a:pt x="202658" y="476"/>
                      <a:pt x="201515" y="191"/>
                    </a:cubicBezTo>
                    <a:cubicBezTo>
                      <a:pt x="205706" y="1238"/>
                      <a:pt x="187322" y="6763"/>
                      <a:pt x="197800" y="8096"/>
                    </a:cubicBezTo>
                    <a:cubicBezTo>
                      <a:pt x="198181" y="10668"/>
                      <a:pt x="194466" y="13525"/>
                      <a:pt x="188942" y="16478"/>
                    </a:cubicBezTo>
                    <a:cubicBezTo>
                      <a:pt x="185703" y="18193"/>
                      <a:pt x="181988" y="20002"/>
                      <a:pt x="178940" y="21717"/>
                    </a:cubicBezTo>
                    <a:cubicBezTo>
                      <a:pt x="169320" y="27242"/>
                      <a:pt x="157223" y="35147"/>
                      <a:pt x="154556" y="38957"/>
                    </a:cubicBezTo>
                    <a:cubicBezTo>
                      <a:pt x="153223" y="40862"/>
                      <a:pt x="150747" y="42767"/>
                      <a:pt x="147698" y="44672"/>
                    </a:cubicBezTo>
                    <a:cubicBezTo>
                      <a:pt x="145508" y="44577"/>
                      <a:pt x="143412" y="44482"/>
                      <a:pt x="141317" y="44291"/>
                    </a:cubicBezTo>
                    <a:cubicBezTo>
                      <a:pt x="135888" y="49625"/>
                      <a:pt x="122362" y="54673"/>
                      <a:pt x="111408" y="59817"/>
                    </a:cubicBezTo>
                    <a:cubicBezTo>
                      <a:pt x="103693" y="63437"/>
                      <a:pt x="97026" y="67627"/>
                      <a:pt x="95882" y="71056"/>
                    </a:cubicBezTo>
                    <a:cubicBezTo>
                      <a:pt x="92549" y="71342"/>
                      <a:pt x="89215" y="71533"/>
                      <a:pt x="86072" y="71438"/>
                    </a:cubicBezTo>
                    <a:cubicBezTo>
                      <a:pt x="86072" y="72581"/>
                      <a:pt x="86548" y="73628"/>
                      <a:pt x="87024" y="74676"/>
                    </a:cubicBezTo>
                    <a:cubicBezTo>
                      <a:pt x="87215" y="74962"/>
                      <a:pt x="87405" y="75248"/>
                      <a:pt x="87596" y="75629"/>
                    </a:cubicBezTo>
                    <a:cubicBezTo>
                      <a:pt x="85500" y="76391"/>
                      <a:pt x="83214" y="77057"/>
                      <a:pt x="80833" y="77724"/>
                    </a:cubicBezTo>
                    <a:cubicBezTo>
                      <a:pt x="73308" y="79820"/>
                      <a:pt x="63783" y="83629"/>
                      <a:pt x="59402" y="85630"/>
                    </a:cubicBezTo>
                    <a:cubicBezTo>
                      <a:pt x="58354" y="86106"/>
                      <a:pt x="57497" y="86582"/>
                      <a:pt x="56830" y="87058"/>
                    </a:cubicBezTo>
                    <a:cubicBezTo>
                      <a:pt x="54163" y="89249"/>
                      <a:pt x="53782" y="91250"/>
                      <a:pt x="53020" y="93726"/>
                    </a:cubicBezTo>
                    <a:cubicBezTo>
                      <a:pt x="53020" y="94012"/>
                      <a:pt x="52830" y="94393"/>
                      <a:pt x="52639" y="94679"/>
                    </a:cubicBezTo>
                    <a:cubicBezTo>
                      <a:pt x="51591" y="94869"/>
                      <a:pt x="50543" y="95060"/>
                      <a:pt x="49496" y="95345"/>
                    </a:cubicBezTo>
                    <a:cubicBezTo>
                      <a:pt x="47781" y="98870"/>
                      <a:pt x="46448" y="102298"/>
                      <a:pt x="45590" y="105727"/>
                    </a:cubicBezTo>
                    <a:cubicBezTo>
                      <a:pt x="41399" y="105727"/>
                      <a:pt x="36446" y="106394"/>
                      <a:pt x="32827" y="107537"/>
                    </a:cubicBezTo>
                    <a:cubicBezTo>
                      <a:pt x="26255" y="109538"/>
                      <a:pt x="24921" y="112490"/>
                      <a:pt x="29112" y="113919"/>
                    </a:cubicBezTo>
                    <a:cubicBezTo>
                      <a:pt x="21302" y="115348"/>
                      <a:pt x="17111" y="119158"/>
                      <a:pt x="21778" y="120396"/>
                    </a:cubicBezTo>
                    <a:cubicBezTo>
                      <a:pt x="19492" y="119825"/>
                      <a:pt x="14444" y="120396"/>
                      <a:pt x="11586" y="121444"/>
                    </a:cubicBezTo>
                    <a:cubicBezTo>
                      <a:pt x="8729" y="122492"/>
                      <a:pt x="7586" y="123635"/>
                      <a:pt x="7205" y="124682"/>
                    </a:cubicBezTo>
                    <a:cubicBezTo>
                      <a:pt x="6824" y="125825"/>
                      <a:pt x="7205" y="126968"/>
                      <a:pt x="10253" y="127254"/>
                    </a:cubicBezTo>
                    <a:cubicBezTo>
                      <a:pt x="4252" y="128111"/>
                      <a:pt x="823" y="130302"/>
                      <a:pt x="156" y="132017"/>
                    </a:cubicBezTo>
                    <a:cubicBezTo>
                      <a:pt x="-606" y="134112"/>
                      <a:pt x="1394" y="136017"/>
                      <a:pt x="6728" y="136874"/>
                    </a:cubicBezTo>
                    <a:cubicBezTo>
                      <a:pt x="12062" y="137731"/>
                      <a:pt x="20921" y="137160"/>
                      <a:pt x="27302" y="135350"/>
                    </a:cubicBezTo>
                    <a:cubicBezTo>
                      <a:pt x="28731" y="137541"/>
                      <a:pt x="36256" y="138589"/>
                      <a:pt x="44828" y="137827"/>
                    </a:cubicBezTo>
                    <a:cubicBezTo>
                      <a:pt x="52925" y="137160"/>
                      <a:pt x="61116" y="134874"/>
                      <a:pt x="64545" y="132493"/>
                    </a:cubicBezTo>
                    <a:cubicBezTo>
                      <a:pt x="69593" y="131636"/>
                      <a:pt x="73308" y="130397"/>
                      <a:pt x="74642" y="128873"/>
                    </a:cubicBezTo>
                    <a:cubicBezTo>
                      <a:pt x="75594" y="127730"/>
                      <a:pt x="73594" y="126778"/>
                      <a:pt x="70451" y="126683"/>
                    </a:cubicBezTo>
                    <a:cubicBezTo>
                      <a:pt x="70927" y="126206"/>
                      <a:pt x="71403" y="125635"/>
                      <a:pt x="71689" y="125158"/>
                    </a:cubicBezTo>
                    <a:cubicBezTo>
                      <a:pt x="72070" y="124492"/>
                      <a:pt x="72356" y="123825"/>
                      <a:pt x="73499" y="123158"/>
                    </a:cubicBezTo>
                    <a:cubicBezTo>
                      <a:pt x="74546" y="122492"/>
                      <a:pt x="76356" y="121920"/>
                      <a:pt x="78071" y="121348"/>
                    </a:cubicBezTo>
                    <a:cubicBezTo>
                      <a:pt x="78833" y="121158"/>
                      <a:pt x="79595" y="120872"/>
                      <a:pt x="79976" y="120587"/>
                    </a:cubicBezTo>
                    <a:cubicBezTo>
                      <a:pt x="81023" y="119825"/>
                      <a:pt x="76928" y="120015"/>
                      <a:pt x="78642" y="119063"/>
                    </a:cubicBezTo>
                    <a:cubicBezTo>
                      <a:pt x="79023" y="118777"/>
                      <a:pt x="79880" y="118586"/>
                      <a:pt x="79690" y="118300"/>
                    </a:cubicBezTo>
                    <a:cubicBezTo>
                      <a:pt x="79690" y="118205"/>
                      <a:pt x="79214" y="118110"/>
                      <a:pt x="79214" y="118015"/>
                    </a:cubicBezTo>
                    <a:cubicBezTo>
                      <a:pt x="79214" y="117824"/>
                      <a:pt x="80071" y="117634"/>
                      <a:pt x="80357" y="117443"/>
                    </a:cubicBezTo>
                    <a:cubicBezTo>
                      <a:pt x="80738" y="117158"/>
                      <a:pt x="80452" y="116967"/>
                      <a:pt x="80071" y="116872"/>
                    </a:cubicBezTo>
                    <a:cubicBezTo>
                      <a:pt x="79690" y="116681"/>
                      <a:pt x="79214" y="116586"/>
                      <a:pt x="79118" y="116396"/>
                    </a:cubicBezTo>
                    <a:cubicBezTo>
                      <a:pt x="78928" y="115633"/>
                      <a:pt x="79785" y="114871"/>
                      <a:pt x="75880" y="115157"/>
                    </a:cubicBezTo>
                    <a:cubicBezTo>
                      <a:pt x="73975" y="115252"/>
                      <a:pt x="71689" y="115443"/>
                      <a:pt x="69117" y="115729"/>
                    </a:cubicBezTo>
                    <a:lnTo>
                      <a:pt x="71594" y="113348"/>
                    </a:lnTo>
                    <a:cubicBezTo>
                      <a:pt x="73499" y="113252"/>
                      <a:pt x="74737" y="113157"/>
                      <a:pt x="74737" y="113062"/>
                    </a:cubicBezTo>
                    <a:cubicBezTo>
                      <a:pt x="75404" y="112586"/>
                      <a:pt x="75404" y="112109"/>
                      <a:pt x="75785" y="111443"/>
                    </a:cubicBezTo>
                    <a:cubicBezTo>
                      <a:pt x="81690" y="110871"/>
                      <a:pt x="88643" y="109252"/>
                      <a:pt x="95406" y="107347"/>
                    </a:cubicBezTo>
                    <a:cubicBezTo>
                      <a:pt x="95501" y="107347"/>
                      <a:pt x="95692" y="107347"/>
                      <a:pt x="95787" y="107252"/>
                    </a:cubicBezTo>
                    <a:cubicBezTo>
                      <a:pt x="95978" y="107252"/>
                      <a:pt x="96073" y="107156"/>
                      <a:pt x="96263" y="107061"/>
                    </a:cubicBezTo>
                    <a:cubicBezTo>
                      <a:pt x="103121" y="105061"/>
                      <a:pt x="109598" y="102870"/>
                      <a:pt x="114361" y="101632"/>
                    </a:cubicBezTo>
                    <a:cubicBezTo>
                      <a:pt x="115790" y="101251"/>
                      <a:pt x="117314" y="100775"/>
                      <a:pt x="118361" y="100298"/>
                    </a:cubicBezTo>
                    <a:cubicBezTo>
                      <a:pt x="120457" y="99346"/>
                      <a:pt x="120743" y="98393"/>
                      <a:pt x="121028" y="97536"/>
                    </a:cubicBezTo>
                    <a:cubicBezTo>
                      <a:pt x="123410" y="90106"/>
                      <a:pt x="132363" y="83248"/>
                      <a:pt x="144936" y="76105"/>
                    </a:cubicBezTo>
                    <a:cubicBezTo>
                      <a:pt x="149603" y="74581"/>
                      <a:pt x="152937" y="73533"/>
                      <a:pt x="152937" y="73533"/>
                    </a:cubicBezTo>
                    <a:cubicBezTo>
                      <a:pt x="154366" y="72866"/>
                      <a:pt x="158557" y="72200"/>
                      <a:pt x="160843" y="71723"/>
                    </a:cubicBezTo>
                    <a:cubicBezTo>
                      <a:pt x="164081" y="71056"/>
                      <a:pt x="167130" y="70390"/>
                      <a:pt x="170273" y="69723"/>
                    </a:cubicBezTo>
                    <a:cubicBezTo>
                      <a:pt x="172273" y="69247"/>
                      <a:pt x="174178" y="68675"/>
                      <a:pt x="175607" y="68199"/>
                    </a:cubicBezTo>
                    <a:cubicBezTo>
                      <a:pt x="177797" y="67437"/>
                      <a:pt x="178940" y="66485"/>
                      <a:pt x="178750" y="65723"/>
                    </a:cubicBezTo>
                    <a:lnTo>
                      <a:pt x="178750" y="65437"/>
                    </a:lnTo>
                    <a:cubicBezTo>
                      <a:pt x="177797" y="64770"/>
                      <a:pt x="171987" y="64770"/>
                      <a:pt x="172178" y="64389"/>
                    </a:cubicBezTo>
                    <a:close/>
                    <a:moveTo>
                      <a:pt x="80738" y="84582"/>
                    </a:moveTo>
                    <a:cubicBezTo>
                      <a:pt x="83024" y="83629"/>
                      <a:pt x="86548" y="82201"/>
                      <a:pt x="90263" y="80677"/>
                    </a:cubicBezTo>
                    <a:cubicBezTo>
                      <a:pt x="90739" y="81915"/>
                      <a:pt x="91310" y="84296"/>
                      <a:pt x="88263" y="84963"/>
                    </a:cubicBezTo>
                    <a:cubicBezTo>
                      <a:pt x="86357" y="85439"/>
                      <a:pt x="83309" y="85630"/>
                      <a:pt x="82643" y="86296"/>
                    </a:cubicBezTo>
                    <a:cubicBezTo>
                      <a:pt x="82262" y="86582"/>
                      <a:pt x="82833" y="86868"/>
                      <a:pt x="83119" y="87058"/>
                    </a:cubicBezTo>
                    <a:cubicBezTo>
                      <a:pt x="83881" y="87725"/>
                      <a:pt x="80261" y="89535"/>
                      <a:pt x="76166" y="91440"/>
                    </a:cubicBezTo>
                    <a:cubicBezTo>
                      <a:pt x="75213" y="91440"/>
                      <a:pt x="74261" y="91631"/>
                      <a:pt x="73308" y="91726"/>
                    </a:cubicBezTo>
                    <a:cubicBezTo>
                      <a:pt x="73308" y="91250"/>
                      <a:pt x="73308" y="90773"/>
                      <a:pt x="73308" y="90392"/>
                    </a:cubicBezTo>
                    <a:cubicBezTo>
                      <a:pt x="73308" y="88583"/>
                      <a:pt x="75975" y="86487"/>
                      <a:pt x="80738" y="8458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4" name="Google Shape;1254;p42"/>
              <p:cNvSpPr/>
              <p:nvPr/>
            </p:nvSpPr>
            <p:spPr>
              <a:xfrm>
                <a:off x="6978206" y="3272395"/>
                <a:ext cx="200230" cy="297139"/>
              </a:xfrm>
              <a:custGeom>
                <a:avLst/>
                <a:gdLst/>
                <a:ahLst/>
                <a:cxnLst/>
                <a:rect l="l" t="t" r="r" b="b"/>
                <a:pathLst>
                  <a:path w="68572" h="101760" extrusionOk="0">
                    <a:moveTo>
                      <a:pt x="64180" y="26377"/>
                    </a:moveTo>
                    <a:cubicBezTo>
                      <a:pt x="67133" y="25425"/>
                      <a:pt x="68371" y="21900"/>
                      <a:pt x="68562" y="18852"/>
                    </a:cubicBezTo>
                    <a:cubicBezTo>
                      <a:pt x="68847" y="10947"/>
                      <a:pt x="63323" y="3136"/>
                      <a:pt x="55798" y="755"/>
                    </a:cubicBezTo>
                    <a:cubicBezTo>
                      <a:pt x="48178" y="-1626"/>
                      <a:pt x="39225" y="1803"/>
                      <a:pt x="35034" y="8565"/>
                    </a:cubicBezTo>
                    <a:cubicBezTo>
                      <a:pt x="31128" y="2946"/>
                      <a:pt x="22842" y="1231"/>
                      <a:pt x="16460" y="3803"/>
                    </a:cubicBezTo>
                    <a:cubicBezTo>
                      <a:pt x="10078" y="6375"/>
                      <a:pt x="5506" y="12471"/>
                      <a:pt x="3506" y="19043"/>
                    </a:cubicBezTo>
                    <a:cubicBezTo>
                      <a:pt x="1887" y="24377"/>
                      <a:pt x="2458" y="31330"/>
                      <a:pt x="7411" y="33902"/>
                    </a:cubicBezTo>
                    <a:cubicBezTo>
                      <a:pt x="3982" y="34950"/>
                      <a:pt x="1982" y="38569"/>
                      <a:pt x="934" y="41998"/>
                    </a:cubicBezTo>
                    <a:cubicBezTo>
                      <a:pt x="-114" y="45332"/>
                      <a:pt x="-495" y="49142"/>
                      <a:pt x="934" y="52285"/>
                    </a:cubicBezTo>
                    <a:cubicBezTo>
                      <a:pt x="2458" y="55428"/>
                      <a:pt x="6649" y="57429"/>
                      <a:pt x="9697" y="55714"/>
                    </a:cubicBezTo>
                    <a:cubicBezTo>
                      <a:pt x="3411" y="59619"/>
                      <a:pt x="2553" y="71621"/>
                      <a:pt x="8554" y="76002"/>
                    </a:cubicBezTo>
                    <a:cubicBezTo>
                      <a:pt x="2458" y="80479"/>
                      <a:pt x="-18" y="89623"/>
                      <a:pt x="3982" y="96005"/>
                    </a:cubicBezTo>
                    <a:cubicBezTo>
                      <a:pt x="7887" y="102387"/>
                      <a:pt x="18365" y="103911"/>
                      <a:pt x="23223" y="98291"/>
                    </a:cubicBezTo>
                    <a:cubicBezTo>
                      <a:pt x="24937" y="96386"/>
                      <a:pt x="25890" y="93909"/>
                      <a:pt x="26747" y="91433"/>
                    </a:cubicBezTo>
                    <a:cubicBezTo>
                      <a:pt x="28080" y="88004"/>
                      <a:pt x="29319" y="84670"/>
                      <a:pt x="30652" y="81241"/>
                    </a:cubicBezTo>
                    <a:cubicBezTo>
                      <a:pt x="33319" y="74288"/>
                      <a:pt x="35891" y="66287"/>
                      <a:pt x="32748" y="59524"/>
                    </a:cubicBezTo>
                    <a:cubicBezTo>
                      <a:pt x="30366" y="54571"/>
                      <a:pt x="25128" y="50856"/>
                      <a:pt x="24842" y="45332"/>
                    </a:cubicBezTo>
                    <a:cubicBezTo>
                      <a:pt x="24366" y="36283"/>
                      <a:pt x="37891" y="30473"/>
                      <a:pt x="36177" y="21615"/>
                    </a:cubicBezTo>
                    <a:cubicBezTo>
                      <a:pt x="35605" y="26758"/>
                      <a:pt x="40177" y="31616"/>
                      <a:pt x="45321" y="32378"/>
                    </a:cubicBezTo>
                    <a:cubicBezTo>
                      <a:pt x="50464" y="33045"/>
                      <a:pt x="60942" y="30473"/>
                      <a:pt x="64085" y="26377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5" name="Google Shape;1255;p42"/>
              <p:cNvSpPr/>
              <p:nvPr/>
            </p:nvSpPr>
            <p:spPr>
              <a:xfrm>
                <a:off x="7047299" y="3777005"/>
                <a:ext cx="166884" cy="764304"/>
              </a:xfrm>
              <a:custGeom>
                <a:avLst/>
                <a:gdLst/>
                <a:ahLst/>
                <a:cxnLst/>
                <a:rect l="l" t="t" r="r" b="b"/>
                <a:pathLst>
                  <a:path w="57152" h="261748" extrusionOk="0">
                    <a:moveTo>
                      <a:pt x="9934" y="3812"/>
                    </a:moveTo>
                    <a:cubicBezTo>
                      <a:pt x="7172" y="11241"/>
                      <a:pt x="4600" y="18766"/>
                      <a:pt x="2409" y="26481"/>
                    </a:cubicBezTo>
                    <a:cubicBezTo>
                      <a:pt x="1362" y="30101"/>
                      <a:pt x="409" y="33815"/>
                      <a:pt x="123" y="37625"/>
                    </a:cubicBezTo>
                    <a:cubicBezTo>
                      <a:pt x="-543" y="46674"/>
                      <a:pt x="1552" y="53913"/>
                      <a:pt x="4981" y="62009"/>
                    </a:cubicBezTo>
                    <a:cubicBezTo>
                      <a:pt x="8315" y="69915"/>
                      <a:pt x="7648" y="78678"/>
                      <a:pt x="8029" y="87060"/>
                    </a:cubicBezTo>
                    <a:cubicBezTo>
                      <a:pt x="8982" y="105158"/>
                      <a:pt x="15078" y="121826"/>
                      <a:pt x="11649" y="139638"/>
                    </a:cubicBezTo>
                    <a:cubicBezTo>
                      <a:pt x="9363" y="151449"/>
                      <a:pt x="11077" y="176500"/>
                      <a:pt x="13458" y="193835"/>
                    </a:cubicBezTo>
                    <a:cubicBezTo>
                      <a:pt x="14220" y="199360"/>
                      <a:pt x="15649" y="204884"/>
                      <a:pt x="16602" y="210409"/>
                    </a:cubicBezTo>
                    <a:cubicBezTo>
                      <a:pt x="18602" y="222029"/>
                      <a:pt x="18126" y="233364"/>
                      <a:pt x="10696" y="243175"/>
                    </a:cubicBezTo>
                    <a:cubicBezTo>
                      <a:pt x="16030" y="245366"/>
                      <a:pt x="21174" y="248033"/>
                      <a:pt x="25936" y="251081"/>
                    </a:cubicBezTo>
                    <a:cubicBezTo>
                      <a:pt x="26793" y="251652"/>
                      <a:pt x="27746" y="252319"/>
                      <a:pt x="28127" y="253271"/>
                    </a:cubicBezTo>
                    <a:cubicBezTo>
                      <a:pt x="28698" y="254700"/>
                      <a:pt x="27841" y="256319"/>
                      <a:pt x="28127" y="257843"/>
                    </a:cubicBezTo>
                    <a:cubicBezTo>
                      <a:pt x="28698" y="260320"/>
                      <a:pt x="31937" y="260891"/>
                      <a:pt x="34509" y="260987"/>
                    </a:cubicBezTo>
                    <a:cubicBezTo>
                      <a:pt x="40795" y="261272"/>
                      <a:pt x="47082" y="261463"/>
                      <a:pt x="53368" y="261749"/>
                    </a:cubicBezTo>
                    <a:cubicBezTo>
                      <a:pt x="55178" y="261749"/>
                      <a:pt x="57845" y="260701"/>
                      <a:pt x="56988" y="259082"/>
                    </a:cubicBezTo>
                    <a:cubicBezTo>
                      <a:pt x="56035" y="257177"/>
                      <a:pt x="42795" y="252986"/>
                      <a:pt x="39843" y="249747"/>
                    </a:cubicBezTo>
                    <a:cubicBezTo>
                      <a:pt x="35080" y="244508"/>
                      <a:pt x="31937" y="238222"/>
                      <a:pt x="31270" y="231269"/>
                    </a:cubicBezTo>
                    <a:cubicBezTo>
                      <a:pt x="28317" y="200693"/>
                      <a:pt x="35556" y="171642"/>
                      <a:pt x="32985" y="141067"/>
                    </a:cubicBezTo>
                    <a:cubicBezTo>
                      <a:pt x="32508" y="135066"/>
                      <a:pt x="42414" y="103253"/>
                      <a:pt x="42891" y="87441"/>
                    </a:cubicBezTo>
                    <a:cubicBezTo>
                      <a:pt x="43462" y="69534"/>
                      <a:pt x="42795" y="62962"/>
                      <a:pt x="43938" y="55818"/>
                    </a:cubicBezTo>
                    <a:cubicBezTo>
                      <a:pt x="45272" y="47817"/>
                      <a:pt x="46415" y="38387"/>
                      <a:pt x="46224" y="30291"/>
                    </a:cubicBezTo>
                    <a:cubicBezTo>
                      <a:pt x="46034" y="21814"/>
                      <a:pt x="43843" y="12956"/>
                      <a:pt x="37747" y="7050"/>
                    </a:cubicBezTo>
                    <a:cubicBezTo>
                      <a:pt x="31651" y="1145"/>
                      <a:pt x="12982" y="-3808"/>
                      <a:pt x="10029" y="4097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6" name="Google Shape;1256;p42"/>
              <p:cNvSpPr/>
              <p:nvPr/>
            </p:nvSpPr>
            <p:spPr>
              <a:xfrm>
                <a:off x="7027111" y="3852242"/>
                <a:ext cx="164688" cy="282971"/>
              </a:xfrm>
              <a:custGeom>
                <a:avLst/>
                <a:gdLst/>
                <a:ahLst/>
                <a:cxnLst/>
                <a:rect l="l" t="t" r="r" b="b"/>
                <a:pathLst>
                  <a:path w="56400" h="96908" extrusionOk="0">
                    <a:moveTo>
                      <a:pt x="8754" y="135"/>
                    </a:moveTo>
                    <a:cubicBezTo>
                      <a:pt x="-2199" y="12708"/>
                      <a:pt x="-1247" y="31758"/>
                      <a:pt x="2849" y="47950"/>
                    </a:cubicBezTo>
                    <a:cubicBezTo>
                      <a:pt x="7040" y="64143"/>
                      <a:pt x="13803" y="80240"/>
                      <a:pt x="12279" y="96909"/>
                    </a:cubicBezTo>
                    <a:cubicBezTo>
                      <a:pt x="24280" y="94242"/>
                      <a:pt x="36758" y="93575"/>
                      <a:pt x="48950" y="94813"/>
                    </a:cubicBezTo>
                    <a:cubicBezTo>
                      <a:pt x="52950" y="76621"/>
                      <a:pt x="54474" y="59666"/>
                      <a:pt x="55903" y="41092"/>
                    </a:cubicBezTo>
                    <a:cubicBezTo>
                      <a:pt x="56570" y="33091"/>
                      <a:pt x="56856" y="24900"/>
                      <a:pt x="54855" y="17089"/>
                    </a:cubicBezTo>
                    <a:cubicBezTo>
                      <a:pt x="54189" y="14613"/>
                      <a:pt x="53236" y="12041"/>
                      <a:pt x="51426" y="10136"/>
                    </a:cubicBezTo>
                    <a:cubicBezTo>
                      <a:pt x="49712" y="8326"/>
                      <a:pt x="47426" y="7279"/>
                      <a:pt x="45140" y="6421"/>
                    </a:cubicBezTo>
                    <a:cubicBezTo>
                      <a:pt x="34186" y="2040"/>
                      <a:pt x="20565" y="-341"/>
                      <a:pt x="8754" y="4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7" name="Google Shape;1257;p42"/>
              <p:cNvSpPr/>
              <p:nvPr/>
            </p:nvSpPr>
            <p:spPr>
              <a:xfrm>
                <a:off x="7050128" y="331326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1" y="58954"/>
                      <a:pt x="35921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1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8" name="Google Shape;1258;p42"/>
              <p:cNvSpPr/>
              <p:nvPr/>
            </p:nvSpPr>
            <p:spPr>
              <a:xfrm>
                <a:off x="7088110" y="3527920"/>
                <a:ext cx="170709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462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144" y="81904"/>
                    </a:cubicBezTo>
                    <a:cubicBezTo>
                      <a:pt x="5192" y="87619"/>
                      <a:pt x="12146" y="98383"/>
                      <a:pt x="18146" y="104002"/>
                    </a:cubicBezTo>
                    <a:cubicBezTo>
                      <a:pt x="25671" y="110956"/>
                      <a:pt x="31005" y="121433"/>
                      <a:pt x="31005" y="121433"/>
                    </a:cubicBezTo>
                    <a:cubicBezTo>
                      <a:pt x="32624" y="124386"/>
                      <a:pt x="33767" y="127720"/>
                      <a:pt x="36149" y="130577"/>
                    </a:cubicBezTo>
                    <a:cubicBezTo>
                      <a:pt x="37482" y="132196"/>
                      <a:pt x="38911" y="134101"/>
                      <a:pt x="40530" y="135340"/>
                    </a:cubicBezTo>
                    <a:cubicBezTo>
                      <a:pt x="41673" y="136197"/>
                      <a:pt x="43197" y="136387"/>
                      <a:pt x="44150" y="137054"/>
                    </a:cubicBezTo>
                    <a:cubicBezTo>
                      <a:pt x="46531" y="138769"/>
                      <a:pt x="45102" y="141531"/>
                      <a:pt x="45483" y="144293"/>
                    </a:cubicBezTo>
                    <a:cubicBezTo>
                      <a:pt x="45959" y="147722"/>
                      <a:pt x="48436" y="147532"/>
                      <a:pt x="49198" y="144484"/>
                    </a:cubicBezTo>
                    <a:cubicBezTo>
                      <a:pt x="49484" y="143150"/>
                      <a:pt x="55389" y="143150"/>
                      <a:pt x="57008" y="141245"/>
                    </a:cubicBezTo>
                    <a:lnTo>
                      <a:pt x="57485" y="140388"/>
                    </a:lnTo>
                    <a:cubicBezTo>
                      <a:pt x="58723" y="137911"/>
                      <a:pt x="58818" y="135054"/>
                      <a:pt x="57580" y="132577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59" name="Google Shape;1259;p42"/>
              <p:cNvSpPr/>
              <p:nvPr/>
            </p:nvSpPr>
            <p:spPr>
              <a:xfrm>
                <a:off x="7107040" y="3539861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0" name="Google Shape;1260;p42"/>
              <p:cNvSpPr/>
              <p:nvPr/>
            </p:nvSpPr>
            <p:spPr>
              <a:xfrm>
                <a:off x="7040372" y="347733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1" name="Google Shape;1261;p42"/>
              <p:cNvSpPr/>
              <p:nvPr/>
            </p:nvSpPr>
            <p:spPr>
              <a:xfrm>
                <a:off x="7057825" y="3487019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2" name="Google Shape;1262;p42"/>
              <p:cNvSpPr/>
              <p:nvPr/>
            </p:nvSpPr>
            <p:spPr>
              <a:xfrm>
                <a:off x="7006235" y="3498140"/>
                <a:ext cx="207075" cy="423245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7" extrusionOk="0">
                    <a:moveTo>
                      <a:pt x="5239" y="122301"/>
                    </a:moveTo>
                    <a:cubicBezTo>
                      <a:pt x="3334" y="125635"/>
                      <a:pt x="1524" y="128968"/>
                      <a:pt x="0" y="132493"/>
                    </a:cubicBezTo>
                    <a:cubicBezTo>
                      <a:pt x="11144" y="132016"/>
                      <a:pt x="21146" y="138970"/>
                      <a:pt x="31813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8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4" y="4667"/>
                      <a:pt x="24003" y="2762"/>
                      <a:pt x="16002" y="0"/>
                    </a:cubicBezTo>
                    <a:cubicBezTo>
                      <a:pt x="14668" y="0"/>
                      <a:pt x="15907" y="95"/>
                      <a:pt x="14478" y="190"/>
                    </a:cubicBezTo>
                    <a:cubicBezTo>
                      <a:pt x="11906" y="8763"/>
                      <a:pt x="10096" y="17526"/>
                      <a:pt x="9144" y="26479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3" y="61531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7"/>
                    </a:cubicBezTo>
                    <a:cubicBezTo>
                      <a:pt x="15526" y="88678"/>
                      <a:pt x="18288" y="89344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5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3" name="Google Shape;1263;p42"/>
              <p:cNvSpPr/>
              <p:nvPr/>
            </p:nvSpPr>
            <p:spPr>
              <a:xfrm>
                <a:off x="6980932" y="3527584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4" name="Google Shape;1264;p42"/>
              <p:cNvSpPr/>
              <p:nvPr/>
            </p:nvSpPr>
            <p:spPr>
              <a:xfrm>
                <a:off x="6991496" y="3523597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1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5" name="Google Shape;1265;p42"/>
              <p:cNvSpPr/>
              <p:nvPr/>
            </p:nvSpPr>
            <p:spPr>
              <a:xfrm>
                <a:off x="7026332" y="3306580"/>
                <a:ext cx="167795" cy="156299"/>
              </a:xfrm>
              <a:custGeom>
                <a:avLst/>
                <a:gdLst/>
                <a:ahLst/>
                <a:cxnLst/>
                <a:rect l="l" t="t" r="r" b="b"/>
                <a:pathLst>
                  <a:path w="57464" h="53527" extrusionOk="0">
                    <a:moveTo>
                      <a:pt x="46930" y="23905"/>
                    </a:moveTo>
                    <a:cubicBezTo>
                      <a:pt x="46930" y="23905"/>
                      <a:pt x="46454" y="23715"/>
                      <a:pt x="46168" y="23524"/>
                    </a:cubicBezTo>
                    <a:cubicBezTo>
                      <a:pt x="46740" y="25429"/>
                      <a:pt x="45787" y="27620"/>
                      <a:pt x="43978" y="28572"/>
                    </a:cubicBezTo>
                    <a:cubicBezTo>
                      <a:pt x="42263" y="29525"/>
                      <a:pt x="39882" y="29049"/>
                      <a:pt x="38644" y="27525"/>
                    </a:cubicBezTo>
                    <a:cubicBezTo>
                      <a:pt x="39120" y="30096"/>
                      <a:pt x="37596" y="32859"/>
                      <a:pt x="35119" y="33716"/>
                    </a:cubicBezTo>
                    <a:cubicBezTo>
                      <a:pt x="32738" y="34573"/>
                      <a:pt x="29690" y="33525"/>
                      <a:pt x="28452" y="31334"/>
                    </a:cubicBezTo>
                    <a:cubicBezTo>
                      <a:pt x="27690" y="38002"/>
                      <a:pt x="29881" y="44193"/>
                      <a:pt x="28452" y="50861"/>
                    </a:cubicBezTo>
                    <a:cubicBezTo>
                      <a:pt x="27690" y="44193"/>
                      <a:pt x="25690" y="37716"/>
                      <a:pt x="22546" y="31811"/>
                    </a:cubicBezTo>
                    <a:cubicBezTo>
                      <a:pt x="21689" y="30287"/>
                      <a:pt x="20451" y="28572"/>
                      <a:pt x="18736" y="28572"/>
                    </a:cubicBezTo>
                    <a:cubicBezTo>
                      <a:pt x="16450" y="28572"/>
                      <a:pt x="15212" y="31430"/>
                      <a:pt x="15593" y="33716"/>
                    </a:cubicBezTo>
                    <a:cubicBezTo>
                      <a:pt x="16165" y="37050"/>
                      <a:pt x="18927" y="39812"/>
                      <a:pt x="22261" y="40383"/>
                    </a:cubicBezTo>
                    <a:cubicBezTo>
                      <a:pt x="22261" y="45241"/>
                      <a:pt x="18070" y="50766"/>
                      <a:pt x="14164" y="53528"/>
                    </a:cubicBezTo>
                    <a:cubicBezTo>
                      <a:pt x="6640" y="49146"/>
                      <a:pt x="3877" y="38764"/>
                      <a:pt x="1687" y="30382"/>
                    </a:cubicBezTo>
                    <a:cubicBezTo>
                      <a:pt x="-28" y="23619"/>
                      <a:pt x="-1266" y="15904"/>
                      <a:pt x="2258" y="9903"/>
                    </a:cubicBezTo>
                    <a:cubicBezTo>
                      <a:pt x="11116" y="-5051"/>
                      <a:pt x="60551" y="-3432"/>
                      <a:pt x="57313" y="17238"/>
                    </a:cubicBezTo>
                    <a:cubicBezTo>
                      <a:pt x="56551" y="21905"/>
                      <a:pt x="51312" y="25524"/>
                      <a:pt x="46930" y="24000"/>
                    </a:cubicBezTo>
                    <a:close/>
                  </a:path>
                </a:pathLst>
              </a:custGeom>
              <a:solidFill>
                <a:srgbClr val="CD724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6" name="Google Shape;1266;p42"/>
              <p:cNvSpPr/>
              <p:nvPr/>
            </p:nvSpPr>
            <p:spPr>
              <a:xfrm>
                <a:off x="7070181" y="4466625"/>
                <a:ext cx="152135" cy="76227"/>
              </a:xfrm>
              <a:custGeom>
                <a:avLst/>
                <a:gdLst/>
                <a:ahLst/>
                <a:cxnLst/>
                <a:rect l="l" t="t" r="r" b="b"/>
                <a:pathLst>
                  <a:path w="52101" h="26105" extrusionOk="0">
                    <a:moveTo>
                      <a:pt x="0" y="25117"/>
                    </a:moveTo>
                    <a:cubicBezTo>
                      <a:pt x="1429" y="24259"/>
                      <a:pt x="3048" y="23688"/>
                      <a:pt x="4667" y="23402"/>
                    </a:cubicBezTo>
                    <a:cubicBezTo>
                      <a:pt x="4953" y="20068"/>
                      <a:pt x="5905" y="16830"/>
                      <a:pt x="7429" y="13877"/>
                    </a:cubicBezTo>
                    <a:cubicBezTo>
                      <a:pt x="13144" y="14925"/>
                      <a:pt x="15335" y="22450"/>
                      <a:pt x="20669" y="24545"/>
                    </a:cubicBezTo>
                    <a:cubicBezTo>
                      <a:pt x="22193" y="25117"/>
                      <a:pt x="23908" y="25212"/>
                      <a:pt x="25622" y="25307"/>
                    </a:cubicBezTo>
                    <a:cubicBezTo>
                      <a:pt x="31432" y="25593"/>
                      <a:pt x="37147" y="25783"/>
                      <a:pt x="42958" y="26069"/>
                    </a:cubicBezTo>
                    <a:cubicBezTo>
                      <a:pt x="46482" y="26260"/>
                      <a:pt x="50863" y="25783"/>
                      <a:pt x="52102" y="22545"/>
                    </a:cubicBezTo>
                    <a:cubicBezTo>
                      <a:pt x="40862" y="19211"/>
                      <a:pt x="31528" y="11305"/>
                      <a:pt x="25717" y="1209"/>
                    </a:cubicBezTo>
                    <a:cubicBezTo>
                      <a:pt x="23813" y="11210"/>
                      <a:pt x="13240" y="-1553"/>
                      <a:pt x="7048" y="161"/>
                    </a:cubicBezTo>
                    <a:cubicBezTo>
                      <a:pt x="-5906" y="3876"/>
                      <a:pt x="5715" y="21688"/>
                      <a:pt x="0" y="25117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67" name="Google Shape;1267;p42"/>
            <p:cNvGrpSpPr/>
            <p:nvPr/>
          </p:nvGrpSpPr>
          <p:grpSpPr>
            <a:xfrm>
              <a:off x="7627839" y="177177"/>
              <a:ext cx="819760" cy="1653609"/>
              <a:chOff x="6476427" y="1580527"/>
              <a:chExt cx="819760" cy="1653609"/>
            </a:xfrm>
          </p:grpSpPr>
          <p:sp>
            <p:nvSpPr>
              <p:cNvPr id="1268" name="Google Shape;1268;p42"/>
              <p:cNvSpPr/>
              <p:nvPr/>
            </p:nvSpPr>
            <p:spPr>
              <a:xfrm>
                <a:off x="6476427" y="2835857"/>
                <a:ext cx="791983" cy="398279"/>
              </a:xfrm>
              <a:custGeom>
                <a:avLst/>
                <a:gdLst/>
                <a:ahLst/>
                <a:cxnLst/>
                <a:rect l="l" t="t" r="r" b="b"/>
                <a:pathLst>
                  <a:path w="271227" h="136397" extrusionOk="0">
                    <a:moveTo>
                      <a:pt x="194265" y="69151"/>
                    </a:moveTo>
                    <a:lnTo>
                      <a:pt x="194456" y="68866"/>
                    </a:lnTo>
                    <a:cubicBezTo>
                      <a:pt x="194456" y="68104"/>
                      <a:pt x="189408" y="67627"/>
                      <a:pt x="189979" y="67151"/>
                    </a:cubicBezTo>
                    <a:cubicBezTo>
                      <a:pt x="191408" y="66103"/>
                      <a:pt x="189408" y="65913"/>
                      <a:pt x="186741" y="66866"/>
                    </a:cubicBezTo>
                    <a:cubicBezTo>
                      <a:pt x="184550" y="67723"/>
                      <a:pt x="183883" y="68675"/>
                      <a:pt x="180740" y="68961"/>
                    </a:cubicBezTo>
                    <a:cubicBezTo>
                      <a:pt x="179502" y="69056"/>
                      <a:pt x="178073" y="68961"/>
                      <a:pt x="176549" y="69151"/>
                    </a:cubicBezTo>
                    <a:cubicBezTo>
                      <a:pt x="174358" y="69437"/>
                      <a:pt x="171786" y="69818"/>
                      <a:pt x="169596" y="70199"/>
                    </a:cubicBezTo>
                    <a:cubicBezTo>
                      <a:pt x="165690" y="70866"/>
                      <a:pt x="162452" y="71819"/>
                      <a:pt x="159023" y="72580"/>
                    </a:cubicBezTo>
                    <a:cubicBezTo>
                      <a:pt x="159023" y="72580"/>
                      <a:pt x="147498" y="75248"/>
                      <a:pt x="136353" y="76772"/>
                    </a:cubicBezTo>
                    <a:cubicBezTo>
                      <a:pt x="132924" y="77248"/>
                      <a:pt x="128829" y="77915"/>
                      <a:pt x="124733" y="78676"/>
                    </a:cubicBezTo>
                    <a:cubicBezTo>
                      <a:pt x="125781" y="77819"/>
                      <a:pt x="126828" y="76962"/>
                      <a:pt x="127876" y="76105"/>
                    </a:cubicBezTo>
                    <a:cubicBezTo>
                      <a:pt x="130734" y="73819"/>
                      <a:pt x="135877" y="71438"/>
                      <a:pt x="140354" y="69247"/>
                    </a:cubicBezTo>
                    <a:cubicBezTo>
                      <a:pt x="139116" y="69056"/>
                      <a:pt x="137687" y="68866"/>
                      <a:pt x="136353" y="68771"/>
                    </a:cubicBezTo>
                    <a:cubicBezTo>
                      <a:pt x="149784" y="60960"/>
                      <a:pt x="161785" y="53150"/>
                      <a:pt x="170834" y="45339"/>
                    </a:cubicBezTo>
                    <a:cubicBezTo>
                      <a:pt x="172834" y="43625"/>
                      <a:pt x="174644" y="41910"/>
                      <a:pt x="177787" y="40196"/>
                    </a:cubicBezTo>
                    <a:cubicBezTo>
                      <a:pt x="182550" y="37624"/>
                      <a:pt x="189884" y="35243"/>
                      <a:pt x="194170" y="32671"/>
                    </a:cubicBezTo>
                    <a:cubicBezTo>
                      <a:pt x="198075" y="30290"/>
                      <a:pt x="199219" y="27813"/>
                      <a:pt x="203981" y="25432"/>
                    </a:cubicBezTo>
                    <a:cubicBezTo>
                      <a:pt x="208458" y="23241"/>
                      <a:pt x="216078" y="21146"/>
                      <a:pt x="217030" y="19050"/>
                    </a:cubicBezTo>
                    <a:cubicBezTo>
                      <a:pt x="217411" y="18288"/>
                      <a:pt x="216745" y="17621"/>
                      <a:pt x="217316" y="16859"/>
                    </a:cubicBezTo>
                    <a:cubicBezTo>
                      <a:pt x="219411" y="13716"/>
                      <a:pt x="241414" y="11240"/>
                      <a:pt x="236842" y="9049"/>
                    </a:cubicBezTo>
                    <a:cubicBezTo>
                      <a:pt x="236271" y="8763"/>
                      <a:pt x="235604" y="8573"/>
                      <a:pt x="234842" y="8287"/>
                    </a:cubicBezTo>
                    <a:cubicBezTo>
                      <a:pt x="238176" y="7429"/>
                      <a:pt x="240081" y="7049"/>
                      <a:pt x="244272" y="6858"/>
                    </a:cubicBezTo>
                    <a:cubicBezTo>
                      <a:pt x="248939" y="6668"/>
                      <a:pt x="252654" y="7049"/>
                      <a:pt x="257226" y="6858"/>
                    </a:cubicBezTo>
                    <a:cubicBezTo>
                      <a:pt x="260464" y="6858"/>
                      <a:pt x="264370" y="6286"/>
                      <a:pt x="267608" y="5429"/>
                    </a:cubicBezTo>
                    <a:cubicBezTo>
                      <a:pt x="268275" y="5429"/>
                      <a:pt x="268751" y="5239"/>
                      <a:pt x="268846" y="5144"/>
                    </a:cubicBezTo>
                    <a:lnTo>
                      <a:pt x="268846" y="5144"/>
                    </a:lnTo>
                    <a:cubicBezTo>
                      <a:pt x="269703" y="4858"/>
                      <a:pt x="270561" y="4572"/>
                      <a:pt x="271228" y="4286"/>
                    </a:cubicBezTo>
                    <a:cubicBezTo>
                      <a:pt x="271228" y="4286"/>
                      <a:pt x="268561" y="4001"/>
                      <a:pt x="264655" y="3620"/>
                    </a:cubicBezTo>
                    <a:lnTo>
                      <a:pt x="264655" y="3620"/>
                    </a:lnTo>
                    <a:cubicBezTo>
                      <a:pt x="253511" y="2476"/>
                      <a:pt x="231699" y="286"/>
                      <a:pt x="225984" y="0"/>
                    </a:cubicBezTo>
                    <a:cubicBezTo>
                      <a:pt x="223031" y="1333"/>
                      <a:pt x="218459" y="4477"/>
                      <a:pt x="216268" y="6096"/>
                    </a:cubicBezTo>
                    <a:cubicBezTo>
                      <a:pt x="214268" y="6096"/>
                      <a:pt x="212268" y="6096"/>
                      <a:pt x="210267" y="6096"/>
                    </a:cubicBezTo>
                    <a:cubicBezTo>
                      <a:pt x="204743" y="7715"/>
                      <a:pt x="201790" y="9430"/>
                      <a:pt x="198457" y="11335"/>
                    </a:cubicBezTo>
                    <a:cubicBezTo>
                      <a:pt x="188741" y="16859"/>
                      <a:pt x="178263" y="22289"/>
                      <a:pt x="167786" y="27718"/>
                    </a:cubicBezTo>
                    <a:cubicBezTo>
                      <a:pt x="159023" y="32290"/>
                      <a:pt x="150165" y="36862"/>
                      <a:pt x="141402" y="41434"/>
                    </a:cubicBezTo>
                    <a:cubicBezTo>
                      <a:pt x="141211" y="41529"/>
                      <a:pt x="141021" y="41624"/>
                      <a:pt x="140830" y="41720"/>
                    </a:cubicBezTo>
                    <a:cubicBezTo>
                      <a:pt x="140830" y="40862"/>
                      <a:pt x="141116" y="39910"/>
                      <a:pt x="141783" y="38957"/>
                    </a:cubicBezTo>
                    <a:cubicBezTo>
                      <a:pt x="143592" y="36385"/>
                      <a:pt x="148545" y="33719"/>
                      <a:pt x="149879" y="31147"/>
                    </a:cubicBezTo>
                    <a:cubicBezTo>
                      <a:pt x="151117" y="28766"/>
                      <a:pt x="149117" y="26765"/>
                      <a:pt x="151212" y="24289"/>
                    </a:cubicBezTo>
                    <a:cubicBezTo>
                      <a:pt x="153213" y="22098"/>
                      <a:pt x="158832" y="19526"/>
                      <a:pt x="157118" y="17717"/>
                    </a:cubicBezTo>
                    <a:cubicBezTo>
                      <a:pt x="156546" y="17050"/>
                      <a:pt x="155023" y="16574"/>
                      <a:pt x="154546" y="15907"/>
                    </a:cubicBezTo>
                    <a:cubicBezTo>
                      <a:pt x="152736" y="13145"/>
                      <a:pt x="173406" y="8763"/>
                      <a:pt x="165595" y="7525"/>
                    </a:cubicBezTo>
                    <a:cubicBezTo>
                      <a:pt x="164262" y="7334"/>
                      <a:pt x="162642" y="7144"/>
                      <a:pt x="161023" y="7049"/>
                    </a:cubicBezTo>
                    <a:cubicBezTo>
                      <a:pt x="162833" y="6286"/>
                      <a:pt x="164452" y="5810"/>
                      <a:pt x="168072" y="5334"/>
                    </a:cubicBezTo>
                    <a:cubicBezTo>
                      <a:pt x="172834" y="4572"/>
                      <a:pt x="177406" y="4477"/>
                      <a:pt x="182074" y="3810"/>
                    </a:cubicBezTo>
                    <a:cubicBezTo>
                      <a:pt x="186836" y="3143"/>
                      <a:pt x="192265" y="1715"/>
                      <a:pt x="193599" y="191"/>
                    </a:cubicBezTo>
                    <a:lnTo>
                      <a:pt x="168072" y="191"/>
                    </a:lnTo>
                    <a:cubicBezTo>
                      <a:pt x="159118" y="667"/>
                      <a:pt x="147498" y="1810"/>
                      <a:pt x="138449" y="2476"/>
                    </a:cubicBezTo>
                    <a:cubicBezTo>
                      <a:pt x="137306" y="3715"/>
                      <a:pt x="136735" y="6382"/>
                      <a:pt x="136544" y="7906"/>
                    </a:cubicBezTo>
                    <a:cubicBezTo>
                      <a:pt x="135877" y="7906"/>
                      <a:pt x="135306" y="8001"/>
                      <a:pt x="134734" y="8096"/>
                    </a:cubicBezTo>
                    <a:cubicBezTo>
                      <a:pt x="134067" y="8096"/>
                      <a:pt x="133496" y="8192"/>
                      <a:pt x="132829" y="8287"/>
                    </a:cubicBezTo>
                    <a:cubicBezTo>
                      <a:pt x="128829" y="10192"/>
                      <a:pt x="127971" y="11906"/>
                      <a:pt x="126733" y="13716"/>
                    </a:cubicBezTo>
                    <a:cubicBezTo>
                      <a:pt x="123304" y="19145"/>
                      <a:pt x="118923" y="24670"/>
                      <a:pt x="114541" y="30099"/>
                    </a:cubicBezTo>
                    <a:cubicBezTo>
                      <a:pt x="110922" y="34671"/>
                      <a:pt x="107207" y="39338"/>
                      <a:pt x="103587" y="43910"/>
                    </a:cubicBezTo>
                    <a:cubicBezTo>
                      <a:pt x="99968" y="48482"/>
                      <a:pt x="96349" y="52959"/>
                      <a:pt x="92443" y="57531"/>
                    </a:cubicBezTo>
                    <a:cubicBezTo>
                      <a:pt x="89871" y="60579"/>
                      <a:pt x="91300" y="62389"/>
                      <a:pt x="84347" y="65246"/>
                    </a:cubicBezTo>
                    <a:cubicBezTo>
                      <a:pt x="80728" y="66770"/>
                      <a:pt x="77870" y="68294"/>
                      <a:pt x="75679" y="69818"/>
                    </a:cubicBezTo>
                    <a:cubicBezTo>
                      <a:pt x="74917" y="70390"/>
                      <a:pt x="74250" y="70961"/>
                      <a:pt x="73584" y="71533"/>
                    </a:cubicBezTo>
                    <a:cubicBezTo>
                      <a:pt x="71679" y="71533"/>
                      <a:pt x="69774" y="71723"/>
                      <a:pt x="67964" y="71723"/>
                    </a:cubicBezTo>
                    <a:cubicBezTo>
                      <a:pt x="67964" y="72866"/>
                      <a:pt x="68440" y="73914"/>
                      <a:pt x="68916" y="74962"/>
                    </a:cubicBezTo>
                    <a:cubicBezTo>
                      <a:pt x="69107" y="75248"/>
                      <a:pt x="69298" y="75533"/>
                      <a:pt x="69393" y="75914"/>
                    </a:cubicBezTo>
                    <a:cubicBezTo>
                      <a:pt x="67964" y="76391"/>
                      <a:pt x="66440" y="76867"/>
                      <a:pt x="64821" y="77438"/>
                    </a:cubicBezTo>
                    <a:cubicBezTo>
                      <a:pt x="58058" y="77438"/>
                      <a:pt x="51200" y="77438"/>
                      <a:pt x="44056" y="77819"/>
                    </a:cubicBezTo>
                    <a:cubicBezTo>
                      <a:pt x="31102" y="83629"/>
                      <a:pt x="25292" y="89916"/>
                      <a:pt x="20053" y="95917"/>
                    </a:cubicBezTo>
                    <a:cubicBezTo>
                      <a:pt x="16815" y="99631"/>
                      <a:pt x="13576" y="103346"/>
                      <a:pt x="11100" y="106966"/>
                    </a:cubicBezTo>
                    <a:cubicBezTo>
                      <a:pt x="9004" y="109919"/>
                      <a:pt x="13576" y="112967"/>
                      <a:pt x="25292" y="111538"/>
                    </a:cubicBezTo>
                    <a:cubicBezTo>
                      <a:pt x="26149" y="111728"/>
                      <a:pt x="27007" y="111824"/>
                      <a:pt x="28054" y="111919"/>
                    </a:cubicBezTo>
                    <a:cubicBezTo>
                      <a:pt x="27769" y="112586"/>
                      <a:pt x="27292" y="113252"/>
                      <a:pt x="27007" y="113824"/>
                    </a:cubicBezTo>
                    <a:cubicBezTo>
                      <a:pt x="28340" y="113824"/>
                      <a:pt x="27007" y="113824"/>
                      <a:pt x="28435" y="113824"/>
                    </a:cubicBezTo>
                    <a:cubicBezTo>
                      <a:pt x="29197" y="113824"/>
                      <a:pt x="30054" y="113728"/>
                      <a:pt x="30816" y="113633"/>
                    </a:cubicBezTo>
                    <a:cubicBezTo>
                      <a:pt x="30436" y="114109"/>
                      <a:pt x="29959" y="114586"/>
                      <a:pt x="29197" y="115062"/>
                    </a:cubicBezTo>
                    <a:cubicBezTo>
                      <a:pt x="29769" y="115062"/>
                      <a:pt x="30626" y="115062"/>
                      <a:pt x="31483" y="114967"/>
                    </a:cubicBezTo>
                    <a:cubicBezTo>
                      <a:pt x="30816" y="115919"/>
                      <a:pt x="30150" y="116872"/>
                      <a:pt x="29578" y="117634"/>
                    </a:cubicBezTo>
                    <a:cubicBezTo>
                      <a:pt x="27673" y="119158"/>
                      <a:pt x="23006" y="120587"/>
                      <a:pt x="18815" y="121825"/>
                    </a:cubicBezTo>
                    <a:cubicBezTo>
                      <a:pt x="13767" y="123349"/>
                      <a:pt x="9004" y="124968"/>
                      <a:pt x="4528" y="126682"/>
                    </a:cubicBezTo>
                    <a:cubicBezTo>
                      <a:pt x="2527" y="127445"/>
                      <a:pt x="432" y="128302"/>
                      <a:pt x="51" y="129064"/>
                    </a:cubicBezTo>
                    <a:cubicBezTo>
                      <a:pt x="-330" y="129921"/>
                      <a:pt x="1480" y="130493"/>
                      <a:pt x="3956" y="130588"/>
                    </a:cubicBezTo>
                    <a:cubicBezTo>
                      <a:pt x="1003" y="132017"/>
                      <a:pt x="717" y="133922"/>
                      <a:pt x="3575" y="134684"/>
                    </a:cubicBezTo>
                    <a:cubicBezTo>
                      <a:pt x="5766" y="135255"/>
                      <a:pt x="9195" y="135446"/>
                      <a:pt x="12528" y="135636"/>
                    </a:cubicBezTo>
                    <a:cubicBezTo>
                      <a:pt x="17577" y="135922"/>
                      <a:pt x="22625" y="136112"/>
                      <a:pt x="27673" y="136398"/>
                    </a:cubicBezTo>
                    <a:cubicBezTo>
                      <a:pt x="27102" y="135826"/>
                      <a:pt x="25482" y="135350"/>
                      <a:pt x="23292" y="135255"/>
                    </a:cubicBezTo>
                    <a:cubicBezTo>
                      <a:pt x="28626" y="135255"/>
                      <a:pt x="34055" y="135255"/>
                      <a:pt x="39865" y="134684"/>
                    </a:cubicBezTo>
                    <a:cubicBezTo>
                      <a:pt x="43485" y="134302"/>
                      <a:pt x="47485" y="133636"/>
                      <a:pt x="50343" y="133922"/>
                    </a:cubicBezTo>
                    <a:cubicBezTo>
                      <a:pt x="49390" y="133445"/>
                      <a:pt x="47485" y="133255"/>
                      <a:pt x="45294" y="133350"/>
                    </a:cubicBezTo>
                    <a:cubicBezTo>
                      <a:pt x="48914" y="132683"/>
                      <a:pt x="52915" y="132683"/>
                      <a:pt x="55296" y="133160"/>
                    </a:cubicBezTo>
                    <a:cubicBezTo>
                      <a:pt x="55200" y="131540"/>
                      <a:pt x="52343" y="130397"/>
                      <a:pt x="48152" y="129635"/>
                    </a:cubicBezTo>
                    <a:cubicBezTo>
                      <a:pt x="49771" y="128873"/>
                      <a:pt x="51105" y="128111"/>
                      <a:pt x="51962" y="127349"/>
                    </a:cubicBezTo>
                    <a:cubicBezTo>
                      <a:pt x="52724" y="126682"/>
                      <a:pt x="53200" y="126111"/>
                      <a:pt x="53486" y="125444"/>
                    </a:cubicBezTo>
                    <a:cubicBezTo>
                      <a:pt x="53867" y="124777"/>
                      <a:pt x="54153" y="124111"/>
                      <a:pt x="55296" y="123444"/>
                    </a:cubicBezTo>
                    <a:cubicBezTo>
                      <a:pt x="56344" y="122777"/>
                      <a:pt x="58153" y="122206"/>
                      <a:pt x="59868" y="121634"/>
                    </a:cubicBezTo>
                    <a:cubicBezTo>
                      <a:pt x="60630" y="121444"/>
                      <a:pt x="61392" y="121158"/>
                      <a:pt x="61773" y="120872"/>
                    </a:cubicBezTo>
                    <a:cubicBezTo>
                      <a:pt x="62820" y="120110"/>
                      <a:pt x="58725" y="120301"/>
                      <a:pt x="60439" y="119348"/>
                    </a:cubicBezTo>
                    <a:cubicBezTo>
                      <a:pt x="60820" y="119063"/>
                      <a:pt x="61678" y="118872"/>
                      <a:pt x="61487" y="118586"/>
                    </a:cubicBezTo>
                    <a:cubicBezTo>
                      <a:pt x="61487" y="118491"/>
                      <a:pt x="61011" y="118396"/>
                      <a:pt x="61011" y="118301"/>
                    </a:cubicBezTo>
                    <a:cubicBezTo>
                      <a:pt x="61011" y="118110"/>
                      <a:pt x="61868" y="117920"/>
                      <a:pt x="62154" y="117729"/>
                    </a:cubicBezTo>
                    <a:cubicBezTo>
                      <a:pt x="62535" y="117443"/>
                      <a:pt x="62249" y="117253"/>
                      <a:pt x="61868" y="117157"/>
                    </a:cubicBezTo>
                    <a:cubicBezTo>
                      <a:pt x="61487" y="116967"/>
                      <a:pt x="61011" y="116872"/>
                      <a:pt x="60915" y="116681"/>
                    </a:cubicBezTo>
                    <a:cubicBezTo>
                      <a:pt x="60725" y="115919"/>
                      <a:pt x="61582" y="115157"/>
                      <a:pt x="57677" y="115443"/>
                    </a:cubicBezTo>
                    <a:cubicBezTo>
                      <a:pt x="55772" y="115538"/>
                      <a:pt x="53486" y="115729"/>
                      <a:pt x="50914" y="116015"/>
                    </a:cubicBezTo>
                    <a:lnTo>
                      <a:pt x="53391" y="113633"/>
                    </a:lnTo>
                    <a:cubicBezTo>
                      <a:pt x="55296" y="113538"/>
                      <a:pt x="56534" y="113443"/>
                      <a:pt x="56534" y="113348"/>
                    </a:cubicBezTo>
                    <a:cubicBezTo>
                      <a:pt x="57106" y="112871"/>
                      <a:pt x="57201" y="112490"/>
                      <a:pt x="57486" y="111919"/>
                    </a:cubicBezTo>
                    <a:cubicBezTo>
                      <a:pt x="59391" y="111824"/>
                      <a:pt x="60725" y="111728"/>
                      <a:pt x="63392" y="111347"/>
                    </a:cubicBezTo>
                    <a:cubicBezTo>
                      <a:pt x="71298" y="110395"/>
                      <a:pt x="77775" y="108109"/>
                      <a:pt x="83109" y="105632"/>
                    </a:cubicBezTo>
                    <a:cubicBezTo>
                      <a:pt x="88633" y="103537"/>
                      <a:pt x="92824" y="101155"/>
                      <a:pt x="96444" y="98965"/>
                    </a:cubicBezTo>
                    <a:cubicBezTo>
                      <a:pt x="99206" y="97346"/>
                      <a:pt x="101778" y="95631"/>
                      <a:pt x="104445" y="94012"/>
                    </a:cubicBezTo>
                    <a:cubicBezTo>
                      <a:pt x="104445" y="94012"/>
                      <a:pt x="104445" y="94012"/>
                      <a:pt x="104445" y="94012"/>
                    </a:cubicBezTo>
                    <a:cubicBezTo>
                      <a:pt x="108255" y="91535"/>
                      <a:pt x="111684" y="88964"/>
                      <a:pt x="114922" y="86487"/>
                    </a:cubicBezTo>
                    <a:cubicBezTo>
                      <a:pt x="117685" y="85439"/>
                      <a:pt x="120923" y="84582"/>
                      <a:pt x="124638" y="83820"/>
                    </a:cubicBezTo>
                    <a:cubicBezTo>
                      <a:pt x="135211" y="81629"/>
                      <a:pt x="164357" y="75248"/>
                      <a:pt x="164357" y="75248"/>
                    </a:cubicBezTo>
                    <a:cubicBezTo>
                      <a:pt x="166262" y="74676"/>
                      <a:pt x="170548" y="74295"/>
                      <a:pt x="172929" y="74009"/>
                    </a:cubicBezTo>
                    <a:cubicBezTo>
                      <a:pt x="176358" y="73628"/>
                      <a:pt x="179597" y="73152"/>
                      <a:pt x="182931" y="72676"/>
                    </a:cubicBezTo>
                    <a:cubicBezTo>
                      <a:pt x="185121" y="72390"/>
                      <a:pt x="187217" y="71914"/>
                      <a:pt x="189027" y="71533"/>
                    </a:cubicBezTo>
                    <a:cubicBezTo>
                      <a:pt x="191694" y="70866"/>
                      <a:pt x="193599" y="70009"/>
                      <a:pt x="194170" y="6915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69" name="Google Shape;1269;p42"/>
              <p:cNvSpPr/>
              <p:nvPr/>
            </p:nvSpPr>
            <p:spPr>
              <a:xfrm>
                <a:off x="6881061" y="1806534"/>
                <a:ext cx="123204" cy="317573"/>
              </a:xfrm>
              <a:custGeom>
                <a:avLst/>
                <a:gdLst/>
                <a:ahLst/>
                <a:cxnLst/>
                <a:rect l="l" t="t" r="r" b="b"/>
                <a:pathLst>
                  <a:path w="42193" h="108758" extrusionOk="0">
                    <a:moveTo>
                      <a:pt x="8401" y="15633"/>
                    </a:moveTo>
                    <a:cubicBezTo>
                      <a:pt x="6115" y="27158"/>
                      <a:pt x="4496" y="38778"/>
                      <a:pt x="2876" y="50494"/>
                    </a:cubicBezTo>
                    <a:cubicBezTo>
                      <a:pt x="305" y="69449"/>
                      <a:pt x="-2172" y="88975"/>
                      <a:pt x="3162" y="107358"/>
                    </a:cubicBezTo>
                    <a:cubicBezTo>
                      <a:pt x="12306" y="108692"/>
                      <a:pt x="21641" y="109073"/>
                      <a:pt x="30975" y="108501"/>
                    </a:cubicBezTo>
                    <a:cubicBezTo>
                      <a:pt x="32309" y="108501"/>
                      <a:pt x="33737" y="108311"/>
                      <a:pt x="34785" y="107549"/>
                    </a:cubicBezTo>
                    <a:cubicBezTo>
                      <a:pt x="36309" y="106501"/>
                      <a:pt x="36881" y="104406"/>
                      <a:pt x="37262" y="102596"/>
                    </a:cubicBezTo>
                    <a:cubicBezTo>
                      <a:pt x="41738" y="80117"/>
                      <a:pt x="43167" y="57066"/>
                      <a:pt x="41548" y="34302"/>
                    </a:cubicBezTo>
                    <a:cubicBezTo>
                      <a:pt x="40881" y="25158"/>
                      <a:pt x="39548" y="8679"/>
                      <a:pt x="31166" y="2679"/>
                    </a:cubicBezTo>
                    <a:cubicBezTo>
                      <a:pt x="20307" y="-5132"/>
                      <a:pt x="10401" y="5631"/>
                      <a:pt x="8401" y="158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0" name="Google Shape;1270;p42"/>
              <p:cNvSpPr/>
              <p:nvPr/>
            </p:nvSpPr>
            <p:spPr>
              <a:xfrm>
                <a:off x="6980617" y="160361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2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3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8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1" y="39238"/>
                      <a:pt x="42684" y="38571"/>
                    </a:cubicBezTo>
                    <a:cubicBezTo>
                      <a:pt x="41636" y="36856"/>
                      <a:pt x="40684" y="34951"/>
                      <a:pt x="40494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1" name="Google Shape;1271;p42"/>
              <p:cNvSpPr/>
              <p:nvPr/>
            </p:nvSpPr>
            <p:spPr>
              <a:xfrm>
                <a:off x="7044319" y="1838267"/>
                <a:ext cx="251868" cy="387715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79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2" name="Google Shape;1272;p42"/>
              <p:cNvSpPr/>
              <p:nvPr/>
            </p:nvSpPr>
            <p:spPr>
              <a:xfrm>
                <a:off x="7037529" y="182994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9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E406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3" name="Google Shape;1273;p42"/>
              <p:cNvSpPr/>
              <p:nvPr/>
            </p:nvSpPr>
            <p:spPr>
              <a:xfrm>
                <a:off x="6979914" y="2066186"/>
                <a:ext cx="288657" cy="757962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576" extrusionOk="0">
                    <a:moveTo>
                      <a:pt x="4063" y="5834"/>
                    </a:moveTo>
                    <a:cubicBezTo>
                      <a:pt x="2539" y="13645"/>
                      <a:pt x="1396" y="21550"/>
                      <a:pt x="539" y="29456"/>
                    </a:cubicBezTo>
                    <a:cubicBezTo>
                      <a:pt x="158" y="33266"/>
                      <a:pt x="-223" y="36981"/>
                      <a:pt x="158" y="40791"/>
                    </a:cubicBezTo>
                    <a:cubicBezTo>
                      <a:pt x="1015" y="49840"/>
                      <a:pt x="4254" y="56602"/>
                      <a:pt x="9016" y="63937"/>
                    </a:cubicBezTo>
                    <a:cubicBezTo>
                      <a:pt x="13683" y="71176"/>
                      <a:pt x="14445" y="79939"/>
                      <a:pt x="16255" y="88035"/>
                    </a:cubicBezTo>
                    <a:cubicBezTo>
                      <a:pt x="20256" y="105656"/>
                      <a:pt x="29114" y="121087"/>
                      <a:pt x="28733" y="139184"/>
                    </a:cubicBezTo>
                    <a:cubicBezTo>
                      <a:pt x="28542" y="151281"/>
                      <a:pt x="34353" y="175665"/>
                      <a:pt x="39687" y="192238"/>
                    </a:cubicBezTo>
                    <a:cubicBezTo>
                      <a:pt x="41401" y="197572"/>
                      <a:pt x="43687" y="202716"/>
                      <a:pt x="45592" y="207955"/>
                    </a:cubicBezTo>
                    <a:cubicBezTo>
                      <a:pt x="50069" y="220337"/>
                      <a:pt x="52164" y="233482"/>
                      <a:pt x="51879" y="246626"/>
                    </a:cubicBezTo>
                    <a:cubicBezTo>
                      <a:pt x="51879" y="251008"/>
                      <a:pt x="49116" y="258247"/>
                      <a:pt x="54069" y="259485"/>
                    </a:cubicBezTo>
                    <a:cubicBezTo>
                      <a:pt x="56070" y="259961"/>
                      <a:pt x="60070" y="258437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4" name="Google Shape;1274;p42"/>
              <p:cNvSpPr/>
              <p:nvPr/>
            </p:nvSpPr>
            <p:spPr>
              <a:xfrm>
                <a:off x="7118004" y="2746054"/>
                <a:ext cx="154083" cy="87609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03" extrusionOk="0">
                    <a:moveTo>
                      <a:pt x="1810" y="30004"/>
                    </a:moveTo>
                    <a:cubicBezTo>
                      <a:pt x="10192" y="28670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5" name="Google Shape;1275;p42"/>
              <p:cNvSpPr/>
              <p:nvPr/>
            </p:nvSpPr>
            <p:spPr>
              <a:xfrm>
                <a:off x="6957277" y="2104069"/>
                <a:ext cx="237647" cy="674581"/>
              </a:xfrm>
              <a:custGeom>
                <a:avLst/>
                <a:gdLst/>
                <a:ahLst/>
                <a:cxnLst/>
                <a:rect l="l" t="t" r="r" b="b"/>
                <a:pathLst>
                  <a:path w="81386" h="231021" extrusionOk="0">
                    <a:moveTo>
                      <a:pt x="49062" y="230886"/>
                    </a:moveTo>
                    <a:cubicBezTo>
                      <a:pt x="59063" y="231743"/>
                      <a:pt x="72207" y="228505"/>
                      <a:pt x="79637" y="221742"/>
                    </a:cubicBezTo>
                    <a:cubicBezTo>
                      <a:pt x="87066" y="214979"/>
                      <a:pt x="68302" y="207074"/>
                      <a:pt x="70398" y="197168"/>
                    </a:cubicBezTo>
                    <a:cubicBezTo>
                      <a:pt x="70874" y="194691"/>
                      <a:pt x="72398" y="192596"/>
                      <a:pt x="73065" y="190119"/>
                    </a:cubicBezTo>
                    <a:cubicBezTo>
                      <a:pt x="74874" y="183356"/>
                      <a:pt x="70017" y="176784"/>
                      <a:pt x="68397" y="169926"/>
                    </a:cubicBezTo>
                    <a:cubicBezTo>
                      <a:pt x="66683" y="162592"/>
                      <a:pt x="68778" y="154781"/>
                      <a:pt x="68016" y="147256"/>
                    </a:cubicBezTo>
                    <a:cubicBezTo>
                      <a:pt x="67159" y="139160"/>
                      <a:pt x="62873" y="131731"/>
                      <a:pt x="61539" y="123634"/>
                    </a:cubicBezTo>
                    <a:cubicBezTo>
                      <a:pt x="60682" y="118301"/>
                      <a:pt x="61063" y="112871"/>
                      <a:pt x="61349" y="107537"/>
                    </a:cubicBezTo>
                    <a:cubicBezTo>
                      <a:pt x="62682" y="81915"/>
                      <a:pt x="60873" y="56197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6" name="Google Shape;1276;p42"/>
              <p:cNvSpPr/>
              <p:nvPr/>
            </p:nvSpPr>
            <p:spPr>
              <a:xfrm>
                <a:off x="6881394" y="2052341"/>
                <a:ext cx="222495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197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1908" y="229651"/>
                    </a:cubicBezTo>
                    <a:cubicBezTo>
                      <a:pt x="25051" y="199076"/>
                      <a:pt x="37624" y="172025"/>
                      <a:pt x="41149" y="141545"/>
                    </a:cubicBezTo>
                    <a:cubicBezTo>
                      <a:pt x="41815" y="135640"/>
                      <a:pt x="57532" y="106303"/>
                      <a:pt x="61056" y="90872"/>
                    </a:cubicBezTo>
                    <a:cubicBezTo>
                      <a:pt x="65056" y="73346"/>
                      <a:pt x="65723" y="66869"/>
                      <a:pt x="68295" y="60011"/>
                    </a:cubicBezTo>
                    <a:cubicBezTo>
                      <a:pt x="71152" y="52391"/>
                      <a:pt x="74010" y="43438"/>
                      <a:pt x="75439" y="35437"/>
                    </a:cubicBezTo>
                    <a:cubicBezTo>
                      <a:pt x="76867" y="27055"/>
                      <a:pt x="76582" y="17911"/>
                      <a:pt x="71914" y="10957"/>
                    </a:cubicBezTo>
                    <a:cubicBezTo>
                      <a:pt x="67342" y="4004"/>
                      <a:pt x="50483" y="-4473"/>
                      <a:pt x="46102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7" name="Google Shape;1277;p42"/>
              <p:cNvSpPr/>
              <p:nvPr/>
            </p:nvSpPr>
            <p:spPr>
              <a:xfrm>
                <a:off x="6970865" y="176740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322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8" name="Google Shape;1278;p42"/>
              <p:cNvSpPr/>
              <p:nvPr/>
            </p:nvSpPr>
            <p:spPr>
              <a:xfrm>
                <a:off x="6988315" y="177709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9"/>
                      <a:pt x="25093" y="8573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9"/>
                    </a:cubicBezTo>
                    <a:cubicBezTo>
                      <a:pt x="423" y="7049"/>
                      <a:pt x="138" y="6858"/>
                      <a:pt x="42" y="6668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9" name="Google Shape;1279;p42"/>
              <p:cNvSpPr/>
              <p:nvPr/>
            </p:nvSpPr>
            <p:spPr>
              <a:xfrm>
                <a:off x="6876668" y="274740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624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7" y="1155"/>
                    </a:cubicBezTo>
                    <a:cubicBezTo>
                      <a:pt x="6667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0" name="Google Shape;1280;p42"/>
              <p:cNvSpPr/>
              <p:nvPr/>
            </p:nvSpPr>
            <p:spPr>
              <a:xfrm>
                <a:off x="6880804" y="2117786"/>
                <a:ext cx="237714" cy="652976"/>
              </a:xfrm>
              <a:custGeom>
                <a:avLst/>
                <a:gdLst/>
                <a:ahLst/>
                <a:cxnLst/>
                <a:rect l="l" t="t" r="r" b="b"/>
                <a:pathLst>
                  <a:path w="81409" h="223622" extrusionOk="0">
                    <a:moveTo>
                      <a:pt x="679" y="219424"/>
                    </a:moveTo>
                    <a:cubicBezTo>
                      <a:pt x="9728" y="223710"/>
                      <a:pt x="23253" y="225234"/>
                      <a:pt x="32492" y="221520"/>
                    </a:cubicBezTo>
                    <a:cubicBezTo>
                      <a:pt x="41827" y="217805"/>
                      <a:pt x="27063" y="203708"/>
                      <a:pt x="32492" y="195135"/>
                    </a:cubicBezTo>
                    <a:cubicBezTo>
                      <a:pt x="33826" y="193040"/>
                      <a:pt x="36017" y="191516"/>
                      <a:pt x="37445" y="189420"/>
                    </a:cubicBezTo>
                    <a:cubicBezTo>
                      <a:pt x="41541" y="183705"/>
                      <a:pt x="39255" y="175800"/>
                      <a:pt x="40112" y="168846"/>
                    </a:cubicBezTo>
                    <a:cubicBezTo>
                      <a:pt x="41065" y="161322"/>
                      <a:pt x="45827" y="154749"/>
                      <a:pt x="47637" y="147415"/>
                    </a:cubicBezTo>
                    <a:cubicBezTo>
                      <a:pt x="49637" y="139414"/>
                      <a:pt x="48209" y="130937"/>
                      <a:pt x="49828" y="122936"/>
                    </a:cubicBezTo>
                    <a:cubicBezTo>
                      <a:pt x="50876" y="117602"/>
                      <a:pt x="53162" y="112649"/>
                      <a:pt x="55257" y="107696"/>
                    </a:cubicBezTo>
                    <a:cubicBezTo>
                      <a:pt x="65449" y="84074"/>
                      <a:pt x="72783" y="59214"/>
                      <a:pt x="78308" y="34068"/>
                    </a:cubicBezTo>
                    <a:cubicBezTo>
                      <a:pt x="80689" y="23495"/>
                      <a:pt x="82689" y="12541"/>
                      <a:pt x="80403" y="1968"/>
                    </a:cubicBezTo>
                    <a:cubicBezTo>
                      <a:pt x="63258" y="-1270"/>
                      <a:pt x="46685" y="63"/>
                      <a:pt x="29254" y="1873"/>
                    </a:cubicBezTo>
                    <a:cubicBezTo>
                      <a:pt x="23825" y="14065"/>
                      <a:pt x="22682" y="27305"/>
                      <a:pt x="27158" y="39878"/>
                    </a:cubicBezTo>
                    <a:cubicBezTo>
                      <a:pt x="30302" y="48831"/>
                      <a:pt x="26396" y="54737"/>
                      <a:pt x="25063" y="64262"/>
                    </a:cubicBezTo>
                    <a:cubicBezTo>
                      <a:pt x="22967" y="78645"/>
                      <a:pt x="20681" y="92932"/>
                      <a:pt x="18300" y="107220"/>
                    </a:cubicBezTo>
                    <a:cubicBezTo>
                      <a:pt x="15919" y="121698"/>
                      <a:pt x="13538" y="136176"/>
                      <a:pt x="11156" y="150749"/>
                    </a:cubicBezTo>
                    <a:cubicBezTo>
                      <a:pt x="8299" y="167989"/>
                      <a:pt x="5537" y="185229"/>
                      <a:pt x="1822" y="202374"/>
                    </a:cubicBezTo>
                    <a:cubicBezTo>
                      <a:pt x="488" y="208280"/>
                      <a:pt x="-845" y="213709"/>
                      <a:pt x="679" y="219615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1" name="Google Shape;1281;p42"/>
              <p:cNvSpPr/>
              <p:nvPr/>
            </p:nvSpPr>
            <p:spPr>
              <a:xfrm>
                <a:off x="6880582" y="2118063"/>
                <a:ext cx="237341" cy="644056"/>
              </a:xfrm>
              <a:custGeom>
                <a:avLst/>
                <a:gdLst/>
                <a:ahLst/>
                <a:cxnLst/>
                <a:rect l="l" t="t" r="r" b="b"/>
                <a:pathLst>
                  <a:path w="81281" h="220567" extrusionOk="0">
                    <a:moveTo>
                      <a:pt x="29330" y="1683"/>
                    </a:moveTo>
                    <a:cubicBezTo>
                      <a:pt x="23901" y="13875"/>
                      <a:pt x="22758" y="27114"/>
                      <a:pt x="27139" y="39687"/>
                    </a:cubicBezTo>
                    <a:cubicBezTo>
                      <a:pt x="30282" y="48641"/>
                      <a:pt x="26377" y="54546"/>
                      <a:pt x="25044" y="64071"/>
                    </a:cubicBezTo>
                    <a:cubicBezTo>
                      <a:pt x="22948" y="78454"/>
                      <a:pt x="20662" y="92742"/>
                      <a:pt x="18281" y="107029"/>
                    </a:cubicBezTo>
                    <a:cubicBezTo>
                      <a:pt x="15900" y="121507"/>
                      <a:pt x="13518" y="135985"/>
                      <a:pt x="11137" y="150558"/>
                    </a:cubicBezTo>
                    <a:cubicBezTo>
                      <a:pt x="8280" y="167799"/>
                      <a:pt x="5517" y="185039"/>
                      <a:pt x="1803" y="202184"/>
                    </a:cubicBezTo>
                    <a:cubicBezTo>
                      <a:pt x="564" y="208089"/>
                      <a:pt x="-864" y="213519"/>
                      <a:pt x="660" y="219424"/>
                    </a:cubicBezTo>
                    <a:cubicBezTo>
                      <a:pt x="1517" y="219805"/>
                      <a:pt x="2565" y="220186"/>
                      <a:pt x="3517" y="220567"/>
                    </a:cubicBezTo>
                    <a:cubicBezTo>
                      <a:pt x="6946" y="218472"/>
                      <a:pt x="9994" y="215043"/>
                      <a:pt x="12471" y="211804"/>
                    </a:cubicBezTo>
                    <a:cubicBezTo>
                      <a:pt x="13233" y="210852"/>
                      <a:pt x="14090" y="209804"/>
                      <a:pt x="14280" y="208566"/>
                    </a:cubicBezTo>
                    <a:cubicBezTo>
                      <a:pt x="14852" y="205803"/>
                      <a:pt x="12661" y="203232"/>
                      <a:pt x="11899" y="200469"/>
                    </a:cubicBezTo>
                    <a:cubicBezTo>
                      <a:pt x="9994" y="193897"/>
                      <a:pt x="16090" y="187801"/>
                      <a:pt x="17043" y="181038"/>
                    </a:cubicBezTo>
                    <a:cubicBezTo>
                      <a:pt x="17424" y="178276"/>
                      <a:pt x="16947" y="175419"/>
                      <a:pt x="16662" y="172656"/>
                    </a:cubicBezTo>
                    <a:cubicBezTo>
                      <a:pt x="16090" y="166656"/>
                      <a:pt x="16757" y="160655"/>
                      <a:pt x="17424" y="154654"/>
                    </a:cubicBezTo>
                    <a:cubicBezTo>
                      <a:pt x="21329" y="118935"/>
                      <a:pt x="25234" y="82836"/>
                      <a:pt x="36759" y="48736"/>
                    </a:cubicBezTo>
                    <a:cubicBezTo>
                      <a:pt x="37521" y="46641"/>
                      <a:pt x="38379" y="44355"/>
                      <a:pt x="40188" y="43116"/>
                    </a:cubicBezTo>
                    <a:cubicBezTo>
                      <a:pt x="41712" y="42069"/>
                      <a:pt x="43713" y="41973"/>
                      <a:pt x="45522" y="41783"/>
                    </a:cubicBezTo>
                    <a:cubicBezTo>
                      <a:pt x="56952" y="40926"/>
                      <a:pt x="68097" y="37782"/>
                      <a:pt x="78479" y="32829"/>
                    </a:cubicBezTo>
                    <a:cubicBezTo>
                      <a:pt x="80670" y="22638"/>
                      <a:pt x="82479" y="12065"/>
                      <a:pt x="80289" y="1968"/>
                    </a:cubicBezTo>
                    <a:cubicBezTo>
                      <a:pt x="63144" y="-1270"/>
                      <a:pt x="46570" y="63"/>
                      <a:pt x="29139" y="187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2" name="Google Shape;1282;p42"/>
              <p:cNvSpPr/>
              <p:nvPr/>
            </p:nvSpPr>
            <p:spPr>
              <a:xfrm>
                <a:off x="6936724" y="1788498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3" y="142304"/>
                    </a:cubicBezTo>
                    <a:cubicBezTo>
                      <a:pt x="44005" y="146304"/>
                      <a:pt x="57721" y="145542"/>
                      <a:pt x="69437" y="140399"/>
                    </a:cubicBezTo>
                    <a:cubicBezTo>
                      <a:pt x="68008" y="133255"/>
                      <a:pt x="65818" y="126016"/>
                      <a:pt x="66008" y="118682"/>
                    </a:cubicBezTo>
                    <a:cubicBezTo>
                      <a:pt x="66104" y="115253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5" y="7811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80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2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8"/>
                    </a:cubicBezTo>
                    <a:cubicBezTo>
                      <a:pt x="15430" y="88678"/>
                      <a:pt x="18193" y="89345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2" y="116967"/>
                      <a:pt x="5429" y="122396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3" name="Google Shape;1283;p42"/>
              <p:cNvSpPr/>
              <p:nvPr/>
            </p:nvSpPr>
            <p:spPr>
              <a:xfrm>
                <a:off x="6950618" y="1802658"/>
                <a:ext cx="105955" cy="253949"/>
              </a:xfrm>
              <a:custGeom>
                <a:avLst/>
                <a:gdLst/>
                <a:ahLst/>
                <a:cxnLst/>
                <a:rect l="l" t="t" r="r" b="b"/>
                <a:pathLst>
                  <a:path w="36286" h="86969" extrusionOk="0">
                    <a:moveTo>
                      <a:pt x="17338" y="6"/>
                    </a:moveTo>
                    <a:cubicBezTo>
                      <a:pt x="23243" y="6"/>
                      <a:pt x="29244" y="2483"/>
                      <a:pt x="32768" y="7150"/>
                    </a:cubicBezTo>
                    <a:cubicBezTo>
                      <a:pt x="37721" y="13818"/>
                      <a:pt x="36578" y="23057"/>
                      <a:pt x="34578" y="31058"/>
                    </a:cubicBezTo>
                    <a:cubicBezTo>
                      <a:pt x="29434" y="51537"/>
                      <a:pt x="19529" y="70777"/>
                      <a:pt x="5908" y="86970"/>
                    </a:cubicBezTo>
                    <a:cubicBezTo>
                      <a:pt x="4479" y="84017"/>
                      <a:pt x="2955" y="81064"/>
                      <a:pt x="2669" y="77826"/>
                    </a:cubicBezTo>
                    <a:cubicBezTo>
                      <a:pt x="2383" y="74492"/>
                      <a:pt x="3526" y="71158"/>
                      <a:pt x="4765" y="68110"/>
                    </a:cubicBezTo>
                    <a:cubicBezTo>
                      <a:pt x="11146" y="52203"/>
                      <a:pt x="21814" y="37344"/>
                      <a:pt x="22291" y="20199"/>
                    </a:cubicBezTo>
                    <a:cubicBezTo>
                      <a:pt x="22386" y="16008"/>
                      <a:pt x="21338" y="10960"/>
                      <a:pt x="17338" y="9436"/>
                    </a:cubicBezTo>
                    <a:cubicBezTo>
                      <a:pt x="15052" y="8579"/>
                      <a:pt x="12480" y="9150"/>
                      <a:pt x="10194" y="9722"/>
                    </a:cubicBezTo>
                    <a:cubicBezTo>
                      <a:pt x="7813" y="10389"/>
                      <a:pt x="5336" y="10960"/>
                      <a:pt x="3050" y="10198"/>
                    </a:cubicBezTo>
                    <a:cubicBezTo>
                      <a:pt x="-1998" y="8484"/>
                      <a:pt x="97" y="5055"/>
                      <a:pt x="3050" y="3245"/>
                    </a:cubicBezTo>
                    <a:cubicBezTo>
                      <a:pt x="7051" y="864"/>
                      <a:pt x="12766" y="-89"/>
                      <a:pt x="17338" y="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4" name="Google Shape;1284;p42"/>
              <p:cNvSpPr/>
              <p:nvPr/>
            </p:nvSpPr>
            <p:spPr>
              <a:xfrm>
                <a:off x="6911422" y="181766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3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89" y="140122"/>
                    </a:cubicBezTo>
                    <a:cubicBezTo>
                      <a:pt x="32290" y="142313"/>
                      <a:pt x="30289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5" name="Google Shape;1285;p42"/>
              <p:cNvSpPr/>
              <p:nvPr/>
            </p:nvSpPr>
            <p:spPr>
              <a:xfrm>
                <a:off x="6922266" y="181367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2" y="45857"/>
                      <a:pt x="30766" y="37952"/>
                    </a:cubicBezTo>
                    <a:cubicBezTo>
                      <a:pt x="34195" y="29474"/>
                      <a:pt x="37529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2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6" name="Google Shape;1286;p42"/>
              <p:cNvSpPr/>
              <p:nvPr/>
            </p:nvSpPr>
            <p:spPr>
              <a:xfrm>
                <a:off x="6957764" y="1580527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4"/>
                      <a:pt x="12128" y="50102"/>
                      <a:pt x="9461" y="45911"/>
                    </a:cubicBezTo>
                    <a:cubicBezTo>
                      <a:pt x="6413" y="41053"/>
                      <a:pt x="3746" y="35909"/>
                      <a:pt x="1555" y="30671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4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cubicBezTo>
                      <a:pt x="26796" y="1619"/>
                      <a:pt x="32226" y="762"/>
                      <a:pt x="37560" y="0"/>
                    </a:cubicBez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4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7"/>
                    </a:cubicBezTo>
                    <a:cubicBezTo>
                      <a:pt x="56514" y="20384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34323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87" name="Google Shape;1287;p42"/>
            <p:cNvGrpSpPr/>
            <p:nvPr/>
          </p:nvGrpSpPr>
          <p:grpSpPr>
            <a:xfrm>
              <a:off x="8314392" y="1533804"/>
              <a:ext cx="817953" cy="1652628"/>
              <a:chOff x="5450167" y="2975604"/>
              <a:chExt cx="817953" cy="1652628"/>
            </a:xfrm>
          </p:grpSpPr>
          <p:sp>
            <p:nvSpPr>
              <p:cNvPr id="1288" name="Google Shape;1288;p42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9" name="Google Shape;1289;p42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0" name="Google Shape;1290;p42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1" name="Google Shape;1291;p42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2" name="Google Shape;1292;p42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3" name="Google Shape;1293;p42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4" name="Google Shape;1294;p42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5" name="Google Shape;1295;p42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6" name="Google Shape;1296;p42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7" name="Google Shape;1297;p42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8" name="Google Shape;1298;p42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99" name="Google Shape;1299;p42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0" name="Google Shape;1300;p42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1" name="Google Shape;1301;p42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2" name="Google Shape;1302;p42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3" name="Google Shape;1303;p42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4" name="Google Shape;1304;p42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5" name="Google Shape;1305;p42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6" name="Google Shape;1306;p42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7" name="Google Shape;1307;p42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08" name="Google Shape;1308;p42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rgbClr val="AE7A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09" name="Google Shape;1309;p42"/>
            <p:cNvGrpSpPr/>
            <p:nvPr/>
          </p:nvGrpSpPr>
          <p:grpSpPr>
            <a:xfrm>
              <a:off x="4467917" y="1752162"/>
              <a:ext cx="817953" cy="1639182"/>
              <a:chOff x="3532955" y="3479574"/>
              <a:chExt cx="817953" cy="1639182"/>
            </a:xfrm>
          </p:grpSpPr>
          <p:sp>
            <p:nvSpPr>
              <p:cNvPr id="1310" name="Google Shape;1310;p42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1" name="Google Shape;1311;p42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2" name="Google Shape;1312;p42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3" name="Google Shape;1313;p42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4" name="Google Shape;1314;p42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5" name="Google Shape;1315;p42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6" name="Google Shape;1316;p42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7" name="Google Shape;1317;p42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8" name="Google Shape;1318;p42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9" name="Google Shape;1319;p42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0" name="Google Shape;1320;p42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1" name="Google Shape;1321;p42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2" name="Google Shape;1322;p42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3" name="Google Shape;1323;p42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4" name="Google Shape;1324;p42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F6BB9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5" name="Google Shape;1325;p42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6" name="Google Shape;1326;p42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7" name="Google Shape;1327;p42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8" name="Google Shape;1328;p42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9" name="Google Shape;1329;p42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0" name="Google Shape;1330;p42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31" name="Google Shape;1331;p42"/>
            <p:cNvGrpSpPr/>
            <p:nvPr/>
          </p:nvGrpSpPr>
          <p:grpSpPr>
            <a:xfrm>
              <a:off x="6753167" y="2518362"/>
              <a:ext cx="817953" cy="1639182"/>
              <a:chOff x="3532955" y="3479574"/>
              <a:chExt cx="817953" cy="1639182"/>
            </a:xfrm>
          </p:grpSpPr>
          <p:sp>
            <p:nvSpPr>
              <p:cNvPr id="1332" name="Google Shape;1332;p42"/>
              <p:cNvSpPr/>
              <p:nvPr/>
            </p:nvSpPr>
            <p:spPr>
              <a:xfrm>
                <a:off x="3532955" y="4724093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3" name="Google Shape;1333;p42"/>
              <p:cNvSpPr/>
              <p:nvPr/>
            </p:nvSpPr>
            <p:spPr>
              <a:xfrm>
                <a:off x="4035338" y="3486571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4" name="Google Shape;1334;p42"/>
              <p:cNvSpPr/>
              <p:nvPr/>
            </p:nvSpPr>
            <p:spPr>
              <a:xfrm>
                <a:off x="4099040" y="3721222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5" name="Google Shape;1335;p42"/>
              <p:cNvSpPr/>
              <p:nvPr/>
            </p:nvSpPr>
            <p:spPr>
              <a:xfrm>
                <a:off x="4092808" y="3713095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6" name="Google Shape;1336;p42"/>
              <p:cNvSpPr/>
              <p:nvPr/>
            </p:nvSpPr>
            <p:spPr>
              <a:xfrm>
                <a:off x="4034635" y="3948861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7" name="Google Shape;1337;p42"/>
              <p:cNvSpPr/>
              <p:nvPr/>
            </p:nvSpPr>
            <p:spPr>
              <a:xfrm>
                <a:off x="4172725" y="4629006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8" name="Google Shape;1338;p42"/>
              <p:cNvSpPr/>
              <p:nvPr/>
            </p:nvSpPr>
            <p:spPr>
              <a:xfrm>
                <a:off x="4012275" y="3987299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9" name="Google Shape;1339;p42"/>
              <p:cNvSpPr/>
              <p:nvPr/>
            </p:nvSpPr>
            <p:spPr>
              <a:xfrm>
                <a:off x="3936115" y="3935297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0" name="Google Shape;1340;p42"/>
              <p:cNvSpPr/>
              <p:nvPr/>
            </p:nvSpPr>
            <p:spPr>
              <a:xfrm>
                <a:off x="4025863" y="3650360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1" name="Google Shape;1341;p42"/>
              <p:cNvSpPr/>
              <p:nvPr/>
            </p:nvSpPr>
            <p:spPr>
              <a:xfrm>
                <a:off x="4043036" y="3660051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2" name="Google Shape;1342;p42"/>
              <p:cNvSpPr/>
              <p:nvPr/>
            </p:nvSpPr>
            <p:spPr>
              <a:xfrm>
                <a:off x="3931389" y="4630360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3" name="Google Shape;1343;p42"/>
              <p:cNvSpPr/>
              <p:nvPr/>
            </p:nvSpPr>
            <p:spPr>
              <a:xfrm>
                <a:off x="3935280" y="4001015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4" name="Google Shape;1344;p42"/>
              <p:cNvSpPr/>
              <p:nvPr/>
            </p:nvSpPr>
            <p:spPr>
              <a:xfrm>
                <a:off x="3945290" y="4000624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5" name="Google Shape;1345;p42"/>
              <p:cNvSpPr/>
              <p:nvPr/>
            </p:nvSpPr>
            <p:spPr>
              <a:xfrm>
                <a:off x="3991445" y="3671450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6" name="Google Shape;1346;p42"/>
              <p:cNvSpPr/>
              <p:nvPr/>
            </p:nvSpPr>
            <p:spPr>
              <a:xfrm>
                <a:off x="3966143" y="3700617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A46F6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7" name="Google Shape;1347;p42"/>
              <p:cNvSpPr/>
              <p:nvPr/>
            </p:nvSpPr>
            <p:spPr>
              <a:xfrm>
                <a:off x="3959750" y="3696907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8" name="Google Shape;1348;p42"/>
              <p:cNvSpPr/>
              <p:nvPr/>
            </p:nvSpPr>
            <p:spPr>
              <a:xfrm>
                <a:off x="4087090" y="3699254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9" name="Google Shape;1349;p42"/>
              <p:cNvSpPr/>
              <p:nvPr/>
            </p:nvSpPr>
            <p:spPr>
              <a:xfrm>
                <a:off x="4078934" y="3674938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0" name="Google Shape;1350;p42"/>
              <p:cNvSpPr/>
              <p:nvPr/>
            </p:nvSpPr>
            <p:spPr>
              <a:xfrm>
                <a:off x="4112111" y="3685738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1" name="Google Shape;1351;p42"/>
              <p:cNvSpPr/>
              <p:nvPr/>
            </p:nvSpPr>
            <p:spPr>
              <a:xfrm>
                <a:off x="4122956" y="3698976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2" name="Google Shape;1352;p42"/>
              <p:cNvSpPr/>
              <p:nvPr/>
            </p:nvSpPr>
            <p:spPr>
              <a:xfrm>
                <a:off x="4011557" y="3479574"/>
                <a:ext cx="157604" cy="165517"/>
              </a:xfrm>
              <a:custGeom>
                <a:avLst/>
                <a:gdLst/>
                <a:ahLst/>
                <a:cxnLst/>
                <a:rect l="l" t="t" r="r" b="b"/>
                <a:pathLst>
                  <a:path w="53974" h="56684" extrusionOk="0">
                    <a:moveTo>
                      <a:pt x="14827" y="56589"/>
                    </a:moveTo>
                    <a:cubicBezTo>
                      <a:pt x="15303" y="52779"/>
                      <a:pt x="15684" y="48683"/>
                      <a:pt x="13874" y="45349"/>
                    </a:cubicBezTo>
                    <a:cubicBezTo>
                      <a:pt x="12541" y="42968"/>
                      <a:pt x="10350" y="41349"/>
                      <a:pt x="8350" y="39444"/>
                    </a:cubicBezTo>
                    <a:cubicBezTo>
                      <a:pt x="5873" y="37063"/>
                      <a:pt x="3778" y="34300"/>
                      <a:pt x="2158" y="31252"/>
                    </a:cubicBezTo>
                    <a:cubicBezTo>
                      <a:pt x="634" y="28300"/>
                      <a:pt x="-413" y="24966"/>
                      <a:pt x="158" y="21727"/>
                    </a:cubicBezTo>
                    <a:cubicBezTo>
                      <a:pt x="730" y="18489"/>
                      <a:pt x="3492" y="15441"/>
                      <a:pt x="6826" y="15441"/>
                    </a:cubicBezTo>
                    <a:cubicBezTo>
                      <a:pt x="4921" y="10678"/>
                      <a:pt x="8159" y="6011"/>
                      <a:pt x="12445" y="3344"/>
                    </a:cubicBezTo>
                    <a:cubicBezTo>
                      <a:pt x="16827" y="677"/>
                      <a:pt x="22066" y="201"/>
                      <a:pt x="27209" y="10"/>
                    </a:cubicBezTo>
                    <a:cubicBezTo>
                      <a:pt x="35115" y="-180"/>
                      <a:pt x="45973" y="2201"/>
                      <a:pt x="49974" y="10107"/>
                    </a:cubicBezTo>
                    <a:cubicBezTo>
                      <a:pt x="51117" y="12393"/>
                      <a:pt x="51784" y="15155"/>
                      <a:pt x="53974" y="16489"/>
                    </a:cubicBezTo>
                    <a:cubicBezTo>
                      <a:pt x="50164" y="22680"/>
                      <a:pt x="44259" y="25537"/>
                      <a:pt x="37591" y="27442"/>
                    </a:cubicBezTo>
                    <a:cubicBezTo>
                      <a:pt x="34924" y="28204"/>
                      <a:pt x="31019" y="26776"/>
                      <a:pt x="29114" y="29062"/>
                    </a:cubicBezTo>
                    <a:cubicBezTo>
                      <a:pt x="28162" y="30300"/>
                      <a:pt x="29400" y="38396"/>
                      <a:pt x="29114" y="38491"/>
                    </a:cubicBezTo>
                    <a:cubicBezTo>
                      <a:pt x="27209" y="38872"/>
                      <a:pt x="25304" y="39158"/>
                      <a:pt x="23399" y="39539"/>
                    </a:cubicBezTo>
                    <a:cubicBezTo>
                      <a:pt x="24733" y="37729"/>
                      <a:pt x="23018" y="34681"/>
                      <a:pt x="20732" y="34681"/>
                    </a:cubicBezTo>
                    <a:cubicBezTo>
                      <a:pt x="18446" y="34681"/>
                      <a:pt x="16541" y="36967"/>
                      <a:pt x="16541" y="39253"/>
                    </a:cubicBezTo>
                    <a:cubicBezTo>
                      <a:pt x="16541" y="41539"/>
                      <a:pt x="18160" y="43635"/>
                      <a:pt x="20161" y="44778"/>
                    </a:cubicBezTo>
                    <a:cubicBezTo>
                      <a:pt x="22161" y="45921"/>
                      <a:pt x="24447" y="46302"/>
                      <a:pt x="26733" y="46492"/>
                    </a:cubicBezTo>
                    <a:cubicBezTo>
                      <a:pt x="23590" y="50398"/>
                      <a:pt x="19018" y="53922"/>
                      <a:pt x="14922" y="566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53" name="Google Shape;1353;p42"/>
            <p:cNvGrpSpPr/>
            <p:nvPr/>
          </p:nvGrpSpPr>
          <p:grpSpPr>
            <a:xfrm>
              <a:off x="6027496" y="714384"/>
              <a:ext cx="858731" cy="1639529"/>
              <a:chOff x="3994396" y="1674709"/>
              <a:chExt cx="858731" cy="1639529"/>
            </a:xfrm>
          </p:grpSpPr>
          <p:sp>
            <p:nvSpPr>
              <p:cNvPr id="1354" name="Google Shape;1354;p42"/>
              <p:cNvSpPr/>
              <p:nvPr/>
            </p:nvSpPr>
            <p:spPr>
              <a:xfrm>
                <a:off x="3994396" y="2913152"/>
                <a:ext cx="858731" cy="401085"/>
              </a:xfrm>
              <a:custGeom>
                <a:avLst/>
                <a:gdLst/>
                <a:ahLst/>
                <a:cxnLst/>
                <a:rect l="l" t="t" r="r" b="b"/>
                <a:pathLst>
                  <a:path w="294086" h="137358" extrusionOk="0">
                    <a:moveTo>
                      <a:pt x="247795" y="11716"/>
                    </a:moveTo>
                    <a:cubicBezTo>
                      <a:pt x="249891" y="10763"/>
                      <a:pt x="251986" y="9906"/>
                      <a:pt x="254177" y="9144"/>
                    </a:cubicBezTo>
                    <a:cubicBezTo>
                      <a:pt x="254558" y="9049"/>
                      <a:pt x="255034" y="8954"/>
                      <a:pt x="255415" y="8858"/>
                    </a:cubicBezTo>
                    <a:cubicBezTo>
                      <a:pt x="260559" y="7430"/>
                      <a:pt x="261987" y="7049"/>
                      <a:pt x="267131" y="6858"/>
                    </a:cubicBezTo>
                    <a:cubicBezTo>
                      <a:pt x="271798" y="6668"/>
                      <a:pt x="275513" y="7049"/>
                      <a:pt x="280085" y="6858"/>
                    </a:cubicBezTo>
                    <a:cubicBezTo>
                      <a:pt x="283323" y="6858"/>
                      <a:pt x="287229" y="6286"/>
                      <a:pt x="290467" y="5429"/>
                    </a:cubicBezTo>
                    <a:cubicBezTo>
                      <a:pt x="291134" y="5429"/>
                      <a:pt x="291610" y="5239"/>
                      <a:pt x="291705" y="5144"/>
                    </a:cubicBezTo>
                    <a:cubicBezTo>
                      <a:pt x="291705" y="5144"/>
                      <a:pt x="291705" y="5144"/>
                      <a:pt x="291705" y="5144"/>
                    </a:cubicBezTo>
                    <a:cubicBezTo>
                      <a:pt x="292563" y="4858"/>
                      <a:pt x="293420" y="4667"/>
                      <a:pt x="294087" y="4286"/>
                    </a:cubicBezTo>
                    <a:cubicBezTo>
                      <a:pt x="294087" y="4286"/>
                      <a:pt x="291420" y="4001"/>
                      <a:pt x="287514" y="3620"/>
                    </a:cubicBezTo>
                    <a:lnTo>
                      <a:pt x="287514" y="3620"/>
                    </a:lnTo>
                    <a:cubicBezTo>
                      <a:pt x="276370" y="2477"/>
                      <a:pt x="254558" y="286"/>
                      <a:pt x="248843" y="0"/>
                    </a:cubicBezTo>
                    <a:cubicBezTo>
                      <a:pt x="244938" y="1715"/>
                      <a:pt x="237889" y="6953"/>
                      <a:pt x="237889" y="6953"/>
                    </a:cubicBezTo>
                    <a:cubicBezTo>
                      <a:pt x="238270" y="7430"/>
                      <a:pt x="239508" y="7715"/>
                      <a:pt x="241032" y="7906"/>
                    </a:cubicBezTo>
                    <a:cubicBezTo>
                      <a:pt x="236175" y="11144"/>
                      <a:pt x="229888" y="14383"/>
                      <a:pt x="222459" y="17431"/>
                    </a:cubicBezTo>
                    <a:cubicBezTo>
                      <a:pt x="218363" y="19145"/>
                      <a:pt x="213886" y="20765"/>
                      <a:pt x="209981" y="22479"/>
                    </a:cubicBezTo>
                    <a:cubicBezTo>
                      <a:pt x="197694" y="27718"/>
                      <a:pt x="181692" y="35528"/>
                      <a:pt x="176834" y="39338"/>
                    </a:cubicBezTo>
                    <a:cubicBezTo>
                      <a:pt x="174738" y="40958"/>
                      <a:pt x="171976" y="42577"/>
                      <a:pt x="168928" y="44101"/>
                    </a:cubicBezTo>
                    <a:cubicBezTo>
                      <a:pt x="167214" y="43910"/>
                      <a:pt x="165404" y="43815"/>
                      <a:pt x="163594" y="43720"/>
                    </a:cubicBezTo>
                    <a:cubicBezTo>
                      <a:pt x="163594" y="43720"/>
                      <a:pt x="163594" y="43529"/>
                      <a:pt x="163594" y="43434"/>
                    </a:cubicBezTo>
                    <a:cubicBezTo>
                      <a:pt x="162737" y="43434"/>
                      <a:pt x="161880" y="43434"/>
                      <a:pt x="161022" y="43434"/>
                    </a:cubicBezTo>
                    <a:cubicBezTo>
                      <a:pt x="160737" y="43434"/>
                      <a:pt x="160451" y="43434"/>
                      <a:pt x="160165" y="43434"/>
                    </a:cubicBezTo>
                    <a:cubicBezTo>
                      <a:pt x="160165" y="43434"/>
                      <a:pt x="160070" y="43434"/>
                      <a:pt x="159975" y="43529"/>
                    </a:cubicBezTo>
                    <a:cubicBezTo>
                      <a:pt x="157974" y="43529"/>
                      <a:pt x="156069" y="43625"/>
                      <a:pt x="154069" y="43720"/>
                    </a:cubicBezTo>
                    <a:cubicBezTo>
                      <a:pt x="153974" y="42005"/>
                      <a:pt x="154069" y="40672"/>
                      <a:pt x="154545" y="40100"/>
                    </a:cubicBezTo>
                    <a:cubicBezTo>
                      <a:pt x="163785" y="30385"/>
                      <a:pt x="162546" y="21812"/>
                      <a:pt x="172071" y="12097"/>
                    </a:cubicBezTo>
                    <a:cubicBezTo>
                      <a:pt x="173119" y="11049"/>
                      <a:pt x="174167" y="10192"/>
                      <a:pt x="175596" y="9334"/>
                    </a:cubicBezTo>
                    <a:cubicBezTo>
                      <a:pt x="175691" y="9334"/>
                      <a:pt x="175786" y="9334"/>
                      <a:pt x="175977" y="9334"/>
                    </a:cubicBezTo>
                    <a:cubicBezTo>
                      <a:pt x="176643" y="9334"/>
                      <a:pt x="177215" y="9430"/>
                      <a:pt x="178072" y="9334"/>
                    </a:cubicBezTo>
                    <a:cubicBezTo>
                      <a:pt x="179310" y="9144"/>
                      <a:pt x="180168" y="8763"/>
                      <a:pt x="181025" y="8382"/>
                    </a:cubicBezTo>
                    <a:cubicBezTo>
                      <a:pt x="184644" y="6668"/>
                      <a:pt x="185597" y="6191"/>
                      <a:pt x="190836" y="5429"/>
                    </a:cubicBezTo>
                    <a:cubicBezTo>
                      <a:pt x="195598" y="4667"/>
                      <a:pt x="200170" y="4572"/>
                      <a:pt x="204837" y="3905"/>
                    </a:cubicBezTo>
                    <a:cubicBezTo>
                      <a:pt x="209600" y="3239"/>
                      <a:pt x="215029" y="1810"/>
                      <a:pt x="216363" y="286"/>
                    </a:cubicBezTo>
                    <a:lnTo>
                      <a:pt x="190836" y="286"/>
                    </a:lnTo>
                    <a:cubicBezTo>
                      <a:pt x="181882" y="762"/>
                      <a:pt x="170262" y="1905"/>
                      <a:pt x="161213" y="2572"/>
                    </a:cubicBezTo>
                    <a:cubicBezTo>
                      <a:pt x="159498" y="4382"/>
                      <a:pt x="159213" y="9239"/>
                      <a:pt x="159213" y="9239"/>
                    </a:cubicBezTo>
                    <a:cubicBezTo>
                      <a:pt x="159498" y="9239"/>
                      <a:pt x="159879" y="9334"/>
                      <a:pt x="160165" y="9430"/>
                    </a:cubicBezTo>
                    <a:cubicBezTo>
                      <a:pt x="159308" y="12764"/>
                      <a:pt x="156831" y="16193"/>
                      <a:pt x="152545" y="19717"/>
                    </a:cubicBezTo>
                    <a:cubicBezTo>
                      <a:pt x="150354" y="21527"/>
                      <a:pt x="147783" y="23241"/>
                      <a:pt x="145782" y="25051"/>
                    </a:cubicBezTo>
                    <a:cubicBezTo>
                      <a:pt x="139591" y="30575"/>
                      <a:pt x="132543" y="38481"/>
                      <a:pt x="132352" y="42005"/>
                    </a:cubicBezTo>
                    <a:cubicBezTo>
                      <a:pt x="132352" y="43244"/>
                      <a:pt x="131685" y="44387"/>
                      <a:pt x="130828" y="45625"/>
                    </a:cubicBezTo>
                    <a:cubicBezTo>
                      <a:pt x="130638" y="45625"/>
                      <a:pt x="130352" y="45625"/>
                      <a:pt x="130161" y="45625"/>
                    </a:cubicBezTo>
                    <a:cubicBezTo>
                      <a:pt x="130161" y="45625"/>
                      <a:pt x="130161" y="45625"/>
                      <a:pt x="130161" y="45625"/>
                    </a:cubicBezTo>
                    <a:cubicBezTo>
                      <a:pt x="128352" y="45815"/>
                      <a:pt x="126447" y="46101"/>
                      <a:pt x="124637" y="46292"/>
                    </a:cubicBezTo>
                    <a:cubicBezTo>
                      <a:pt x="124637" y="46292"/>
                      <a:pt x="124637" y="46292"/>
                      <a:pt x="124637" y="46292"/>
                    </a:cubicBezTo>
                    <a:lnTo>
                      <a:pt x="124637" y="46292"/>
                    </a:lnTo>
                    <a:cubicBezTo>
                      <a:pt x="121589" y="50102"/>
                      <a:pt x="118541" y="53912"/>
                      <a:pt x="115302" y="57722"/>
                    </a:cubicBezTo>
                    <a:cubicBezTo>
                      <a:pt x="112731" y="60770"/>
                      <a:pt x="114159" y="62579"/>
                      <a:pt x="107206" y="65437"/>
                    </a:cubicBezTo>
                    <a:cubicBezTo>
                      <a:pt x="102253" y="67437"/>
                      <a:pt x="98729" y="69533"/>
                      <a:pt x="96443" y="71628"/>
                    </a:cubicBezTo>
                    <a:cubicBezTo>
                      <a:pt x="94538" y="71628"/>
                      <a:pt x="92633" y="71819"/>
                      <a:pt x="90823" y="71819"/>
                    </a:cubicBezTo>
                    <a:cubicBezTo>
                      <a:pt x="90823" y="72962"/>
                      <a:pt x="91299" y="74009"/>
                      <a:pt x="91776" y="75057"/>
                    </a:cubicBezTo>
                    <a:cubicBezTo>
                      <a:pt x="91966" y="75343"/>
                      <a:pt x="92157" y="75629"/>
                      <a:pt x="92252" y="76009"/>
                    </a:cubicBezTo>
                    <a:cubicBezTo>
                      <a:pt x="90156" y="76772"/>
                      <a:pt x="87870" y="77438"/>
                      <a:pt x="85489" y="78105"/>
                    </a:cubicBezTo>
                    <a:cubicBezTo>
                      <a:pt x="77964" y="80201"/>
                      <a:pt x="68439" y="84011"/>
                      <a:pt x="64058" y="86011"/>
                    </a:cubicBezTo>
                    <a:cubicBezTo>
                      <a:pt x="63010" y="86487"/>
                      <a:pt x="62153" y="86963"/>
                      <a:pt x="61486" y="87440"/>
                    </a:cubicBezTo>
                    <a:cubicBezTo>
                      <a:pt x="58819" y="89630"/>
                      <a:pt x="58438" y="91631"/>
                      <a:pt x="57676" y="94107"/>
                    </a:cubicBezTo>
                    <a:cubicBezTo>
                      <a:pt x="57676" y="94393"/>
                      <a:pt x="57486" y="94774"/>
                      <a:pt x="57295" y="95059"/>
                    </a:cubicBezTo>
                    <a:cubicBezTo>
                      <a:pt x="56247" y="95250"/>
                      <a:pt x="55200" y="95441"/>
                      <a:pt x="54152" y="95726"/>
                    </a:cubicBezTo>
                    <a:cubicBezTo>
                      <a:pt x="52342" y="99251"/>
                      <a:pt x="51009" y="102870"/>
                      <a:pt x="50247" y="106299"/>
                    </a:cubicBezTo>
                    <a:cubicBezTo>
                      <a:pt x="50056" y="107347"/>
                      <a:pt x="49770" y="108395"/>
                      <a:pt x="50532" y="109252"/>
                    </a:cubicBezTo>
                    <a:cubicBezTo>
                      <a:pt x="50628" y="109347"/>
                      <a:pt x="50818" y="109538"/>
                      <a:pt x="50913" y="109633"/>
                    </a:cubicBezTo>
                    <a:cubicBezTo>
                      <a:pt x="51104" y="109728"/>
                      <a:pt x="51485" y="109823"/>
                      <a:pt x="51675" y="110014"/>
                    </a:cubicBezTo>
                    <a:cubicBezTo>
                      <a:pt x="50818" y="111347"/>
                      <a:pt x="50151" y="112586"/>
                      <a:pt x="49675" y="113824"/>
                    </a:cubicBezTo>
                    <a:cubicBezTo>
                      <a:pt x="51009" y="113824"/>
                      <a:pt x="49675" y="113824"/>
                      <a:pt x="51104" y="113824"/>
                    </a:cubicBezTo>
                    <a:cubicBezTo>
                      <a:pt x="51866" y="113824"/>
                      <a:pt x="52723" y="113729"/>
                      <a:pt x="53485" y="113633"/>
                    </a:cubicBezTo>
                    <a:cubicBezTo>
                      <a:pt x="53104" y="114109"/>
                      <a:pt x="52628" y="114586"/>
                      <a:pt x="51866" y="115062"/>
                    </a:cubicBezTo>
                    <a:cubicBezTo>
                      <a:pt x="52437" y="115062"/>
                      <a:pt x="53295" y="115062"/>
                      <a:pt x="54152" y="114967"/>
                    </a:cubicBezTo>
                    <a:cubicBezTo>
                      <a:pt x="53390" y="116110"/>
                      <a:pt x="52628" y="117158"/>
                      <a:pt x="52056" y="118015"/>
                    </a:cubicBezTo>
                    <a:cubicBezTo>
                      <a:pt x="51771" y="117920"/>
                      <a:pt x="51580" y="117729"/>
                      <a:pt x="51294" y="117634"/>
                    </a:cubicBezTo>
                    <a:cubicBezTo>
                      <a:pt x="48151" y="118110"/>
                      <a:pt x="45389" y="118777"/>
                      <a:pt x="42722" y="119634"/>
                    </a:cubicBezTo>
                    <a:cubicBezTo>
                      <a:pt x="43103" y="118396"/>
                      <a:pt x="42722" y="117158"/>
                      <a:pt x="41198" y="116205"/>
                    </a:cubicBezTo>
                    <a:cubicBezTo>
                      <a:pt x="37864" y="114014"/>
                      <a:pt x="28434" y="112967"/>
                      <a:pt x="18338" y="114205"/>
                    </a:cubicBezTo>
                    <a:cubicBezTo>
                      <a:pt x="23291" y="114395"/>
                      <a:pt x="25386" y="115919"/>
                      <a:pt x="24434" y="117539"/>
                    </a:cubicBezTo>
                    <a:cubicBezTo>
                      <a:pt x="23481" y="119158"/>
                      <a:pt x="20148" y="120872"/>
                      <a:pt x="16433" y="122492"/>
                    </a:cubicBezTo>
                    <a:cubicBezTo>
                      <a:pt x="12718" y="124111"/>
                      <a:pt x="8622" y="125635"/>
                      <a:pt x="5479" y="127254"/>
                    </a:cubicBezTo>
                    <a:cubicBezTo>
                      <a:pt x="-236" y="130302"/>
                      <a:pt x="-1760" y="133636"/>
                      <a:pt x="2241" y="135827"/>
                    </a:cubicBezTo>
                    <a:cubicBezTo>
                      <a:pt x="3860" y="136684"/>
                      <a:pt x="6717" y="137446"/>
                      <a:pt x="10813" y="137351"/>
                    </a:cubicBezTo>
                    <a:cubicBezTo>
                      <a:pt x="14909" y="137255"/>
                      <a:pt x="19386" y="136303"/>
                      <a:pt x="23291" y="135446"/>
                    </a:cubicBezTo>
                    <a:cubicBezTo>
                      <a:pt x="24434" y="135160"/>
                      <a:pt x="25958" y="134779"/>
                      <a:pt x="27577" y="134398"/>
                    </a:cubicBezTo>
                    <a:cubicBezTo>
                      <a:pt x="33197" y="135255"/>
                      <a:pt x="41484" y="135255"/>
                      <a:pt x="49294" y="134684"/>
                    </a:cubicBezTo>
                    <a:cubicBezTo>
                      <a:pt x="55771" y="134207"/>
                      <a:pt x="62820" y="133350"/>
                      <a:pt x="68916" y="132017"/>
                    </a:cubicBezTo>
                    <a:cubicBezTo>
                      <a:pt x="77869" y="130016"/>
                      <a:pt x="77679" y="128873"/>
                      <a:pt x="81584" y="126302"/>
                    </a:cubicBezTo>
                    <a:cubicBezTo>
                      <a:pt x="80441" y="127064"/>
                      <a:pt x="77488" y="127540"/>
                      <a:pt x="74726" y="127635"/>
                    </a:cubicBezTo>
                    <a:cubicBezTo>
                      <a:pt x="74726" y="127635"/>
                      <a:pt x="74726" y="127635"/>
                      <a:pt x="74726" y="127635"/>
                    </a:cubicBezTo>
                    <a:cubicBezTo>
                      <a:pt x="75488" y="126968"/>
                      <a:pt x="75964" y="126397"/>
                      <a:pt x="76250" y="125730"/>
                    </a:cubicBezTo>
                    <a:cubicBezTo>
                      <a:pt x="76631" y="125063"/>
                      <a:pt x="76917" y="124397"/>
                      <a:pt x="78060" y="123730"/>
                    </a:cubicBezTo>
                    <a:cubicBezTo>
                      <a:pt x="79107" y="123063"/>
                      <a:pt x="80917" y="122492"/>
                      <a:pt x="82632" y="121920"/>
                    </a:cubicBezTo>
                    <a:cubicBezTo>
                      <a:pt x="83394" y="121730"/>
                      <a:pt x="84156" y="121444"/>
                      <a:pt x="84537" y="121158"/>
                    </a:cubicBezTo>
                    <a:cubicBezTo>
                      <a:pt x="85584" y="120396"/>
                      <a:pt x="81489" y="120587"/>
                      <a:pt x="83203" y="119634"/>
                    </a:cubicBezTo>
                    <a:cubicBezTo>
                      <a:pt x="83584" y="119348"/>
                      <a:pt x="84441" y="119158"/>
                      <a:pt x="84251" y="118872"/>
                    </a:cubicBezTo>
                    <a:cubicBezTo>
                      <a:pt x="84251" y="118777"/>
                      <a:pt x="83775" y="118682"/>
                      <a:pt x="83775" y="118586"/>
                    </a:cubicBezTo>
                    <a:cubicBezTo>
                      <a:pt x="83775" y="118396"/>
                      <a:pt x="84632" y="118205"/>
                      <a:pt x="84918" y="118015"/>
                    </a:cubicBezTo>
                    <a:cubicBezTo>
                      <a:pt x="85299" y="117729"/>
                      <a:pt x="85013" y="117539"/>
                      <a:pt x="84632" y="117443"/>
                    </a:cubicBezTo>
                    <a:cubicBezTo>
                      <a:pt x="84251" y="117253"/>
                      <a:pt x="83775" y="117158"/>
                      <a:pt x="83679" y="116967"/>
                    </a:cubicBezTo>
                    <a:cubicBezTo>
                      <a:pt x="83489" y="116205"/>
                      <a:pt x="84346" y="115443"/>
                      <a:pt x="80441" y="115729"/>
                    </a:cubicBezTo>
                    <a:cubicBezTo>
                      <a:pt x="78536" y="115824"/>
                      <a:pt x="76250" y="116015"/>
                      <a:pt x="73678" y="116300"/>
                    </a:cubicBezTo>
                    <a:lnTo>
                      <a:pt x="76155" y="113919"/>
                    </a:lnTo>
                    <a:cubicBezTo>
                      <a:pt x="78060" y="113824"/>
                      <a:pt x="79298" y="113729"/>
                      <a:pt x="79298" y="113633"/>
                    </a:cubicBezTo>
                    <a:cubicBezTo>
                      <a:pt x="79965" y="113157"/>
                      <a:pt x="79965" y="112681"/>
                      <a:pt x="80346" y="112014"/>
                    </a:cubicBezTo>
                    <a:cubicBezTo>
                      <a:pt x="86251" y="111443"/>
                      <a:pt x="93204" y="109823"/>
                      <a:pt x="99967" y="107918"/>
                    </a:cubicBezTo>
                    <a:cubicBezTo>
                      <a:pt x="100062" y="107918"/>
                      <a:pt x="100253" y="107918"/>
                      <a:pt x="100348" y="107918"/>
                    </a:cubicBezTo>
                    <a:cubicBezTo>
                      <a:pt x="100539" y="107918"/>
                      <a:pt x="100634" y="107823"/>
                      <a:pt x="100824" y="107728"/>
                    </a:cubicBezTo>
                    <a:cubicBezTo>
                      <a:pt x="107682" y="105728"/>
                      <a:pt x="114159" y="103537"/>
                      <a:pt x="118922" y="102299"/>
                    </a:cubicBezTo>
                    <a:cubicBezTo>
                      <a:pt x="120351" y="101918"/>
                      <a:pt x="121875" y="101441"/>
                      <a:pt x="122922" y="100965"/>
                    </a:cubicBezTo>
                    <a:cubicBezTo>
                      <a:pt x="125018" y="100013"/>
                      <a:pt x="125304" y="99060"/>
                      <a:pt x="125589" y="98203"/>
                    </a:cubicBezTo>
                    <a:cubicBezTo>
                      <a:pt x="127971" y="90773"/>
                      <a:pt x="136924" y="83915"/>
                      <a:pt x="149497" y="76772"/>
                    </a:cubicBezTo>
                    <a:cubicBezTo>
                      <a:pt x="154164" y="75248"/>
                      <a:pt x="157498" y="74200"/>
                      <a:pt x="157498" y="74200"/>
                    </a:cubicBezTo>
                    <a:cubicBezTo>
                      <a:pt x="158927" y="73533"/>
                      <a:pt x="163118" y="72866"/>
                      <a:pt x="165404" y="72390"/>
                    </a:cubicBezTo>
                    <a:cubicBezTo>
                      <a:pt x="168642" y="71723"/>
                      <a:pt x="171690" y="71057"/>
                      <a:pt x="174834" y="70390"/>
                    </a:cubicBezTo>
                    <a:cubicBezTo>
                      <a:pt x="176834" y="69914"/>
                      <a:pt x="178739" y="69342"/>
                      <a:pt x="180168" y="68866"/>
                    </a:cubicBezTo>
                    <a:cubicBezTo>
                      <a:pt x="182358" y="68104"/>
                      <a:pt x="183501" y="67151"/>
                      <a:pt x="183311" y="66389"/>
                    </a:cubicBezTo>
                    <a:lnTo>
                      <a:pt x="183311" y="66104"/>
                    </a:lnTo>
                    <a:cubicBezTo>
                      <a:pt x="182358" y="65437"/>
                      <a:pt x="176548" y="65437"/>
                      <a:pt x="176739" y="65056"/>
                    </a:cubicBezTo>
                    <a:cubicBezTo>
                      <a:pt x="177310" y="64103"/>
                      <a:pt x="174834" y="64008"/>
                      <a:pt x="172929" y="65056"/>
                    </a:cubicBezTo>
                    <a:cubicBezTo>
                      <a:pt x="171405" y="65913"/>
                      <a:pt x="171690" y="66770"/>
                      <a:pt x="168547" y="67342"/>
                    </a:cubicBezTo>
                    <a:cubicBezTo>
                      <a:pt x="167309" y="67532"/>
                      <a:pt x="165690" y="67628"/>
                      <a:pt x="164261" y="67913"/>
                    </a:cubicBezTo>
                    <a:cubicBezTo>
                      <a:pt x="162642" y="68199"/>
                      <a:pt x="161022" y="68675"/>
                      <a:pt x="159403" y="69056"/>
                    </a:cubicBezTo>
                    <a:cubicBezTo>
                      <a:pt x="159213" y="69056"/>
                      <a:pt x="159117" y="69056"/>
                      <a:pt x="158927" y="69056"/>
                    </a:cubicBezTo>
                    <a:cubicBezTo>
                      <a:pt x="171309" y="61913"/>
                      <a:pt x="182358" y="54674"/>
                      <a:pt x="191121" y="47434"/>
                    </a:cubicBezTo>
                    <a:cubicBezTo>
                      <a:pt x="190264" y="47244"/>
                      <a:pt x="189312" y="47149"/>
                      <a:pt x="188359" y="47054"/>
                    </a:cubicBezTo>
                    <a:cubicBezTo>
                      <a:pt x="191788" y="44006"/>
                      <a:pt x="194741" y="41339"/>
                      <a:pt x="196551" y="40481"/>
                    </a:cubicBezTo>
                    <a:cubicBezTo>
                      <a:pt x="216744" y="31052"/>
                      <a:pt x="226935" y="21527"/>
                      <a:pt x="247414" y="12097"/>
                    </a:cubicBezTo>
                    <a:close/>
                    <a:moveTo>
                      <a:pt x="85013" y="84677"/>
                    </a:moveTo>
                    <a:cubicBezTo>
                      <a:pt x="87299" y="83725"/>
                      <a:pt x="90823" y="82296"/>
                      <a:pt x="94538" y="80772"/>
                    </a:cubicBezTo>
                    <a:cubicBezTo>
                      <a:pt x="95014" y="82010"/>
                      <a:pt x="95586" y="84392"/>
                      <a:pt x="92538" y="85058"/>
                    </a:cubicBezTo>
                    <a:cubicBezTo>
                      <a:pt x="90633" y="85534"/>
                      <a:pt x="87585" y="85725"/>
                      <a:pt x="86918" y="86392"/>
                    </a:cubicBezTo>
                    <a:cubicBezTo>
                      <a:pt x="86537" y="86678"/>
                      <a:pt x="87108" y="86963"/>
                      <a:pt x="87394" y="87154"/>
                    </a:cubicBezTo>
                    <a:cubicBezTo>
                      <a:pt x="88156" y="87821"/>
                      <a:pt x="84537" y="89630"/>
                      <a:pt x="80441" y="91535"/>
                    </a:cubicBezTo>
                    <a:cubicBezTo>
                      <a:pt x="79488" y="91535"/>
                      <a:pt x="78536" y="91726"/>
                      <a:pt x="77583" y="91821"/>
                    </a:cubicBezTo>
                    <a:cubicBezTo>
                      <a:pt x="77583" y="91345"/>
                      <a:pt x="77583" y="90869"/>
                      <a:pt x="77583" y="90488"/>
                    </a:cubicBezTo>
                    <a:cubicBezTo>
                      <a:pt x="77583" y="88678"/>
                      <a:pt x="80250" y="86582"/>
                      <a:pt x="85013" y="84677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5" name="Google Shape;1355;p42"/>
              <p:cNvSpPr/>
              <p:nvPr/>
            </p:nvSpPr>
            <p:spPr>
              <a:xfrm>
                <a:off x="4557250" y="1705379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3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97"/>
                    </a:cubicBezTo>
                    <a:cubicBezTo>
                      <a:pt x="35921" y="59050"/>
                      <a:pt x="35921" y="56573"/>
                      <a:pt x="37160" y="54287"/>
                    </a:cubicBezTo>
                    <a:cubicBezTo>
                      <a:pt x="37541" y="53620"/>
                      <a:pt x="38207" y="53144"/>
                      <a:pt x="38779" y="52668"/>
                    </a:cubicBezTo>
                    <a:cubicBezTo>
                      <a:pt x="39350" y="52192"/>
                      <a:pt x="39922" y="51525"/>
                      <a:pt x="39827" y="50763"/>
                    </a:cubicBezTo>
                    <a:cubicBezTo>
                      <a:pt x="39827" y="50096"/>
                      <a:pt x="39160" y="49429"/>
                      <a:pt x="39446" y="48858"/>
                    </a:cubicBezTo>
                    <a:cubicBezTo>
                      <a:pt x="39636" y="48477"/>
                      <a:pt x="40017" y="48191"/>
                      <a:pt x="40303" y="47905"/>
                    </a:cubicBezTo>
                    <a:cubicBezTo>
                      <a:pt x="40684" y="47239"/>
                      <a:pt x="40303" y="46381"/>
                      <a:pt x="40303" y="45619"/>
                    </a:cubicBezTo>
                    <a:cubicBezTo>
                      <a:pt x="39922" y="42476"/>
                      <a:pt x="43732" y="43238"/>
                      <a:pt x="43637" y="40857"/>
                    </a:cubicBezTo>
                    <a:cubicBezTo>
                      <a:pt x="43637" y="40000"/>
                      <a:pt x="43160" y="39238"/>
                      <a:pt x="42684" y="38571"/>
                    </a:cubicBezTo>
                    <a:cubicBezTo>
                      <a:pt x="41636" y="36856"/>
                      <a:pt x="40684" y="34951"/>
                      <a:pt x="40493" y="32951"/>
                    </a:cubicBezTo>
                    <a:cubicBezTo>
                      <a:pt x="40208" y="30856"/>
                      <a:pt x="40779" y="28665"/>
                      <a:pt x="41351" y="26665"/>
                    </a:cubicBezTo>
                    <a:cubicBezTo>
                      <a:pt x="41827" y="24760"/>
                      <a:pt x="42113" y="22759"/>
                      <a:pt x="42208" y="20759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6" name="Google Shape;1356;p42"/>
              <p:cNvSpPr/>
              <p:nvPr/>
            </p:nvSpPr>
            <p:spPr>
              <a:xfrm>
                <a:off x="4595235" y="1920040"/>
                <a:ext cx="170986" cy="428706"/>
              </a:xfrm>
              <a:custGeom>
                <a:avLst/>
                <a:gdLst/>
                <a:ahLst/>
                <a:cxnLst/>
                <a:rect l="l" t="t" r="r" b="b"/>
                <a:pathLst>
                  <a:path w="58557" h="146817" extrusionOk="0">
                    <a:moveTo>
                      <a:pt x="57580" y="132387"/>
                    </a:moveTo>
                    <a:cubicBezTo>
                      <a:pt x="56818" y="130768"/>
                      <a:pt x="55675" y="128958"/>
                      <a:pt x="54246" y="127529"/>
                    </a:cubicBezTo>
                    <a:cubicBezTo>
                      <a:pt x="52055" y="125338"/>
                      <a:pt x="49769" y="123243"/>
                      <a:pt x="47388" y="121243"/>
                    </a:cubicBezTo>
                    <a:cubicBezTo>
                      <a:pt x="45674" y="119814"/>
                      <a:pt x="42435" y="117623"/>
                      <a:pt x="41864" y="115528"/>
                    </a:cubicBezTo>
                    <a:cubicBezTo>
                      <a:pt x="41864" y="115528"/>
                      <a:pt x="27481" y="90382"/>
                      <a:pt x="21861" y="81809"/>
                    </a:cubicBezTo>
                    <a:cubicBezTo>
                      <a:pt x="18432" y="76475"/>
                      <a:pt x="17099" y="70189"/>
                      <a:pt x="18242" y="63902"/>
                    </a:cubicBezTo>
                    <a:cubicBezTo>
                      <a:pt x="21194" y="47710"/>
                      <a:pt x="26528" y="16087"/>
                      <a:pt x="25004" y="8276"/>
                    </a:cubicBezTo>
                    <a:cubicBezTo>
                      <a:pt x="23099" y="-2201"/>
                      <a:pt x="8240" y="-2963"/>
                      <a:pt x="5478" y="7324"/>
                    </a:cubicBezTo>
                    <a:cubicBezTo>
                      <a:pt x="5478" y="7514"/>
                      <a:pt x="5478" y="7705"/>
                      <a:pt x="5383" y="7800"/>
                    </a:cubicBezTo>
                    <a:cubicBezTo>
                      <a:pt x="2144" y="21516"/>
                      <a:pt x="2240" y="45138"/>
                      <a:pt x="1097" y="55996"/>
                    </a:cubicBezTo>
                    <a:cubicBezTo>
                      <a:pt x="239" y="64093"/>
                      <a:pt x="-618" y="70570"/>
                      <a:pt x="620" y="77523"/>
                    </a:cubicBezTo>
                    <a:cubicBezTo>
                      <a:pt x="906" y="79047"/>
                      <a:pt x="1478" y="80476"/>
                      <a:pt x="2240" y="81904"/>
                    </a:cubicBezTo>
                    <a:cubicBezTo>
                      <a:pt x="5288" y="87619"/>
                      <a:pt x="12241" y="98383"/>
                      <a:pt x="18242" y="104002"/>
                    </a:cubicBezTo>
                    <a:cubicBezTo>
                      <a:pt x="25766" y="110956"/>
                      <a:pt x="31100" y="121433"/>
                      <a:pt x="31100" y="121433"/>
                    </a:cubicBezTo>
                    <a:cubicBezTo>
                      <a:pt x="32720" y="124386"/>
                      <a:pt x="33863" y="127720"/>
                      <a:pt x="36244" y="130577"/>
                    </a:cubicBezTo>
                    <a:cubicBezTo>
                      <a:pt x="37577" y="132196"/>
                      <a:pt x="39006" y="134101"/>
                      <a:pt x="40625" y="135340"/>
                    </a:cubicBezTo>
                    <a:cubicBezTo>
                      <a:pt x="41768" y="136197"/>
                      <a:pt x="43292" y="136387"/>
                      <a:pt x="44245" y="137054"/>
                    </a:cubicBezTo>
                    <a:cubicBezTo>
                      <a:pt x="46626" y="138769"/>
                      <a:pt x="45197" y="141531"/>
                      <a:pt x="45578" y="144293"/>
                    </a:cubicBezTo>
                    <a:cubicBezTo>
                      <a:pt x="46055" y="147722"/>
                      <a:pt x="48531" y="147532"/>
                      <a:pt x="49293" y="144484"/>
                    </a:cubicBezTo>
                    <a:cubicBezTo>
                      <a:pt x="49579" y="143150"/>
                      <a:pt x="55484" y="143150"/>
                      <a:pt x="57104" y="141245"/>
                    </a:cubicBezTo>
                    <a:lnTo>
                      <a:pt x="57580" y="140388"/>
                    </a:lnTo>
                    <a:cubicBezTo>
                      <a:pt x="58818" y="137911"/>
                      <a:pt x="58913" y="135054"/>
                      <a:pt x="57675" y="132577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7" name="Google Shape;1357;p42"/>
              <p:cNvSpPr/>
              <p:nvPr/>
            </p:nvSpPr>
            <p:spPr>
              <a:xfrm>
                <a:off x="4614162" y="1931982"/>
                <a:ext cx="92181" cy="162130"/>
              </a:xfrm>
              <a:custGeom>
                <a:avLst/>
                <a:gdLst/>
                <a:ahLst/>
                <a:cxnLst/>
                <a:rect l="l" t="t" r="r" b="b"/>
                <a:pathLst>
                  <a:path w="31569" h="55524" extrusionOk="0">
                    <a:moveTo>
                      <a:pt x="17853" y="52667"/>
                    </a:moveTo>
                    <a:cubicBezTo>
                      <a:pt x="18806" y="52382"/>
                      <a:pt x="19663" y="52667"/>
                      <a:pt x="20330" y="53048"/>
                    </a:cubicBezTo>
                    <a:cubicBezTo>
                      <a:pt x="24235" y="51620"/>
                      <a:pt x="27855" y="49715"/>
                      <a:pt x="31569" y="47905"/>
                    </a:cubicBezTo>
                    <a:cubicBezTo>
                      <a:pt x="31093" y="42666"/>
                      <a:pt x="30617" y="37523"/>
                      <a:pt x="30045" y="32284"/>
                    </a:cubicBezTo>
                    <a:cubicBezTo>
                      <a:pt x="29093" y="23235"/>
                      <a:pt x="27474" y="13043"/>
                      <a:pt x="22330" y="5328"/>
                    </a:cubicBezTo>
                    <a:cubicBezTo>
                      <a:pt x="15948" y="-4197"/>
                      <a:pt x="2709" y="89"/>
                      <a:pt x="423" y="9995"/>
                    </a:cubicBezTo>
                    <a:cubicBezTo>
                      <a:pt x="327" y="10472"/>
                      <a:pt x="232" y="10948"/>
                      <a:pt x="137" y="11519"/>
                    </a:cubicBezTo>
                    <a:cubicBezTo>
                      <a:pt x="-244" y="14948"/>
                      <a:pt x="232" y="18377"/>
                      <a:pt x="804" y="21806"/>
                    </a:cubicBezTo>
                    <a:cubicBezTo>
                      <a:pt x="2613" y="33141"/>
                      <a:pt x="4899" y="44381"/>
                      <a:pt x="7566" y="55525"/>
                    </a:cubicBezTo>
                    <a:cubicBezTo>
                      <a:pt x="10995" y="54572"/>
                      <a:pt x="14329" y="53620"/>
                      <a:pt x="17758" y="52667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8" name="Google Shape;1358;p42"/>
              <p:cNvSpPr/>
              <p:nvPr/>
            </p:nvSpPr>
            <p:spPr>
              <a:xfrm>
                <a:off x="4556547" y="2168121"/>
                <a:ext cx="288657" cy="758067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12" extrusionOk="0">
                    <a:moveTo>
                      <a:pt x="4063" y="5870"/>
                    </a:moveTo>
                    <a:cubicBezTo>
                      <a:pt x="2539" y="13680"/>
                      <a:pt x="1396" y="21586"/>
                      <a:pt x="539" y="29492"/>
                    </a:cubicBezTo>
                    <a:cubicBezTo>
                      <a:pt x="158" y="33302"/>
                      <a:pt x="-223" y="37017"/>
                      <a:pt x="158" y="40827"/>
                    </a:cubicBezTo>
                    <a:cubicBezTo>
                      <a:pt x="1015" y="49875"/>
                      <a:pt x="4254" y="56638"/>
                      <a:pt x="9016" y="63972"/>
                    </a:cubicBezTo>
                    <a:cubicBezTo>
                      <a:pt x="13683" y="71211"/>
                      <a:pt x="14445" y="79974"/>
                      <a:pt x="16255" y="88071"/>
                    </a:cubicBezTo>
                    <a:cubicBezTo>
                      <a:pt x="20256" y="105692"/>
                      <a:pt x="29114" y="121122"/>
                      <a:pt x="28733" y="139220"/>
                    </a:cubicBezTo>
                    <a:cubicBezTo>
                      <a:pt x="28542" y="151317"/>
                      <a:pt x="34353" y="175701"/>
                      <a:pt x="39687" y="192274"/>
                    </a:cubicBezTo>
                    <a:cubicBezTo>
                      <a:pt x="41401" y="197608"/>
                      <a:pt x="43687" y="202752"/>
                      <a:pt x="45592" y="207990"/>
                    </a:cubicBezTo>
                    <a:cubicBezTo>
                      <a:pt x="50069" y="220373"/>
                      <a:pt x="52164" y="233517"/>
                      <a:pt x="51879" y="246662"/>
                    </a:cubicBezTo>
                    <a:cubicBezTo>
                      <a:pt x="51879" y="251043"/>
                      <a:pt x="49116" y="258282"/>
                      <a:pt x="54069" y="259521"/>
                    </a:cubicBezTo>
                    <a:cubicBezTo>
                      <a:pt x="56070" y="259997"/>
                      <a:pt x="60070" y="258473"/>
                      <a:pt x="62070" y="258187"/>
                    </a:cubicBezTo>
                    <a:cubicBezTo>
                      <a:pt x="73881" y="256187"/>
                      <a:pt x="80739" y="253615"/>
                      <a:pt x="92550" y="251615"/>
                    </a:cubicBezTo>
                    <a:cubicBezTo>
                      <a:pt x="94360" y="251329"/>
                      <a:pt x="97218" y="247710"/>
                      <a:pt x="98837" y="246852"/>
                    </a:cubicBezTo>
                    <a:cubicBezTo>
                      <a:pt x="99123" y="245328"/>
                      <a:pt x="96075" y="245614"/>
                      <a:pt x="94551" y="245233"/>
                    </a:cubicBezTo>
                    <a:cubicBezTo>
                      <a:pt x="87597" y="243709"/>
                      <a:pt x="85216" y="244757"/>
                      <a:pt x="78263" y="242947"/>
                    </a:cubicBezTo>
                    <a:cubicBezTo>
                      <a:pt x="69024" y="240566"/>
                      <a:pt x="65976" y="234946"/>
                      <a:pt x="63594" y="226088"/>
                    </a:cubicBezTo>
                    <a:cubicBezTo>
                      <a:pt x="55498" y="196465"/>
                      <a:pt x="57689" y="166652"/>
                      <a:pt x="49974" y="136934"/>
                    </a:cubicBezTo>
                    <a:cubicBezTo>
                      <a:pt x="48450" y="131124"/>
                      <a:pt x="52831" y="98072"/>
                      <a:pt x="50640" y="82451"/>
                    </a:cubicBezTo>
                    <a:cubicBezTo>
                      <a:pt x="48069" y="64639"/>
                      <a:pt x="46354" y="58353"/>
                      <a:pt x="46354" y="51114"/>
                    </a:cubicBezTo>
                    <a:cubicBezTo>
                      <a:pt x="46354" y="43017"/>
                      <a:pt x="45783" y="33588"/>
                      <a:pt x="44259" y="25587"/>
                    </a:cubicBezTo>
                    <a:cubicBezTo>
                      <a:pt x="42639" y="17300"/>
                      <a:pt x="38925" y="8918"/>
                      <a:pt x="31971" y="4060"/>
                    </a:cubicBezTo>
                    <a:cubicBezTo>
                      <a:pt x="25018" y="-798"/>
                      <a:pt x="5682" y="-2512"/>
                      <a:pt x="4158" y="5870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9" name="Google Shape;1359;p42"/>
              <p:cNvSpPr/>
              <p:nvPr/>
            </p:nvSpPr>
            <p:spPr>
              <a:xfrm>
                <a:off x="4533910" y="2206106"/>
                <a:ext cx="179957" cy="330973"/>
              </a:xfrm>
              <a:custGeom>
                <a:avLst/>
                <a:gdLst/>
                <a:ahLst/>
                <a:cxnLst/>
                <a:rect l="l" t="t" r="r" b="b"/>
                <a:pathLst>
                  <a:path w="61629" h="113347" extrusionOk="0">
                    <a:moveTo>
                      <a:pt x="17820" y="77438"/>
                    </a:moveTo>
                    <a:cubicBezTo>
                      <a:pt x="20391" y="89344"/>
                      <a:pt x="22773" y="101346"/>
                      <a:pt x="25154" y="113348"/>
                    </a:cubicBezTo>
                    <a:cubicBezTo>
                      <a:pt x="37727" y="111061"/>
                      <a:pt x="49728" y="106870"/>
                      <a:pt x="61444" y="101917"/>
                    </a:cubicBezTo>
                    <a:cubicBezTo>
                      <a:pt x="62206" y="78200"/>
                      <a:pt x="60587" y="54388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1"/>
                      <a:pt x="15819" y="68104"/>
                      <a:pt x="17820" y="7734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0" name="Google Shape;1360;p42"/>
              <p:cNvSpPr/>
              <p:nvPr/>
            </p:nvSpPr>
            <p:spPr>
              <a:xfrm>
                <a:off x="4457747" y="2154381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97" y="2861"/>
                    </a:moveTo>
                    <a:cubicBezTo>
                      <a:pt x="42101" y="9624"/>
                      <a:pt x="38196" y="16577"/>
                      <a:pt x="34672" y="23626"/>
                    </a:cubicBezTo>
                    <a:cubicBezTo>
                      <a:pt x="32957" y="26959"/>
                      <a:pt x="31338" y="30388"/>
                      <a:pt x="30290" y="34103"/>
                    </a:cubicBezTo>
                    <a:cubicBezTo>
                      <a:pt x="27909" y="42866"/>
                      <a:pt x="28385" y="50296"/>
                      <a:pt x="30100" y="58868"/>
                    </a:cubicBezTo>
                    <a:cubicBezTo>
                      <a:pt x="31719" y="67250"/>
                      <a:pt x="29338" y="75727"/>
                      <a:pt x="28099" y="84014"/>
                    </a:cubicBezTo>
                    <a:cubicBezTo>
                      <a:pt x="25432" y="101921"/>
                      <a:pt x="28099" y="119447"/>
                      <a:pt x="21241" y="136211"/>
                    </a:cubicBezTo>
                    <a:cubicBezTo>
                      <a:pt x="16765" y="147355"/>
                      <a:pt x="13431" y="172311"/>
                      <a:pt x="12383" y="189646"/>
                    </a:cubicBezTo>
                    <a:cubicBezTo>
                      <a:pt x="12002" y="195266"/>
                      <a:pt x="12383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342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1" name="Google Shape;1361;p42"/>
              <p:cNvSpPr/>
              <p:nvPr/>
            </p:nvSpPr>
            <p:spPr>
              <a:xfrm>
                <a:off x="4547498" y="1869448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2" name="Google Shape;1362;p42"/>
              <p:cNvSpPr/>
              <p:nvPr/>
            </p:nvSpPr>
            <p:spPr>
              <a:xfrm>
                <a:off x="4564948" y="187913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1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3" name="Google Shape;1363;p42"/>
              <p:cNvSpPr/>
              <p:nvPr/>
            </p:nvSpPr>
            <p:spPr>
              <a:xfrm>
                <a:off x="4453301" y="2849448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4" name="Google Shape;1364;p42"/>
              <p:cNvSpPr/>
              <p:nvPr/>
            </p:nvSpPr>
            <p:spPr>
              <a:xfrm>
                <a:off x="4694637" y="2847813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6"/>
                      <a:pt x="52768" y="16574"/>
                      <a:pt x="52768" y="16574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5" name="Google Shape;1365;p42"/>
              <p:cNvSpPr/>
              <p:nvPr/>
            </p:nvSpPr>
            <p:spPr>
              <a:xfrm>
                <a:off x="4514192" y="2219823"/>
                <a:ext cx="180941" cy="317530"/>
              </a:xfrm>
              <a:custGeom>
                <a:avLst/>
                <a:gdLst/>
                <a:ahLst/>
                <a:cxnLst/>
                <a:rect l="l" t="t" r="r" b="b"/>
                <a:pathLst>
                  <a:path w="61966" h="108743" extrusionOk="0">
                    <a:moveTo>
                      <a:pt x="5620" y="64071"/>
                    </a:moveTo>
                    <a:cubicBezTo>
                      <a:pt x="3905" y="76073"/>
                      <a:pt x="1905" y="87979"/>
                      <a:pt x="0" y="99981"/>
                    </a:cubicBezTo>
                    <a:cubicBezTo>
                      <a:pt x="10668" y="105696"/>
                      <a:pt x="22955" y="107886"/>
                      <a:pt x="35338" y="108744"/>
                    </a:cubicBezTo>
                    <a:cubicBezTo>
                      <a:pt x="35528" y="108363"/>
                      <a:pt x="35624" y="108077"/>
                      <a:pt x="35814" y="107696"/>
                    </a:cubicBezTo>
                    <a:cubicBezTo>
                      <a:pt x="46006" y="84074"/>
                      <a:pt x="53340" y="59214"/>
                      <a:pt x="58865" y="34068"/>
                    </a:cubicBezTo>
                    <a:cubicBezTo>
                      <a:pt x="61246" y="23495"/>
                      <a:pt x="63246" y="12541"/>
                      <a:pt x="60960" y="1968"/>
                    </a:cubicBezTo>
                    <a:cubicBezTo>
                      <a:pt x="43815" y="-1270"/>
                      <a:pt x="27242" y="63"/>
                      <a:pt x="9811" y="1873"/>
                    </a:cubicBezTo>
                    <a:cubicBezTo>
                      <a:pt x="4381" y="14065"/>
                      <a:pt x="3239" y="27305"/>
                      <a:pt x="7715" y="39878"/>
                    </a:cubicBezTo>
                    <a:cubicBezTo>
                      <a:pt x="10858" y="48831"/>
                      <a:pt x="6953" y="54737"/>
                      <a:pt x="5620" y="64262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6" name="Google Shape;1366;p42"/>
              <p:cNvSpPr/>
              <p:nvPr/>
            </p:nvSpPr>
            <p:spPr>
              <a:xfrm>
                <a:off x="4514192" y="2219545"/>
                <a:ext cx="180622" cy="298617"/>
              </a:xfrm>
              <a:custGeom>
                <a:avLst/>
                <a:gdLst/>
                <a:ahLst/>
                <a:cxnLst/>
                <a:rect l="l" t="t" r="r" b="b"/>
                <a:pathLst>
                  <a:path w="61857" h="102266" extrusionOk="0">
                    <a:moveTo>
                      <a:pt x="5620" y="64167"/>
                    </a:moveTo>
                    <a:cubicBezTo>
                      <a:pt x="3905" y="76168"/>
                      <a:pt x="1905" y="88074"/>
                      <a:pt x="0" y="100076"/>
                    </a:cubicBezTo>
                    <a:cubicBezTo>
                      <a:pt x="1524" y="100933"/>
                      <a:pt x="3048" y="101600"/>
                      <a:pt x="4667" y="102267"/>
                    </a:cubicBezTo>
                    <a:cubicBezTo>
                      <a:pt x="7620" y="84074"/>
                      <a:pt x="11525" y="66167"/>
                      <a:pt x="17335" y="48736"/>
                    </a:cubicBezTo>
                    <a:cubicBezTo>
                      <a:pt x="18098" y="46641"/>
                      <a:pt x="18955" y="44355"/>
                      <a:pt x="20765" y="43116"/>
                    </a:cubicBezTo>
                    <a:cubicBezTo>
                      <a:pt x="22289" y="42069"/>
                      <a:pt x="24289" y="41973"/>
                      <a:pt x="26099" y="41783"/>
                    </a:cubicBezTo>
                    <a:cubicBezTo>
                      <a:pt x="37529" y="40926"/>
                      <a:pt x="48673" y="37782"/>
                      <a:pt x="59055" y="32829"/>
                    </a:cubicBezTo>
                    <a:cubicBezTo>
                      <a:pt x="61246" y="22638"/>
                      <a:pt x="63055" y="12065"/>
                      <a:pt x="60865" y="1968"/>
                    </a:cubicBezTo>
                    <a:cubicBezTo>
                      <a:pt x="43720" y="-1270"/>
                      <a:pt x="27146" y="63"/>
                      <a:pt x="9716" y="1873"/>
                    </a:cubicBezTo>
                    <a:cubicBezTo>
                      <a:pt x="4286" y="14065"/>
                      <a:pt x="3143" y="27305"/>
                      <a:pt x="7525" y="39878"/>
                    </a:cubicBezTo>
                    <a:cubicBezTo>
                      <a:pt x="10668" y="48831"/>
                      <a:pt x="6763" y="54737"/>
                      <a:pt x="5429" y="64262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7" name="Google Shape;1367;p42"/>
              <p:cNvSpPr/>
              <p:nvPr/>
            </p:nvSpPr>
            <p:spPr>
              <a:xfrm>
                <a:off x="4513357" y="1890257"/>
                <a:ext cx="207075" cy="423248"/>
              </a:xfrm>
              <a:custGeom>
                <a:avLst/>
                <a:gdLst/>
                <a:ahLst/>
                <a:cxnLst/>
                <a:rect l="l" t="t" r="r" b="b"/>
                <a:pathLst>
                  <a:path w="70916" h="144948" extrusionOk="0">
                    <a:moveTo>
                      <a:pt x="5239" y="122301"/>
                    </a:moveTo>
                    <a:cubicBezTo>
                      <a:pt x="3334" y="125635"/>
                      <a:pt x="1524" y="128969"/>
                      <a:pt x="0" y="132493"/>
                    </a:cubicBezTo>
                    <a:cubicBezTo>
                      <a:pt x="11144" y="132017"/>
                      <a:pt x="21146" y="138970"/>
                      <a:pt x="31814" y="142399"/>
                    </a:cubicBezTo>
                    <a:cubicBezTo>
                      <a:pt x="44005" y="146399"/>
                      <a:pt x="57721" y="145637"/>
                      <a:pt x="69437" y="140494"/>
                    </a:cubicBezTo>
                    <a:cubicBezTo>
                      <a:pt x="63055" y="109347"/>
                      <a:pt x="59722" y="81439"/>
                      <a:pt x="69628" y="50387"/>
                    </a:cubicBezTo>
                    <a:cubicBezTo>
                      <a:pt x="70485" y="47530"/>
                      <a:pt x="71438" y="44482"/>
                      <a:pt x="70580" y="41624"/>
                    </a:cubicBezTo>
                    <a:cubicBezTo>
                      <a:pt x="70104" y="40100"/>
                      <a:pt x="69151" y="38767"/>
                      <a:pt x="68294" y="37529"/>
                    </a:cubicBezTo>
                    <a:cubicBezTo>
                      <a:pt x="61817" y="28480"/>
                      <a:pt x="52292" y="7239"/>
                      <a:pt x="40576" y="5715"/>
                    </a:cubicBezTo>
                    <a:cubicBezTo>
                      <a:pt x="32195" y="4667"/>
                      <a:pt x="24003" y="2762"/>
                      <a:pt x="16002" y="0"/>
                    </a:cubicBezTo>
                    <a:cubicBezTo>
                      <a:pt x="14669" y="0"/>
                      <a:pt x="15907" y="95"/>
                      <a:pt x="14478" y="191"/>
                    </a:cubicBezTo>
                    <a:cubicBezTo>
                      <a:pt x="11906" y="8763"/>
                      <a:pt x="10096" y="17526"/>
                      <a:pt x="9144" y="26480"/>
                    </a:cubicBezTo>
                    <a:cubicBezTo>
                      <a:pt x="8001" y="36576"/>
                      <a:pt x="9620" y="46672"/>
                      <a:pt x="11716" y="56483"/>
                    </a:cubicBezTo>
                    <a:cubicBezTo>
                      <a:pt x="12764" y="61532"/>
                      <a:pt x="20193" y="80105"/>
                      <a:pt x="17145" y="84201"/>
                    </a:cubicBezTo>
                    <a:cubicBezTo>
                      <a:pt x="16573" y="84963"/>
                      <a:pt x="15716" y="85725"/>
                      <a:pt x="15621" y="86678"/>
                    </a:cubicBezTo>
                    <a:cubicBezTo>
                      <a:pt x="15526" y="88678"/>
                      <a:pt x="18288" y="89345"/>
                      <a:pt x="19621" y="90773"/>
                    </a:cubicBezTo>
                    <a:cubicBezTo>
                      <a:pt x="22098" y="93440"/>
                      <a:pt x="16478" y="103251"/>
                      <a:pt x="15145" y="105918"/>
                    </a:cubicBezTo>
                    <a:cubicBezTo>
                      <a:pt x="12192" y="111633"/>
                      <a:pt x="8668" y="116967"/>
                      <a:pt x="5524" y="122396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8" name="Google Shape;1368;p42"/>
              <p:cNvSpPr/>
              <p:nvPr/>
            </p:nvSpPr>
            <p:spPr>
              <a:xfrm>
                <a:off x="4488055" y="191970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0" y="133169"/>
                    </a:cubicBezTo>
                    <a:cubicBezTo>
                      <a:pt x="40386" y="130597"/>
                      <a:pt x="38671" y="128121"/>
                      <a:pt x="36767" y="125549"/>
                    </a:cubicBezTo>
                    <a:cubicBezTo>
                      <a:pt x="35433" y="123835"/>
                      <a:pt x="32671" y="120977"/>
                      <a:pt x="32575" y="118786"/>
                    </a:cubicBezTo>
                    <a:cubicBezTo>
                      <a:pt x="32575" y="118786"/>
                      <a:pt x="23717" y="91164"/>
                      <a:pt x="20002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301"/>
                      <a:pt x="38195" y="18393"/>
                      <a:pt x="38386" y="10392"/>
                    </a:cubicBezTo>
                    <a:cubicBezTo>
                      <a:pt x="38671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583"/>
                      <a:pt x="8382" y="41634"/>
                      <a:pt x="4953" y="52016"/>
                    </a:cubicBezTo>
                    <a:cubicBezTo>
                      <a:pt x="2476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6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7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9" name="Google Shape;1369;p42"/>
              <p:cNvSpPr/>
              <p:nvPr/>
            </p:nvSpPr>
            <p:spPr>
              <a:xfrm>
                <a:off x="4498899" y="1915714"/>
                <a:ext cx="107476" cy="179793"/>
              </a:xfrm>
              <a:custGeom>
                <a:avLst/>
                <a:gdLst/>
                <a:ahLst/>
                <a:cxnLst/>
                <a:rect l="l" t="t" r="r" b="b"/>
                <a:pathLst>
                  <a:path w="36807" h="61573" extrusionOk="0">
                    <a:moveTo>
                      <a:pt x="13621" y="58811"/>
                    </a:moveTo>
                    <a:cubicBezTo>
                      <a:pt x="16097" y="60145"/>
                      <a:pt x="18574" y="61002"/>
                      <a:pt x="21050" y="61574"/>
                    </a:cubicBezTo>
                    <a:cubicBezTo>
                      <a:pt x="24289" y="53763"/>
                      <a:pt x="27623" y="45857"/>
                      <a:pt x="30766" y="37952"/>
                    </a:cubicBezTo>
                    <a:cubicBezTo>
                      <a:pt x="34195" y="29474"/>
                      <a:pt x="37528" y="19854"/>
                      <a:pt x="36671" y="10615"/>
                    </a:cubicBezTo>
                    <a:cubicBezTo>
                      <a:pt x="35528" y="-720"/>
                      <a:pt x="21812" y="-3292"/>
                      <a:pt x="15145" y="4424"/>
                    </a:cubicBezTo>
                    <a:cubicBezTo>
                      <a:pt x="14859" y="4805"/>
                      <a:pt x="14478" y="5186"/>
                      <a:pt x="14192" y="5662"/>
                    </a:cubicBezTo>
                    <a:cubicBezTo>
                      <a:pt x="12287" y="8519"/>
                      <a:pt x="11049" y="11758"/>
                      <a:pt x="10001" y="14996"/>
                    </a:cubicBezTo>
                    <a:cubicBezTo>
                      <a:pt x="6191" y="25950"/>
                      <a:pt x="2953" y="37094"/>
                      <a:pt x="0" y="48334"/>
                    </a:cubicBezTo>
                    <a:cubicBezTo>
                      <a:pt x="4096" y="52430"/>
                      <a:pt x="8573" y="56049"/>
                      <a:pt x="13621" y="588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0" name="Google Shape;1370;p42"/>
              <p:cNvSpPr/>
              <p:nvPr/>
            </p:nvSpPr>
            <p:spPr>
              <a:xfrm>
                <a:off x="4532900" y="1696397"/>
                <a:ext cx="161788" cy="158603"/>
              </a:xfrm>
              <a:custGeom>
                <a:avLst/>
                <a:gdLst/>
                <a:ahLst/>
                <a:cxnLst/>
                <a:rect l="l" t="t" r="r" b="b"/>
                <a:pathLst>
                  <a:path w="55407" h="54316" extrusionOk="0">
                    <a:moveTo>
                      <a:pt x="47407" y="23932"/>
                    </a:moveTo>
                    <a:cubicBezTo>
                      <a:pt x="44168" y="24979"/>
                      <a:pt x="41501" y="27456"/>
                      <a:pt x="38453" y="28980"/>
                    </a:cubicBezTo>
                    <a:cubicBezTo>
                      <a:pt x="34548" y="30980"/>
                      <a:pt x="29976" y="31266"/>
                      <a:pt x="25594" y="31456"/>
                    </a:cubicBezTo>
                    <a:cubicBezTo>
                      <a:pt x="28928" y="37552"/>
                      <a:pt x="29976" y="44791"/>
                      <a:pt x="28547" y="51649"/>
                    </a:cubicBezTo>
                    <a:cubicBezTo>
                      <a:pt x="27785" y="44982"/>
                      <a:pt x="25785" y="38505"/>
                      <a:pt x="22546" y="32599"/>
                    </a:cubicBezTo>
                    <a:cubicBezTo>
                      <a:pt x="21689" y="31075"/>
                      <a:pt x="20451" y="29361"/>
                      <a:pt x="18736" y="29361"/>
                    </a:cubicBezTo>
                    <a:cubicBezTo>
                      <a:pt x="16450" y="29361"/>
                      <a:pt x="15212" y="32218"/>
                      <a:pt x="15593" y="34504"/>
                    </a:cubicBezTo>
                    <a:cubicBezTo>
                      <a:pt x="16165" y="37838"/>
                      <a:pt x="18927" y="40600"/>
                      <a:pt x="22261" y="41172"/>
                    </a:cubicBezTo>
                    <a:cubicBezTo>
                      <a:pt x="22261" y="46030"/>
                      <a:pt x="18070" y="51554"/>
                      <a:pt x="14164" y="54316"/>
                    </a:cubicBezTo>
                    <a:cubicBezTo>
                      <a:pt x="6640" y="49935"/>
                      <a:pt x="3877" y="39553"/>
                      <a:pt x="1687" y="31171"/>
                    </a:cubicBezTo>
                    <a:cubicBezTo>
                      <a:pt x="-28" y="24408"/>
                      <a:pt x="-1266" y="16693"/>
                      <a:pt x="2258" y="10692"/>
                    </a:cubicBezTo>
                    <a:cubicBezTo>
                      <a:pt x="8735" y="-262"/>
                      <a:pt x="23118" y="-1595"/>
                      <a:pt x="34262" y="1357"/>
                    </a:cubicBezTo>
                    <a:cubicBezTo>
                      <a:pt x="40072" y="2881"/>
                      <a:pt x="45978" y="5644"/>
                      <a:pt x="50264" y="9835"/>
                    </a:cubicBezTo>
                    <a:cubicBezTo>
                      <a:pt x="56646" y="16026"/>
                      <a:pt x="54931" y="19741"/>
                      <a:pt x="55408" y="27932"/>
                    </a:cubicBezTo>
                    <a:cubicBezTo>
                      <a:pt x="55217" y="24503"/>
                      <a:pt x="50645" y="22884"/>
                      <a:pt x="47311" y="2393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1" name="Google Shape;1371;p42"/>
              <p:cNvSpPr/>
              <p:nvPr/>
            </p:nvSpPr>
            <p:spPr>
              <a:xfrm>
                <a:off x="4465257" y="1674709"/>
                <a:ext cx="119446" cy="216687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74208" extrusionOk="0">
                    <a:moveTo>
                      <a:pt x="32766" y="6120"/>
                    </a:moveTo>
                    <a:cubicBezTo>
                      <a:pt x="30099" y="3167"/>
                      <a:pt x="26765" y="310"/>
                      <a:pt x="22860" y="24"/>
                    </a:cubicBezTo>
                    <a:cubicBezTo>
                      <a:pt x="18859" y="-262"/>
                      <a:pt x="15145" y="2024"/>
                      <a:pt x="12287" y="4882"/>
                    </a:cubicBezTo>
                    <a:cubicBezTo>
                      <a:pt x="5429" y="11740"/>
                      <a:pt x="2572" y="22217"/>
                      <a:pt x="4286" y="31742"/>
                    </a:cubicBezTo>
                    <a:cubicBezTo>
                      <a:pt x="5239" y="36886"/>
                      <a:pt x="7334" y="41744"/>
                      <a:pt x="8953" y="46697"/>
                    </a:cubicBezTo>
                    <a:cubicBezTo>
                      <a:pt x="10573" y="51650"/>
                      <a:pt x="11716" y="57079"/>
                      <a:pt x="10477" y="62127"/>
                    </a:cubicBezTo>
                    <a:cubicBezTo>
                      <a:pt x="9239" y="67175"/>
                      <a:pt x="5239" y="71938"/>
                      <a:pt x="0" y="72509"/>
                    </a:cubicBezTo>
                    <a:cubicBezTo>
                      <a:pt x="8477" y="76415"/>
                      <a:pt x="19145" y="73271"/>
                      <a:pt x="25432" y="66318"/>
                    </a:cubicBezTo>
                    <a:cubicBezTo>
                      <a:pt x="31718" y="59365"/>
                      <a:pt x="33909" y="49459"/>
                      <a:pt x="32861" y="40220"/>
                    </a:cubicBezTo>
                    <a:cubicBezTo>
                      <a:pt x="31623" y="29456"/>
                      <a:pt x="38957" y="30790"/>
                      <a:pt x="40767" y="22598"/>
                    </a:cubicBezTo>
                    <a:cubicBezTo>
                      <a:pt x="41910" y="17550"/>
                      <a:pt x="35719" y="9549"/>
                      <a:pt x="32671" y="62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372" name="Google Shape;1372;p42"/>
            <p:cNvGrpSpPr/>
            <p:nvPr/>
          </p:nvGrpSpPr>
          <p:grpSpPr>
            <a:xfrm>
              <a:off x="5394317" y="-6533"/>
              <a:ext cx="817953" cy="1652628"/>
              <a:chOff x="5450167" y="2975604"/>
              <a:chExt cx="817953" cy="1652628"/>
            </a:xfrm>
          </p:grpSpPr>
          <p:sp>
            <p:nvSpPr>
              <p:cNvPr id="1373" name="Google Shape;1373;p42"/>
              <p:cNvSpPr/>
              <p:nvPr/>
            </p:nvSpPr>
            <p:spPr>
              <a:xfrm>
                <a:off x="5450167" y="4233568"/>
                <a:ext cx="788505" cy="394664"/>
              </a:xfrm>
              <a:custGeom>
                <a:avLst/>
                <a:gdLst/>
                <a:ahLst/>
                <a:cxnLst/>
                <a:rect l="l" t="t" r="r" b="b"/>
                <a:pathLst>
                  <a:path w="270036" h="135159" extrusionOk="0">
                    <a:moveTo>
                      <a:pt x="243081" y="6858"/>
                    </a:moveTo>
                    <a:cubicBezTo>
                      <a:pt x="247748" y="6667"/>
                      <a:pt x="251463" y="7048"/>
                      <a:pt x="256035" y="6858"/>
                    </a:cubicBezTo>
                    <a:cubicBezTo>
                      <a:pt x="259273" y="6858"/>
                      <a:pt x="263178" y="6287"/>
                      <a:pt x="266417" y="5429"/>
                    </a:cubicBezTo>
                    <a:cubicBezTo>
                      <a:pt x="266989" y="5429"/>
                      <a:pt x="267560" y="5239"/>
                      <a:pt x="267655" y="5144"/>
                    </a:cubicBezTo>
                    <a:cubicBezTo>
                      <a:pt x="267655" y="5144"/>
                      <a:pt x="267655" y="5144"/>
                      <a:pt x="267655" y="5144"/>
                    </a:cubicBezTo>
                    <a:cubicBezTo>
                      <a:pt x="268513" y="4858"/>
                      <a:pt x="269370" y="4667"/>
                      <a:pt x="270037" y="4286"/>
                    </a:cubicBezTo>
                    <a:cubicBezTo>
                      <a:pt x="270037" y="4286"/>
                      <a:pt x="267370" y="4000"/>
                      <a:pt x="263464" y="3619"/>
                    </a:cubicBezTo>
                    <a:lnTo>
                      <a:pt x="263464" y="3619"/>
                    </a:lnTo>
                    <a:cubicBezTo>
                      <a:pt x="252320" y="2477"/>
                      <a:pt x="230508" y="286"/>
                      <a:pt x="224793" y="0"/>
                    </a:cubicBezTo>
                    <a:cubicBezTo>
                      <a:pt x="221935" y="1333"/>
                      <a:pt x="217268" y="4477"/>
                      <a:pt x="215077" y="6096"/>
                    </a:cubicBezTo>
                    <a:cubicBezTo>
                      <a:pt x="213172" y="6096"/>
                      <a:pt x="211267" y="6096"/>
                      <a:pt x="209076" y="6096"/>
                    </a:cubicBezTo>
                    <a:cubicBezTo>
                      <a:pt x="203552" y="7715"/>
                      <a:pt x="200599" y="9430"/>
                      <a:pt x="197266" y="11335"/>
                    </a:cubicBezTo>
                    <a:cubicBezTo>
                      <a:pt x="187550" y="16859"/>
                      <a:pt x="177073" y="22289"/>
                      <a:pt x="166595" y="27718"/>
                    </a:cubicBezTo>
                    <a:cubicBezTo>
                      <a:pt x="158213" y="32099"/>
                      <a:pt x="149831" y="36385"/>
                      <a:pt x="141449" y="40767"/>
                    </a:cubicBezTo>
                    <a:cubicBezTo>
                      <a:pt x="141640" y="40291"/>
                      <a:pt x="141735" y="39815"/>
                      <a:pt x="141925" y="39338"/>
                    </a:cubicBezTo>
                    <a:cubicBezTo>
                      <a:pt x="145069" y="29527"/>
                      <a:pt x="151641" y="19336"/>
                      <a:pt x="163071" y="9049"/>
                    </a:cubicBezTo>
                    <a:cubicBezTo>
                      <a:pt x="163833" y="8382"/>
                      <a:pt x="164595" y="7620"/>
                      <a:pt x="163833" y="7144"/>
                    </a:cubicBezTo>
                    <a:cubicBezTo>
                      <a:pt x="163356" y="6858"/>
                      <a:pt x="162499" y="6763"/>
                      <a:pt x="161547" y="6572"/>
                    </a:cubicBezTo>
                    <a:cubicBezTo>
                      <a:pt x="162880" y="6191"/>
                      <a:pt x="164309" y="5906"/>
                      <a:pt x="166785" y="5525"/>
                    </a:cubicBezTo>
                    <a:cubicBezTo>
                      <a:pt x="171548" y="4763"/>
                      <a:pt x="176120" y="4667"/>
                      <a:pt x="180787" y="4000"/>
                    </a:cubicBezTo>
                    <a:cubicBezTo>
                      <a:pt x="185550" y="3334"/>
                      <a:pt x="190979" y="1905"/>
                      <a:pt x="192313" y="381"/>
                    </a:cubicBezTo>
                    <a:lnTo>
                      <a:pt x="166785" y="381"/>
                    </a:lnTo>
                    <a:cubicBezTo>
                      <a:pt x="157832" y="857"/>
                      <a:pt x="146211" y="2000"/>
                      <a:pt x="137163" y="2667"/>
                    </a:cubicBezTo>
                    <a:cubicBezTo>
                      <a:pt x="136210" y="3715"/>
                      <a:pt x="135734" y="5620"/>
                      <a:pt x="135448" y="7144"/>
                    </a:cubicBezTo>
                    <a:cubicBezTo>
                      <a:pt x="134400" y="7144"/>
                      <a:pt x="133448" y="7144"/>
                      <a:pt x="132400" y="7334"/>
                    </a:cubicBezTo>
                    <a:cubicBezTo>
                      <a:pt x="132019" y="7715"/>
                      <a:pt x="131733" y="8096"/>
                      <a:pt x="131352" y="8477"/>
                    </a:cubicBezTo>
                    <a:cubicBezTo>
                      <a:pt x="127066" y="13240"/>
                      <a:pt x="123256" y="17907"/>
                      <a:pt x="119542" y="22574"/>
                    </a:cubicBezTo>
                    <a:cubicBezTo>
                      <a:pt x="119446" y="22765"/>
                      <a:pt x="119256" y="22955"/>
                      <a:pt x="119065" y="23146"/>
                    </a:cubicBezTo>
                    <a:cubicBezTo>
                      <a:pt x="117160" y="25527"/>
                      <a:pt x="115255" y="28004"/>
                      <a:pt x="113350" y="30385"/>
                    </a:cubicBezTo>
                    <a:cubicBezTo>
                      <a:pt x="110874" y="33433"/>
                      <a:pt x="108493" y="36576"/>
                      <a:pt x="106016" y="39624"/>
                    </a:cubicBezTo>
                    <a:cubicBezTo>
                      <a:pt x="104778" y="41148"/>
                      <a:pt x="103539" y="42672"/>
                      <a:pt x="102397" y="44196"/>
                    </a:cubicBezTo>
                    <a:cubicBezTo>
                      <a:pt x="100587" y="46482"/>
                      <a:pt x="98777" y="48768"/>
                      <a:pt x="96967" y="51054"/>
                    </a:cubicBezTo>
                    <a:cubicBezTo>
                      <a:pt x="95157" y="53340"/>
                      <a:pt x="93252" y="55626"/>
                      <a:pt x="91252" y="57912"/>
                    </a:cubicBezTo>
                    <a:cubicBezTo>
                      <a:pt x="90967" y="58293"/>
                      <a:pt x="90681" y="58674"/>
                      <a:pt x="90490" y="58960"/>
                    </a:cubicBezTo>
                    <a:cubicBezTo>
                      <a:pt x="90014" y="59627"/>
                      <a:pt x="89728" y="60293"/>
                      <a:pt x="89443" y="60865"/>
                    </a:cubicBezTo>
                    <a:cubicBezTo>
                      <a:pt x="89157" y="61436"/>
                      <a:pt x="88776" y="62103"/>
                      <a:pt x="88109" y="62675"/>
                    </a:cubicBezTo>
                    <a:cubicBezTo>
                      <a:pt x="87252" y="63627"/>
                      <a:pt x="85823" y="64484"/>
                      <a:pt x="83156" y="65627"/>
                    </a:cubicBezTo>
                    <a:cubicBezTo>
                      <a:pt x="81918" y="66104"/>
                      <a:pt x="80775" y="66580"/>
                      <a:pt x="79822" y="67151"/>
                    </a:cubicBezTo>
                    <a:cubicBezTo>
                      <a:pt x="77727" y="68199"/>
                      <a:pt x="76012" y="69152"/>
                      <a:pt x="74583" y="70199"/>
                    </a:cubicBezTo>
                    <a:cubicBezTo>
                      <a:pt x="73822" y="70771"/>
                      <a:pt x="73155" y="71342"/>
                      <a:pt x="72488" y="71914"/>
                    </a:cubicBezTo>
                    <a:cubicBezTo>
                      <a:pt x="70583" y="71914"/>
                      <a:pt x="68678" y="72104"/>
                      <a:pt x="66868" y="72104"/>
                    </a:cubicBezTo>
                    <a:cubicBezTo>
                      <a:pt x="66868" y="73152"/>
                      <a:pt x="67345" y="74200"/>
                      <a:pt x="67821" y="75248"/>
                    </a:cubicBezTo>
                    <a:cubicBezTo>
                      <a:pt x="62677" y="77152"/>
                      <a:pt x="57057" y="78867"/>
                      <a:pt x="51343" y="80963"/>
                    </a:cubicBezTo>
                    <a:cubicBezTo>
                      <a:pt x="45913" y="82867"/>
                      <a:pt x="39150" y="85249"/>
                      <a:pt x="36102" y="87440"/>
                    </a:cubicBezTo>
                    <a:cubicBezTo>
                      <a:pt x="34959" y="88202"/>
                      <a:pt x="34483" y="89059"/>
                      <a:pt x="33912" y="89821"/>
                    </a:cubicBezTo>
                    <a:cubicBezTo>
                      <a:pt x="30197" y="95536"/>
                      <a:pt x="27721" y="101251"/>
                      <a:pt x="26387" y="106775"/>
                    </a:cubicBezTo>
                    <a:cubicBezTo>
                      <a:pt x="26101" y="107823"/>
                      <a:pt x="25911" y="108871"/>
                      <a:pt x="26673" y="109728"/>
                    </a:cubicBezTo>
                    <a:cubicBezTo>
                      <a:pt x="26768" y="109823"/>
                      <a:pt x="26958" y="110014"/>
                      <a:pt x="27054" y="110109"/>
                    </a:cubicBezTo>
                    <a:cubicBezTo>
                      <a:pt x="27244" y="110204"/>
                      <a:pt x="27625" y="110300"/>
                      <a:pt x="27816" y="110490"/>
                    </a:cubicBezTo>
                    <a:cubicBezTo>
                      <a:pt x="26958" y="111823"/>
                      <a:pt x="26292" y="113062"/>
                      <a:pt x="25815" y="114300"/>
                    </a:cubicBezTo>
                    <a:cubicBezTo>
                      <a:pt x="27149" y="114300"/>
                      <a:pt x="25815" y="114300"/>
                      <a:pt x="27244" y="114300"/>
                    </a:cubicBezTo>
                    <a:cubicBezTo>
                      <a:pt x="28006" y="114300"/>
                      <a:pt x="28863" y="114205"/>
                      <a:pt x="29625" y="114110"/>
                    </a:cubicBezTo>
                    <a:cubicBezTo>
                      <a:pt x="29245" y="114586"/>
                      <a:pt x="28768" y="115062"/>
                      <a:pt x="28006" y="115538"/>
                    </a:cubicBezTo>
                    <a:cubicBezTo>
                      <a:pt x="28578" y="115538"/>
                      <a:pt x="29435" y="115538"/>
                      <a:pt x="30292" y="115443"/>
                    </a:cubicBezTo>
                    <a:cubicBezTo>
                      <a:pt x="29625" y="116396"/>
                      <a:pt x="28959" y="117348"/>
                      <a:pt x="28387" y="118205"/>
                    </a:cubicBezTo>
                    <a:cubicBezTo>
                      <a:pt x="27435" y="119063"/>
                      <a:pt x="26101" y="120015"/>
                      <a:pt x="23720" y="120777"/>
                    </a:cubicBezTo>
                    <a:cubicBezTo>
                      <a:pt x="21434" y="121539"/>
                      <a:pt x="18481" y="122015"/>
                      <a:pt x="15814" y="122682"/>
                    </a:cubicBezTo>
                    <a:cubicBezTo>
                      <a:pt x="12290" y="123444"/>
                      <a:pt x="9051" y="124301"/>
                      <a:pt x="6194" y="125254"/>
                    </a:cubicBezTo>
                    <a:cubicBezTo>
                      <a:pt x="3432" y="126206"/>
                      <a:pt x="955" y="127254"/>
                      <a:pt x="193" y="128302"/>
                    </a:cubicBezTo>
                    <a:cubicBezTo>
                      <a:pt x="-569" y="129350"/>
                      <a:pt x="955" y="130302"/>
                      <a:pt x="4194" y="130302"/>
                    </a:cubicBezTo>
                    <a:cubicBezTo>
                      <a:pt x="288" y="131826"/>
                      <a:pt x="1622" y="133350"/>
                      <a:pt x="4765" y="134112"/>
                    </a:cubicBezTo>
                    <a:cubicBezTo>
                      <a:pt x="8004" y="134969"/>
                      <a:pt x="13147" y="135160"/>
                      <a:pt x="18196" y="135160"/>
                    </a:cubicBezTo>
                    <a:cubicBezTo>
                      <a:pt x="26006" y="135160"/>
                      <a:pt x="37912" y="134493"/>
                      <a:pt x="45151" y="131921"/>
                    </a:cubicBezTo>
                    <a:cubicBezTo>
                      <a:pt x="47247" y="131159"/>
                      <a:pt x="49056" y="130302"/>
                      <a:pt x="51819" y="129921"/>
                    </a:cubicBezTo>
                    <a:cubicBezTo>
                      <a:pt x="51438" y="129350"/>
                      <a:pt x="50771" y="128873"/>
                      <a:pt x="50009" y="128492"/>
                    </a:cubicBezTo>
                    <a:cubicBezTo>
                      <a:pt x="50295" y="128302"/>
                      <a:pt x="50676" y="128016"/>
                      <a:pt x="50961" y="127825"/>
                    </a:cubicBezTo>
                    <a:cubicBezTo>
                      <a:pt x="51724" y="127159"/>
                      <a:pt x="52200" y="126587"/>
                      <a:pt x="52485" y="125921"/>
                    </a:cubicBezTo>
                    <a:cubicBezTo>
                      <a:pt x="52867" y="125254"/>
                      <a:pt x="53152" y="124587"/>
                      <a:pt x="54295" y="123920"/>
                    </a:cubicBezTo>
                    <a:cubicBezTo>
                      <a:pt x="55343" y="123254"/>
                      <a:pt x="57153" y="122682"/>
                      <a:pt x="58867" y="122111"/>
                    </a:cubicBezTo>
                    <a:cubicBezTo>
                      <a:pt x="59629" y="121920"/>
                      <a:pt x="60391" y="121634"/>
                      <a:pt x="60772" y="121348"/>
                    </a:cubicBezTo>
                    <a:cubicBezTo>
                      <a:pt x="61820" y="120587"/>
                      <a:pt x="57724" y="120777"/>
                      <a:pt x="59439" y="119825"/>
                    </a:cubicBezTo>
                    <a:cubicBezTo>
                      <a:pt x="59820" y="119539"/>
                      <a:pt x="60677" y="119348"/>
                      <a:pt x="60486" y="119063"/>
                    </a:cubicBezTo>
                    <a:cubicBezTo>
                      <a:pt x="60486" y="118967"/>
                      <a:pt x="60010" y="118872"/>
                      <a:pt x="60010" y="118777"/>
                    </a:cubicBezTo>
                    <a:cubicBezTo>
                      <a:pt x="60010" y="118586"/>
                      <a:pt x="60868" y="118396"/>
                      <a:pt x="61153" y="118205"/>
                    </a:cubicBezTo>
                    <a:cubicBezTo>
                      <a:pt x="61534" y="117919"/>
                      <a:pt x="61249" y="117729"/>
                      <a:pt x="60868" y="117634"/>
                    </a:cubicBezTo>
                    <a:cubicBezTo>
                      <a:pt x="60486" y="117443"/>
                      <a:pt x="60010" y="117348"/>
                      <a:pt x="59915" y="117158"/>
                    </a:cubicBezTo>
                    <a:cubicBezTo>
                      <a:pt x="59724" y="116396"/>
                      <a:pt x="60582" y="115633"/>
                      <a:pt x="56676" y="115919"/>
                    </a:cubicBezTo>
                    <a:cubicBezTo>
                      <a:pt x="54772" y="116015"/>
                      <a:pt x="52485" y="116205"/>
                      <a:pt x="49914" y="116491"/>
                    </a:cubicBezTo>
                    <a:lnTo>
                      <a:pt x="52390" y="114110"/>
                    </a:lnTo>
                    <a:cubicBezTo>
                      <a:pt x="54295" y="114014"/>
                      <a:pt x="55533" y="113919"/>
                      <a:pt x="55533" y="113824"/>
                    </a:cubicBezTo>
                    <a:cubicBezTo>
                      <a:pt x="56105" y="113443"/>
                      <a:pt x="56200" y="113062"/>
                      <a:pt x="56391" y="112586"/>
                    </a:cubicBezTo>
                    <a:cubicBezTo>
                      <a:pt x="56581" y="112776"/>
                      <a:pt x="57915" y="112586"/>
                      <a:pt x="59439" y="112109"/>
                    </a:cubicBezTo>
                    <a:cubicBezTo>
                      <a:pt x="60296" y="112109"/>
                      <a:pt x="61153" y="111919"/>
                      <a:pt x="62392" y="111728"/>
                    </a:cubicBezTo>
                    <a:cubicBezTo>
                      <a:pt x="70297" y="110776"/>
                      <a:pt x="76774" y="108490"/>
                      <a:pt x="82108" y="106013"/>
                    </a:cubicBezTo>
                    <a:cubicBezTo>
                      <a:pt x="87633" y="103918"/>
                      <a:pt x="91824" y="101537"/>
                      <a:pt x="95443" y="99346"/>
                    </a:cubicBezTo>
                    <a:cubicBezTo>
                      <a:pt x="100777" y="96107"/>
                      <a:pt x="105921" y="92869"/>
                      <a:pt x="111159" y="89630"/>
                    </a:cubicBezTo>
                    <a:cubicBezTo>
                      <a:pt x="112302" y="88868"/>
                      <a:pt x="113541" y="88202"/>
                      <a:pt x="115350" y="87440"/>
                    </a:cubicBezTo>
                    <a:cubicBezTo>
                      <a:pt x="118494" y="86201"/>
                      <a:pt x="122971" y="85344"/>
                      <a:pt x="127257" y="84582"/>
                    </a:cubicBezTo>
                    <a:cubicBezTo>
                      <a:pt x="130209" y="84011"/>
                      <a:pt x="164880" y="77438"/>
                      <a:pt x="164976" y="77438"/>
                    </a:cubicBezTo>
                    <a:cubicBezTo>
                      <a:pt x="164309" y="76867"/>
                      <a:pt x="163738" y="76200"/>
                      <a:pt x="163166" y="75629"/>
                    </a:cubicBezTo>
                    <a:cubicBezTo>
                      <a:pt x="163166" y="75629"/>
                      <a:pt x="163356" y="75629"/>
                      <a:pt x="163356" y="75629"/>
                    </a:cubicBezTo>
                    <a:cubicBezTo>
                      <a:pt x="165261" y="75057"/>
                      <a:pt x="169548" y="74676"/>
                      <a:pt x="171929" y="74390"/>
                    </a:cubicBezTo>
                    <a:cubicBezTo>
                      <a:pt x="175358" y="74009"/>
                      <a:pt x="178597" y="73533"/>
                      <a:pt x="181930" y="73057"/>
                    </a:cubicBezTo>
                    <a:cubicBezTo>
                      <a:pt x="184121" y="72771"/>
                      <a:pt x="186217" y="72295"/>
                      <a:pt x="188026" y="71914"/>
                    </a:cubicBezTo>
                    <a:cubicBezTo>
                      <a:pt x="190693" y="71247"/>
                      <a:pt x="192598" y="70390"/>
                      <a:pt x="193170" y="69533"/>
                    </a:cubicBezTo>
                    <a:lnTo>
                      <a:pt x="193360" y="69247"/>
                    </a:lnTo>
                    <a:cubicBezTo>
                      <a:pt x="193360" y="68485"/>
                      <a:pt x="188312" y="68008"/>
                      <a:pt x="188883" y="67532"/>
                    </a:cubicBezTo>
                    <a:cubicBezTo>
                      <a:pt x="190312" y="66485"/>
                      <a:pt x="188312" y="66294"/>
                      <a:pt x="185645" y="67246"/>
                    </a:cubicBezTo>
                    <a:cubicBezTo>
                      <a:pt x="183454" y="68104"/>
                      <a:pt x="182788" y="69056"/>
                      <a:pt x="179644" y="69342"/>
                    </a:cubicBezTo>
                    <a:cubicBezTo>
                      <a:pt x="178406" y="69437"/>
                      <a:pt x="176977" y="69342"/>
                      <a:pt x="175453" y="69533"/>
                    </a:cubicBezTo>
                    <a:cubicBezTo>
                      <a:pt x="173263" y="69818"/>
                      <a:pt x="170691" y="70199"/>
                      <a:pt x="168500" y="70580"/>
                    </a:cubicBezTo>
                    <a:cubicBezTo>
                      <a:pt x="165547" y="71056"/>
                      <a:pt x="162880" y="71723"/>
                      <a:pt x="160308" y="72390"/>
                    </a:cubicBezTo>
                    <a:cubicBezTo>
                      <a:pt x="160213" y="72200"/>
                      <a:pt x="160023" y="72009"/>
                      <a:pt x="159832" y="71819"/>
                    </a:cubicBezTo>
                    <a:cubicBezTo>
                      <a:pt x="147926" y="74962"/>
                      <a:pt x="136972" y="76295"/>
                      <a:pt x="124209" y="78581"/>
                    </a:cubicBezTo>
                    <a:cubicBezTo>
                      <a:pt x="125066" y="77915"/>
                      <a:pt x="125923" y="77152"/>
                      <a:pt x="126780" y="76486"/>
                    </a:cubicBezTo>
                    <a:cubicBezTo>
                      <a:pt x="129638" y="74200"/>
                      <a:pt x="134781" y="71819"/>
                      <a:pt x="139258" y="69628"/>
                    </a:cubicBezTo>
                    <a:cubicBezTo>
                      <a:pt x="138020" y="69437"/>
                      <a:pt x="136591" y="69247"/>
                      <a:pt x="135258" y="69152"/>
                    </a:cubicBezTo>
                    <a:cubicBezTo>
                      <a:pt x="151260" y="59817"/>
                      <a:pt x="162023" y="50673"/>
                      <a:pt x="176310" y="41339"/>
                    </a:cubicBezTo>
                    <a:cubicBezTo>
                      <a:pt x="191265" y="31528"/>
                      <a:pt x="207267" y="21717"/>
                      <a:pt x="227841" y="12287"/>
                    </a:cubicBezTo>
                    <a:cubicBezTo>
                      <a:pt x="229936" y="11335"/>
                      <a:pt x="232318" y="10382"/>
                      <a:pt x="235937" y="9906"/>
                    </a:cubicBezTo>
                    <a:cubicBezTo>
                      <a:pt x="234889" y="9620"/>
                      <a:pt x="233842" y="9239"/>
                      <a:pt x="232794" y="8954"/>
                    </a:cubicBezTo>
                    <a:cubicBezTo>
                      <a:pt x="236699" y="7906"/>
                      <a:pt x="238509" y="7525"/>
                      <a:pt x="243081" y="7334"/>
                    </a:cubicBezTo>
                    <a:close/>
                    <a:moveTo>
                      <a:pt x="68583" y="85058"/>
                    </a:moveTo>
                    <a:cubicBezTo>
                      <a:pt x="66678" y="85535"/>
                      <a:pt x="63630" y="85725"/>
                      <a:pt x="62963" y="86392"/>
                    </a:cubicBezTo>
                    <a:cubicBezTo>
                      <a:pt x="62582" y="86677"/>
                      <a:pt x="63153" y="86963"/>
                      <a:pt x="63439" y="87154"/>
                    </a:cubicBezTo>
                    <a:cubicBezTo>
                      <a:pt x="64106" y="87821"/>
                      <a:pt x="60772" y="89535"/>
                      <a:pt x="56772" y="91345"/>
                    </a:cubicBezTo>
                    <a:cubicBezTo>
                      <a:pt x="56772" y="90869"/>
                      <a:pt x="56772" y="90392"/>
                      <a:pt x="56772" y="89916"/>
                    </a:cubicBezTo>
                    <a:cubicBezTo>
                      <a:pt x="56772" y="89249"/>
                      <a:pt x="56772" y="88583"/>
                      <a:pt x="57534" y="87821"/>
                    </a:cubicBezTo>
                    <a:cubicBezTo>
                      <a:pt x="58772" y="86487"/>
                      <a:pt x="62106" y="85249"/>
                      <a:pt x="65344" y="84011"/>
                    </a:cubicBezTo>
                    <a:cubicBezTo>
                      <a:pt x="65916" y="83820"/>
                      <a:pt x="68106" y="82963"/>
                      <a:pt x="70964" y="81915"/>
                    </a:cubicBezTo>
                    <a:cubicBezTo>
                      <a:pt x="71154" y="83058"/>
                      <a:pt x="70869" y="84392"/>
                      <a:pt x="68678" y="84963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4" name="Google Shape;1374;p42"/>
              <p:cNvSpPr/>
              <p:nvPr/>
            </p:nvSpPr>
            <p:spPr>
              <a:xfrm>
                <a:off x="5952551" y="2996046"/>
                <a:ext cx="127423" cy="217482"/>
              </a:xfrm>
              <a:custGeom>
                <a:avLst/>
                <a:gdLst/>
                <a:ahLst/>
                <a:cxnLst/>
                <a:rect l="l" t="t" r="r" b="b"/>
                <a:pathLst>
                  <a:path w="43638" h="74480" extrusionOk="0">
                    <a:moveTo>
                      <a:pt x="42208" y="20664"/>
                    </a:moveTo>
                    <a:cubicBezTo>
                      <a:pt x="42494" y="15139"/>
                      <a:pt x="41065" y="9615"/>
                      <a:pt x="36874" y="5519"/>
                    </a:cubicBezTo>
                    <a:cubicBezTo>
                      <a:pt x="31635" y="280"/>
                      <a:pt x="23825" y="-863"/>
                      <a:pt x="16776" y="566"/>
                    </a:cubicBezTo>
                    <a:cubicBezTo>
                      <a:pt x="14204" y="1138"/>
                      <a:pt x="11537" y="1900"/>
                      <a:pt x="9251" y="3233"/>
                    </a:cubicBezTo>
                    <a:cubicBezTo>
                      <a:pt x="5251" y="5614"/>
                      <a:pt x="2298" y="9615"/>
                      <a:pt x="965" y="14092"/>
                    </a:cubicBezTo>
                    <a:cubicBezTo>
                      <a:pt x="-369" y="18568"/>
                      <a:pt x="-274" y="23426"/>
                      <a:pt x="965" y="27903"/>
                    </a:cubicBezTo>
                    <a:cubicBezTo>
                      <a:pt x="2394" y="33332"/>
                      <a:pt x="8680" y="39428"/>
                      <a:pt x="8013" y="45238"/>
                    </a:cubicBezTo>
                    <a:cubicBezTo>
                      <a:pt x="7727" y="47620"/>
                      <a:pt x="2298" y="74480"/>
                      <a:pt x="2298" y="74480"/>
                    </a:cubicBezTo>
                    <a:lnTo>
                      <a:pt x="24777" y="73242"/>
                    </a:lnTo>
                    <a:lnTo>
                      <a:pt x="26301" y="56287"/>
                    </a:lnTo>
                    <a:cubicBezTo>
                      <a:pt x="28492" y="57049"/>
                      <a:pt x="30587" y="57621"/>
                      <a:pt x="32302" y="58002"/>
                    </a:cubicBezTo>
                    <a:cubicBezTo>
                      <a:pt x="35922" y="58954"/>
                      <a:pt x="35922" y="56478"/>
                      <a:pt x="37160" y="54192"/>
                    </a:cubicBezTo>
                    <a:cubicBezTo>
                      <a:pt x="37541" y="53525"/>
                      <a:pt x="38207" y="53049"/>
                      <a:pt x="38779" y="52573"/>
                    </a:cubicBezTo>
                    <a:cubicBezTo>
                      <a:pt x="39350" y="52096"/>
                      <a:pt x="39922" y="51430"/>
                      <a:pt x="39827" y="50668"/>
                    </a:cubicBezTo>
                    <a:cubicBezTo>
                      <a:pt x="39827" y="50001"/>
                      <a:pt x="39160" y="49334"/>
                      <a:pt x="39446" y="48763"/>
                    </a:cubicBezTo>
                    <a:cubicBezTo>
                      <a:pt x="39636" y="48382"/>
                      <a:pt x="40017" y="48096"/>
                      <a:pt x="40303" y="47810"/>
                    </a:cubicBezTo>
                    <a:cubicBezTo>
                      <a:pt x="40684" y="47143"/>
                      <a:pt x="40303" y="46286"/>
                      <a:pt x="40303" y="45524"/>
                    </a:cubicBezTo>
                    <a:cubicBezTo>
                      <a:pt x="39922" y="42381"/>
                      <a:pt x="43732" y="43143"/>
                      <a:pt x="43637" y="40762"/>
                    </a:cubicBezTo>
                    <a:cubicBezTo>
                      <a:pt x="43637" y="39904"/>
                      <a:pt x="43160" y="39142"/>
                      <a:pt x="42684" y="38476"/>
                    </a:cubicBezTo>
                    <a:cubicBezTo>
                      <a:pt x="41636" y="36761"/>
                      <a:pt x="40684" y="34856"/>
                      <a:pt x="40494" y="32856"/>
                    </a:cubicBezTo>
                    <a:cubicBezTo>
                      <a:pt x="40208" y="30760"/>
                      <a:pt x="40779" y="28570"/>
                      <a:pt x="41351" y="26569"/>
                    </a:cubicBezTo>
                    <a:cubicBezTo>
                      <a:pt x="41827" y="24664"/>
                      <a:pt x="42113" y="22664"/>
                      <a:pt x="42208" y="2066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5" name="Google Shape;1375;p42"/>
              <p:cNvSpPr/>
              <p:nvPr/>
            </p:nvSpPr>
            <p:spPr>
              <a:xfrm>
                <a:off x="6016253" y="3230697"/>
                <a:ext cx="251868" cy="387718"/>
              </a:xfrm>
              <a:custGeom>
                <a:avLst/>
                <a:gdLst/>
                <a:ahLst/>
                <a:cxnLst/>
                <a:rect l="l" t="t" r="r" b="b"/>
                <a:pathLst>
                  <a:path w="86256" h="132780" extrusionOk="0">
                    <a:moveTo>
                      <a:pt x="84108" y="116204"/>
                    </a:moveTo>
                    <a:cubicBezTo>
                      <a:pt x="82869" y="114871"/>
                      <a:pt x="81345" y="113442"/>
                      <a:pt x="79631" y="112489"/>
                    </a:cubicBezTo>
                    <a:cubicBezTo>
                      <a:pt x="76869" y="110965"/>
                      <a:pt x="74202" y="109632"/>
                      <a:pt x="71344" y="108298"/>
                    </a:cubicBezTo>
                    <a:cubicBezTo>
                      <a:pt x="69344" y="107346"/>
                      <a:pt x="65534" y="106108"/>
                      <a:pt x="64486" y="104298"/>
                    </a:cubicBezTo>
                    <a:cubicBezTo>
                      <a:pt x="64486" y="104298"/>
                      <a:pt x="43817" y="84010"/>
                      <a:pt x="36006" y="77247"/>
                    </a:cubicBezTo>
                    <a:cubicBezTo>
                      <a:pt x="31244" y="73056"/>
                      <a:pt x="28291" y="67341"/>
                      <a:pt x="27624" y="61054"/>
                    </a:cubicBezTo>
                    <a:cubicBezTo>
                      <a:pt x="26005" y="44671"/>
                      <a:pt x="22576" y="12858"/>
                      <a:pt x="19052" y="5619"/>
                    </a:cubicBezTo>
                    <a:cubicBezTo>
                      <a:pt x="14385" y="-3906"/>
                      <a:pt x="-189" y="-572"/>
                      <a:pt x="2" y="10000"/>
                    </a:cubicBezTo>
                    <a:cubicBezTo>
                      <a:pt x="2" y="10191"/>
                      <a:pt x="2" y="10381"/>
                      <a:pt x="2" y="10572"/>
                    </a:cubicBezTo>
                    <a:cubicBezTo>
                      <a:pt x="669" y="24574"/>
                      <a:pt x="7050" y="47338"/>
                      <a:pt x="8955" y="58102"/>
                    </a:cubicBezTo>
                    <a:cubicBezTo>
                      <a:pt x="10384" y="66103"/>
                      <a:pt x="11337" y="72580"/>
                      <a:pt x="14385" y="78961"/>
                    </a:cubicBezTo>
                    <a:cubicBezTo>
                      <a:pt x="15051" y="80390"/>
                      <a:pt x="16004" y="81628"/>
                      <a:pt x="17052" y="82676"/>
                    </a:cubicBezTo>
                    <a:cubicBezTo>
                      <a:pt x="21528" y="87343"/>
                      <a:pt x="31149" y="95821"/>
                      <a:pt x="38388" y="99631"/>
                    </a:cubicBezTo>
                    <a:cubicBezTo>
                      <a:pt x="47532" y="104298"/>
                      <a:pt x="55533" y="112870"/>
                      <a:pt x="55533" y="112870"/>
                    </a:cubicBezTo>
                    <a:cubicBezTo>
                      <a:pt x="57914" y="115252"/>
                      <a:pt x="59914" y="118204"/>
                      <a:pt x="62962" y="120205"/>
                    </a:cubicBezTo>
                    <a:cubicBezTo>
                      <a:pt x="64677" y="121348"/>
                      <a:pt x="66582" y="122776"/>
                      <a:pt x="68487" y="123538"/>
                    </a:cubicBezTo>
                    <a:cubicBezTo>
                      <a:pt x="69820" y="124110"/>
                      <a:pt x="71344" y="123824"/>
                      <a:pt x="72392" y="124205"/>
                    </a:cubicBezTo>
                    <a:cubicBezTo>
                      <a:pt x="75154" y="125158"/>
                      <a:pt x="74487" y="128206"/>
                      <a:pt x="75630" y="130777"/>
                    </a:cubicBezTo>
                    <a:cubicBezTo>
                      <a:pt x="76964" y="133921"/>
                      <a:pt x="79345" y="133159"/>
                      <a:pt x="79250" y="129920"/>
                    </a:cubicBezTo>
                    <a:cubicBezTo>
                      <a:pt x="79250" y="128587"/>
                      <a:pt x="84870" y="126967"/>
                      <a:pt x="85917" y="124681"/>
                    </a:cubicBezTo>
                    <a:lnTo>
                      <a:pt x="86108" y="123729"/>
                    </a:lnTo>
                    <a:cubicBezTo>
                      <a:pt x="86584" y="121062"/>
                      <a:pt x="85917" y="118204"/>
                      <a:pt x="84108" y="116204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6" name="Google Shape;1376;p42"/>
              <p:cNvSpPr/>
              <p:nvPr/>
            </p:nvSpPr>
            <p:spPr>
              <a:xfrm>
                <a:off x="6010020" y="3222570"/>
                <a:ext cx="206771" cy="347722"/>
              </a:xfrm>
              <a:custGeom>
                <a:avLst/>
                <a:gdLst/>
                <a:ahLst/>
                <a:cxnLst/>
                <a:rect l="l" t="t" r="r" b="b"/>
                <a:pathLst>
                  <a:path w="70812" h="119083" extrusionOk="0">
                    <a:moveTo>
                      <a:pt x="327" y="10022"/>
                    </a:moveTo>
                    <a:cubicBezTo>
                      <a:pt x="2613" y="21"/>
                      <a:pt x="15853" y="-4170"/>
                      <a:pt x="22235" y="5355"/>
                    </a:cubicBezTo>
                    <a:cubicBezTo>
                      <a:pt x="27378" y="13070"/>
                      <a:pt x="28998" y="23262"/>
                      <a:pt x="29950" y="32310"/>
                    </a:cubicBezTo>
                    <a:cubicBezTo>
                      <a:pt x="30998" y="42502"/>
                      <a:pt x="31950" y="52694"/>
                      <a:pt x="32998" y="62790"/>
                    </a:cubicBezTo>
                    <a:cubicBezTo>
                      <a:pt x="33189" y="65076"/>
                      <a:pt x="33474" y="67458"/>
                      <a:pt x="34332" y="69553"/>
                    </a:cubicBezTo>
                    <a:cubicBezTo>
                      <a:pt x="35856" y="73363"/>
                      <a:pt x="39189" y="76125"/>
                      <a:pt x="42428" y="78697"/>
                    </a:cubicBezTo>
                    <a:cubicBezTo>
                      <a:pt x="44619" y="80507"/>
                      <a:pt x="70717" y="101271"/>
                      <a:pt x="70812" y="101176"/>
                    </a:cubicBezTo>
                    <a:cubicBezTo>
                      <a:pt x="66336" y="106986"/>
                      <a:pt x="62145" y="112987"/>
                      <a:pt x="58239" y="119083"/>
                    </a:cubicBezTo>
                    <a:cubicBezTo>
                      <a:pt x="50334" y="109177"/>
                      <a:pt x="40999" y="104986"/>
                      <a:pt x="31093" y="97557"/>
                    </a:cubicBezTo>
                    <a:cubicBezTo>
                      <a:pt x="25664" y="93461"/>
                      <a:pt x="18901" y="88794"/>
                      <a:pt x="15567" y="82793"/>
                    </a:cubicBezTo>
                    <a:cubicBezTo>
                      <a:pt x="14329" y="80602"/>
                      <a:pt x="13567" y="78126"/>
                      <a:pt x="12900" y="75744"/>
                    </a:cubicBezTo>
                    <a:cubicBezTo>
                      <a:pt x="7757" y="58028"/>
                      <a:pt x="3756" y="40026"/>
                      <a:pt x="804" y="21833"/>
                    </a:cubicBezTo>
                    <a:cubicBezTo>
                      <a:pt x="232" y="18404"/>
                      <a:pt x="-244" y="14975"/>
                      <a:pt x="137" y="11546"/>
                    </a:cubicBezTo>
                    <a:cubicBezTo>
                      <a:pt x="137" y="11070"/>
                      <a:pt x="232" y="10498"/>
                      <a:pt x="423" y="10022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7" name="Google Shape;1377;p42"/>
              <p:cNvSpPr/>
              <p:nvPr/>
            </p:nvSpPr>
            <p:spPr>
              <a:xfrm>
                <a:off x="5951847" y="3458336"/>
                <a:ext cx="288657" cy="758239"/>
              </a:xfrm>
              <a:custGeom>
                <a:avLst/>
                <a:gdLst/>
                <a:ahLst/>
                <a:cxnLst/>
                <a:rect l="l" t="t" r="r" b="b"/>
                <a:pathLst>
                  <a:path w="98855" h="259671" extrusionOk="0">
                    <a:moveTo>
                      <a:pt x="4063" y="5929"/>
                    </a:moveTo>
                    <a:cubicBezTo>
                      <a:pt x="2539" y="13740"/>
                      <a:pt x="1396" y="21646"/>
                      <a:pt x="539" y="29551"/>
                    </a:cubicBezTo>
                    <a:cubicBezTo>
                      <a:pt x="158" y="33361"/>
                      <a:pt x="-223" y="37076"/>
                      <a:pt x="158" y="40886"/>
                    </a:cubicBezTo>
                    <a:cubicBezTo>
                      <a:pt x="1015" y="49935"/>
                      <a:pt x="4254" y="56698"/>
                      <a:pt x="9016" y="64032"/>
                    </a:cubicBezTo>
                    <a:cubicBezTo>
                      <a:pt x="13683" y="71271"/>
                      <a:pt x="14445" y="80034"/>
                      <a:pt x="16255" y="88130"/>
                    </a:cubicBezTo>
                    <a:cubicBezTo>
                      <a:pt x="20256" y="105751"/>
                      <a:pt x="29114" y="121182"/>
                      <a:pt x="28733" y="139279"/>
                    </a:cubicBezTo>
                    <a:cubicBezTo>
                      <a:pt x="28542" y="151376"/>
                      <a:pt x="34353" y="175760"/>
                      <a:pt x="39687" y="192334"/>
                    </a:cubicBezTo>
                    <a:cubicBezTo>
                      <a:pt x="41401" y="197668"/>
                      <a:pt x="43687" y="202811"/>
                      <a:pt x="45592" y="208050"/>
                    </a:cubicBezTo>
                    <a:cubicBezTo>
                      <a:pt x="50069" y="220432"/>
                      <a:pt x="52164" y="233577"/>
                      <a:pt x="51879" y="246721"/>
                    </a:cubicBezTo>
                    <a:cubicBezTo>
                      <a:pt x="51879" y="251103"/>
                      <a:pt x="49116" y="258342"/>
                      <a:pt x="54069" y="259580"/>
                    </a:cubicBezTo>
                    <a:cubicBezTo>
                      <a:pt x="56070" y="260056"/>
                      <a:pt x="60070" y="258532"/>
                      <a:pt x="62070" y="258151"/>
                    </a:cubicBezTo>
                    <a:cubicBezTo>
                      <a:pt x="73881" y="256151"/>
                      <a:pt x="80739" y="253579"/>
                      <a:pt x="92550" y="251579"/>
                    </a:cubicBezTo>
                    <a:cubicBezTo>
                      <a:pt x="94360" y="251293"/>
                      <a:pt x="97218" y="247674"/>
                      <a:pt x="98837" y="246817"/>
                    </a:cubicBezTo>
                    <a:cubicBezTo>
                      <a:pt x="99123" y="245293"/>
                      <a:pt x="96075" y="245578"/>
                      <a:pt x="94551" y="245197"/>
                    </a:cubicBezTo>
                    <a:cubicBezTo>
                      <a:pt x="87597" y="243673"/>
                      <a:pt x="85216" y="244721"/>
                      <a:pt x="78263" y="242911"/>
                    </a:cubicBezTo>
                    <a:cubicBezTo>
                      <a:pt x="69024" y="240530"/>
                      <a:pt x="65976" y="234910"/>
                      <a:pt x="63594" y="226052"/>
                    </a:cubicBezTo>
                    <a:cubicBezTo>
                      <a:pt x="55498" y="196429"/>
                      <a:pt x="57689" y="166616"/>
                      <a:pt x="49974" y="136898"/>
                    </a:cubicBezTo>
                    <a:cubicBezTo>
                      <a:pt x="48450" y="131088"/>
                      <a:pt x="52831" y="98036"/>
                      <a:pt x="50640" y="82415"/>
                    </a:cubicBezTo>
                    <a:cubicBezTo>
                      <a:pt x="48069" y="64603"/>
                      <a:pt x="46354" y="58317"/>
                      <a:pt x="46354" y="51078"/>
                    </a:cubicBezTo>
                    <a:cubicBezTo>
                      <a:pt x="46354" y="42982"/>
                      <a:pt x="45783" y="33552"/>
                      <a:pt x="44259" y="25551"/>
                    </a:cubicBezTo>
                    <a:cubicBezTo>
                      <a:pt x="42639" y="17264"/>
                      <a:pt x="38925" y="8882"/>
                      <a:pt x="31971" y="4024"/>
                    </a:cubicBezTo>
                    <a:cubicBezTo>
                      <a:pt x="25018" y="-738"/>
                      <a:pt x="5682" y="-2548"/>
                      <a:pt x="4158" y="5834"/>
                    </a:cubicBezTo>
                    <a:close/>
                  </a:path>
                </a:pathLst>
              </a:custGeom>
              <a:solidFill>
                <a:srgbClr val="2A2829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8" name="Google Shape;1378;p42"/>
              <p:cNvSpPr/>
              <p:nvPr/>
            </p:nvSpPr>
            <p:spPr>
              <a:xfrm>
                <a:off x="6089937" y="4138481"/>
                <a:ext cx="154083" cy="87886"/>
              </a:xfrm>
              <a:custGeom>
                <a:avLst/>
                <a:gdLst/>
                <a:ahLst/>
                <a:cxnLst/>
                <a:rect l="l" t="t" r="r" b="b"/>
                <a:pathLst>
                  <a:path w="52768" h="30098" extrusionOk="0">
                    <a:moveTo>
                      <a:pt x="1810" y="30099"/>
                    </a:moveTo>
                    <a:cubicBezTo>
                      <a:pt x="10192" y="28765"/>
                      <a:pt x="52769" y="16573"/>
                      <a:pt x="52769" y="16573"/>
                    </a:cubicBezTo>
                    <a:cubicBezTo>
                      <a:pt x="51530" y="11716"/>
                      <a:pt x="46482" y="8953"/>
                      <a:pt x="42196" y="8573"/>
                    </a:cubicBezTo>
                    <a:cubicBezTo>
                      <a:pt x="37814" y="8192"/>
                      <a:pt x="33623" y="9334"/>
                      <a:pt x="29242" y="8668"/>
                    </a:cubicBezTo>
                    <a:cubicBezTo>
                      <a:pt x="24479" y="8001"/>
                      <a:pt x="23527" y="6572"/>
                      <a:pt x="20193" y="2286"/>
                    </a:cubicBezTo>
                    <a:cubicBezTo>
                      <a:pt x="19431" y="1238"/>
                      <a:pt x="18574" y="95"/>
                      <a:pt x="17431" y="0"/>
                    </a:cubicBezTo>
                    <a:cubicBezTo>
                      <a:pt x="16669" y="0"/>
                      <a:pt x="16097" y="476"/>
                      <a:pt x="15526" y="857"/>
                    </a:cubicBezTo>
                    <a:cubicBezTo>
                      <a:pt x="11335" y="4000"/>
                      <a:pt x="3048" y="3905"/>
                      <a:pt x="0" y="8192"/>
                    </a:cubicBezTo>
                    <a:cubicBezTo>
                      <a:pt x="0" y="8192"/>
                      <a:pt x="286" y="24479"/>
                      <a:pt x="1810" y="3000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9" name="Google Shape;1379;p42"/>
              <p:cNvSpPr/>
              <p:nvPr/>
            </p:nvSpPr>
            <p:spPr>
              <a:xfrm>
                <a:off x="5929488" y="3496774"/>
                <a:ext cx="235042" cy="674336"/>
              </a:xfrm>
              <a:custGeom>
                <a:avLst/>
                <a:gdLst/>
                <a:ahLst/>
                <a:cxnLst/>
                <a:rect l="l" t="t" r="r" b="b"/>
                <a:pathLst>
                  <a:path w="80494" h="230937" extrusionOk="0">
                    <a:moveTo>
                      <a:pt x="49062" y="230791"/>
                    </a:moveTo>
                    <a:cubicBezTo>
                      <a:pt x="61635" y="231839"/>
                      <a:pt x="70683" y="227171"/>
                      <a:pt x="80494" y="220409"/>
                    </a:cubicBezTo>
                    <a:cubicBezTo>
                      <a:pt x="77541" y="218885"/>
                      <a:pt x="76398" y="215837"/>
                      <a:pt x="75541" y="212789"/>
                    </a:cubicBezTo>
                    <a:cubicBezTo>
                      <a:pt x="67350" y="182975"/>
                      <a:pt x="64302" y="152019"/>
                      <a:pt x="62111" y="121348"/>
                    </a:cubicBezTo>
                    <a:cubicBezTo>
                      <a:pt x="60015" y="91059"/>
                      <a:pt x="61444" y="61150"/>
                      <a:pt x="57253" y="30766"/>
                    </a:cubicBezTo>
                    <a:cubicBezTo>
                      <a:pt x="55729" y="20098"/>
                      <a:pt x="53824" y="9144"/>
                      <a:pt x="48014" y="0"/>
                    </a:cubicBezTo>
                    <a:cubicBezTo>
                      <a:pt x="30774" y="2953"/>
                      <a:pt x="15724" y="10001"/>
                      <a:pt x="103" y="17717"/>
                    </a:cubicBezTo>
                    <a:cubicBezTo>
                      <a:pt x="-659" y="30956"/>
                      <a:pt x="2770" y="43720"/>
                      <a:pt x="11343" y="53912"/>
                    </a:cubicBezTo>
                    <a:cubicBezTo>
                      <a:pt x="17439" y="61150"/>
                      <a:pt x="15819" y="68104"/>
                      <a:pt x="17820" y="77343"/>
                    </a:cubicBezTo>
                    <a:cubicBezTo>
                      <a:pt x="20868" y="91440"/>
                      <a:pt x="23630" y="105632"/>
                      <a:pt x="26392" y="119825"/>
                    </a:cubicBezTo>
                    <a:cubicBezTo>
                      <a:pt x="29250" y="134207"/>
                      <a:pt x="32012" y="148590"/>
                      <a:pt x="34869" y="162877"/>
                    </a:cubicBezTo>
                    <a:cubicBezTo>
                      <a:pt x="38203" y="179927"/>
                      <a:pt x="41537" y="197072"/>
                      <a:pt x="44109" y="214313"/>
                    </a:cubicBezTo>
                    <a:cubicBezTo>
                      <a:pt x="44966" y="220313"/>
                      <a:pt x="45633" y="225838"/>
                      <a:pt x="49062" y="23079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0" name="Google Shape;1380;p42"/>
              <p:cNvSpPr/>
              <p:nvPr/>
            </p:nvSpPr>
            <p:spPr>
              <a:xfrm>
                <a:off x="5853328" y="3444772"/>
                <a:ext cx="222773" cy="776758"/>
              </a:xfrm>
              <a:custGeom>
                <a:avLst/>
                <a:gdLst/>
                <a:ahLst/>
                <a:cxnLst/>
                <a:rect l="l" t="t" r="r" b="b"/>
                <a:pathLst>
                  <a:path w="76292" h="266013" extrusionOk="0">
                    <a:moveTo>
                      <a:pt x="46102" y="2861"/>
                    </a:moveTo>
                    <a:cubicBezTo>
                      <a:pt x="42006" y="9624"/>
                      <a:pt x="38101" y="16577"/>
                      <a:pt x="34576" y="23626"/>
                    </a:cubicBezTo>
                    <a:cubicBezTo>
                      <a:pt x="32862" y="26959"/>
                      <a:pt x="31243" y="30388"/>
                      <a:pt x="30195" y="34103"/>
                    </a:cubicBezTo>
                    <a:cubicBezTo>
                      <a:pt x="27814" y="42866"/>
                      <a:pt x="28290" y="50296"/>
                      <a:pt x="30004" y="58868"/>
                    </a:cubicBezTo>
                    <a:cubicBezTo>
                      <a:pt x="31624" y="67250"/>
                      <a:pt x="29242" y="75727"/>
                      <a:pt x="28004" y="84014"/>
                    </a:cubicBezTo>
                    <a:cubicBezTo>
                      <a:pt x="25337" y="101921"/>
                      <a:pt x="28004" y="119447"/>
                      <a:pt x="21146" y="136211"/>
                    </a:cubicBezTo>
                    <a:cubicBezTo>
                      <a:pt x="16669" y="147355"/>
                      <a:pt x="13336" y="172311"/>
                      <a:pt x="12288" y="189646"/>
                    </a:cubicBezTo>
                    <a:cubicBezTo>
                      <a:pt x="11907" y="195266"/>
                      <a:pt x="12288" y="200886"/>
                      <a:pt x="12097" y="206506"/>
                    </a:cubicBezTo>
                    <a:cubicBezTo>
                      <a:pt x="11716" y="219650"/>
                      <a:pt x="8954" y="232699"/>
                      <a:pt x="4096" y="244891"/>
                    </a:cubicBezTo>
                    <a:cubicBezTo>
                      <a:pt x="2477" y="248892"/>
                      <a:pt x="-2476" y="254797"/>
                      <a:pt x="1525" y="257655"/>
                    </a:cubicBezTo>
                    <a:cubicBezTo>
                      <a:pt x="3144" y="258798"/>
                      <a:pt x="7240" y="258798"/>
                      <a:pt x="9240" y="259179"/>
                    </a:cubicBezTo>
                    <a:cubicBezTo>
                      <a:pt x="20575" y="261465"/>
                      <a:pt x="32005" y="263751"/>
                      <a:pt x="43339" y="265942"/>
                    </a:cubicBezTo>
                    <a:cubicBezTo>
                      <a:pt x="45054" y="266323"/>
                      <a:pt x="46483" y="265084"/>
                      <a:pt x="48292" y="264894"/>
                    </a:cubicBezTo>
                    <a:cubicBezTo>
                      <a:pt x="49150" y="263560"/>
                      <a:pt x="48673" y="261560"/>
                      <a:pt x="47435" y="260703"/>
                    </a:cubicBezTo>
                    <a:cubicBezTo>
                      <a:pt x="41720" y="256798"/>
                      <a:pt x="34862" y="254702"/>
                      <a:pt x="29242" y="250606"/>
                    </a:cubicBezTo>
                    <a:cubicBezTo>
                      <a:pt x="21813" y="245177"/>
                      <a:pt x="20956" y="238795"/>
                      <a:pt x="22003" y="229651"/>
                    </a:cubicBezTo>
                    <a:cubicBezTo>
                      <a:pt x="25147" y="199076"/>
                      <a:pt x="37720" y="172025"/>
                      <a:pt x="41244" y="141545"/>
                    </a:cubicBezTo>
                    <a:cubicBezTo>
                      <a:pt x="41911" y="135640"/>
                      <a:pt x="57627" y="106303"/>
                      <a:pt x="61151" y="90872"/>
                    </a:cubicBezTo>
                    <a:cubicBezTo>
                      <a:pt x="65152" y="73346"/>
                      <a:pt x="65818" y="66869"/>
                      <a:pt x="68390" y="60011"/>
                    </a:cubicBezTo>
                    <a:cubicBezTo>
                      <a:pt x="71248" y="52391"/>
                      <a:pt x="74105" y="43438"/>
                      <a:pt x="75534" y="35437"/>
                    </a:cubicBezTo>
                    <a:cubicBezTo>
                      <a:pt x="76963" y="27055"/>
                      <a:pt x="76677" y="17911"/>
                      <a:pt x="72010" y="10957"/>
                    </a:cubicBezTo>
                    <a:cubicBezTo>
                      <a:pt x="67438" y="4004"/>
                      <a:pt x="50578" y="-4473"/>
                      <a:pt x="46197" y="2766"/>
                    </a:cubicBezTo>
                    <a:close/>
                  </a:path>
                </a:pathLst>
              </a:custGeom>
              <a:solidFill>
                <a:srgbClr val="F8CEA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1" name="Google Shape;1381;p42"/>
              <p:cNvSpPr/>
              <p:nvPr/>
            </p:nvSpPr>
            <p:spPr>
              <a:xfrm>
                <a:off x="5943076" y="3159835"/>
                <a:ext cx="146239" cy="377936"/>
              </a:xfrm>
              <a:custGeom>
                <a:avLst/>
                <a:gdLst/>
                <a:ahLst/>
                <a:cxnLst/>
                <a:rect l="l" t="t" r="r" b="b"/>
                <a:pathLst>
                  <a:path w="50082" h="129430" extrusionOk="0">
                    <a:moveTo>
                      <a:pt x="11545" y="271"/>
                    </a:moveTo>
                    <a:cubicBezTo>
                      <a:pt x="4497" y="16654"/>
                      <a:pt x="-2647" y="34371"/>
                      <a:pt x="972" y="51802"/>
                    </a:cubicBezTo>
                    <a:cubicBezTo>
                      <a:pt x="3735" y="65041"/>
                      <a:pt x="12498" y="76948"/>
                      <a:pt x="12783" y="90473"/>
                    </a:cubicBezTo>
                    <a:cubicBezTo>
                      <a:pt x="12879" y="95521"/>
                      <a:pt x="11831" y="100474"/>
                      <a:pt x="10688" y="105332"/>
                    </a:cubicBezTo>
                    <a:cubicBezTo>
                      <a:pt x="8878" y="113333"/>
                      <a:pt x="7164" y="121334"/>
                      <a:pt x="5354" y="129430"/>
                    </a:cubicBezTo>
                    <a:lnTo>
                      <a:pt x="48788" y="129430"/>
                    </a:lnTo>
                    <a:cubicBezTo>
                      <a:pt x="43549" y="129430"/>
                      <a:pt x="49645" y="83520"/>
                      <a:pt x="49931" y="80567"/>
                    </a:cubicBezTo>
                    <a:cubicBezTo>
                      <a:pt x="50502" y="74090"/>
                      <a:pt x="49359" y="67613"/>
                      <a:pt x="48216" y="61136"/>
                    </a:cubicBezTo>
                    <a:cubicBezTo>
                      <a:pt x="46597" y="52087"/>
                      <a:pt x="44978" y="43039"/>
                      <a:pt x="43359" y="33990"/>
                    </a:cubicBezTo>
                    <a:cubicBezTo>
                      <a:pt x="42501" y="29037"/>
                      <a:pt x="41073" y="23417"/>
                      <a:pt x="36691" y="20941"/>
                    </a:cubicBezTo>
                    <a:cubicBezTo>
                      <a:pt x="25452" y="14845"/>
                      <a:pt x="31262" y="15702"/>
                      <a:pt x="27833" y="5034"/>
                    </a:cubicBezTo>
                    <a:cubicBezTo>
                      <a:pt x="26404" y="652"/>
                      <a:pt x="16212" y="-491"/>
                      <a:pt x="11545" y="176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2" name="Google Shape;1382;p42"/>
              <p:cNvSpPr/>
              <p:nvPr/>
            </p:nvSpPr>
            <p:spPr>
              <a:xfrm>
                <a:off x="5960248" y="3169526"/>
                <a:ext cx="75497" cy="37545"/>
              </a:xfrm>
              <a:custGeom>
                <a:avLst/>
                <a:gdLst/>
                <a:ahLst/>
                <a:cxnLst/>
                <a:rect l="l" t="t" r="r" b="b"/>
                <a:pathLst>
                  <a:path w="25855" h="12858" extrusionOk="0">
                    <a:moveTo>
                      <a:pt x="25855" y="5239"/>
                    </a:moveTo>
                    <a:cubicBezTo>
                      <a:pt x="25855" y="7048"/>
                      <a:pt x="25093" y="8572"/>
                      <a:pt x="24522" y="11335"/>
                    </a:cubicBezTo>
                    <a:cubicBezTo>
                      <a:pt x="24522" y="11716"/>
                      <a:pt x="24522" y="12192"/>
                      <a:pt x="24236" y="12478"/>
                    </a:cubicBezTo>
                    <a:cubicBezTo>
                      <a:pt x="23855" y="12859"/>
                      <a:pt x="23283" y="12859"/>
                      <a:pt x="22712" y="12859"/>
                    </a:cubicBezTo>
                    <a:cubicBezTo>
                      <a:pt x="19188" y="12668"/>
                      <a:pt x="15568" y="12192"/>
                      <a:pt x="12139" y="11430"/>
                    </a:cubicBezTo>
                    <a:cubicBezTo>
                      <a:pt x="8139" y="10573"/>
                      <a:pt x="4519" y="8477"/>
                      <a:pt x="614" y="7048"/>
                    </a:cubicBezTo>
                    <a:cubicBezTo>
                      <a:pt x="423" y="7048"/>
                      <a:pt x="138" y="6858"/>
                      <a:pt x="42" y="6667"/>
                    </a:cubicBezTo>
                    <a:cubicBezTo>
                      <a:pt x="-53" y="6477"/>
                      <a:pt x="42" y="6191"/>
                      <a:pt x="42" y="5905"/>
                    </a:cubicBezTo>
                    <a:cubicBezTo>
                      <a:pt x="519" y="4000"/>
                      <a:pt x="614" y="2000"/>
                      <a:pt x="519" y="0"/>
                    </a:cubicBezTo>
                    <a:cubicBezTo>
                      <a:pt x="5662" y="857"/>
                      <a:pt x="25950" y="4953"/>
                      <a:pt x="25855" y="5334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3" name="Google Shape;1383;p42"/>
              <p:cNvSpPr/>
              <p:nvPr/>
            </p:nvSpPr>
            <p:spPr>
              <a:xfrm>
                <a:off x="5848602" y="4139835"/>
                <a:ext cx="152436" cy="85141"/>
              </a:xfrm>
              <a:custGeom>
                <a:avLst/>
                <a:gdLst/>
                <a:ahLst/>
                <a:cxnLst/>
                <a:rect l="l" t="t" r="r" b="b"/>
                <a:pathLst>
                  <a:path w="52204" h="29158" extrusionOk="0">
                    <a:moveTo>
                      <a:pt x="0" y="22015"/>
                    </a:moveTo>
                    <a:cubicBezTo>
                      <a:pt x="8192" y="24015"/>
                      <a:pt x="18288" y="27539"/>
                      <a:pt x="26575" y="29158"/>
                    </a:cubicBezTo>
                    <a:lnTo>
                      <a:pt x="52102" y="29158"/>
                    </a:lnTo>
                    <a:cubicBezTo>
                      <a:pt x="52864" y="24205"/>
                      <a:pt x="49244" y="19729"/>
                      <a:pt x="45434" y="17633"/>
                    </a:cubicBezTo>
                    <a:cubicBezTo>
                      <a:pt x="41529" y="15538"/>
                      <a:pt x="37243" y="14966"/>
                      <a:pt x="33433" y="12775"/>
                    </a:cubicBezTo>
                    <a:cubicBezTo>
                      <a:pt x="29242" y="10299"/>
                      <a:pt x="28956" y="8680"/>
                      <a:pt x="27527" y="3441"/>
                    </a:cubicBezTo>
                    <a:cubicBezTo>
                      <a:pt x="27242" y="2203"/>
                      <a:pt x="26860" y="774"/>
                      <a:pt x="25908" y="298"/>
                    </a:cubicBezTo>
                    <a:cubicBezTo>
                      <a:pt x="25241" y="12"/>
                      <a:pt x="24479" y="202"/>
                      <a:pt x="23813" y="298"/>
                    </a:cubicBezTo>
                    <a:cubicBezTo>
                      <a:pt x="18764" y="1631"/>
                      <a:pt x="11144" y="-1607"/>
                      <a:pt x="6668" y="1155"/>
                    </a:cubicBezTo>
                    <a:cubicBezTo>
                      <a:pt x="6668" y="1155"/>
                      <a:pt x="667" y="16300"/>
                      <a:pt x="0" y="22015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4" name="Google Shape;1384;p42"/>
              <p:cNvSpPr/>
              <p:nvPr/>
            </p:nvSpPr>
            <p:spPr>
              <a:xfrm>
                <a:off x="5852493" y="3510490"/>
                <a:ext cx="237957" cy="659178"/>
              </a:xfrm>
              <a:custGeom>
                <a:avLst/>
                <a:gdLst/>
                <a:ahLst/>
                <a:cxnLst/>
                <a:rect l="l" t="t" r="r" b="b"/>
                <a:pathLst>
                  <a:path w="81492" h="225746" extrusionOk="0">
                    <a:moveTo>
                      <a:pt x="476" y="219234"/>
                    </a:moveTo>
                    <a:cubicBezTo>
                      <a:pt x="286" y="220472"/>
                      <a:pt x="191" y="221615"/>
                      <a:pt x="0" y="222853"/>
                    </a:cubicBezTo>
                    <a:cubicBezTo>
                      <a:pt x="8192" y="225425"/>
                      <a:pt x="16955" y="226282"/>
                      <a:pt x="25527" y="225425"/>
                    </a:cubicBezTo>
                    <a:cubicBezTo>
                      <a:pt x="27623" y="225234"/>
                      <a:pt x="29908" y="224853"/>
                      <a:pt x="31337" y="223329"/>
                    </a:cubicBezTo>
                    <a:cubicBezTo>
                      <a:pt x="32861" y="221710"/>
                      <a:pt x="33052" y="219329"/>
                      <a:pt x="33147" y="217233"/>
                    </a:cubicBezTo>
                    <a:cubicBezTo>
                      <a:pt x="35147" y="184848"/>
                      <a:pt x="41910" y="152844"/>
                      <a:pt x="51721" y="121983"/>
                    </a:cubicBezTo>
                    <a:cubicBezTo>
                      <a:pt x="60960" y="92837"/>
                      <a:pt x="71723" y="64167"/>
                      <a:pt x="78391" y="34068"/>
                    </a:cubicBezTo>
                    <a:cubicBezTo>
                      <a:pt x="80772" y="23495"/>
                      <a:pt x="82772" y="12541"/>
                      <a:pt x="80486" y="1968"/>
                    </a:cubicBezTo>
                    <a:cubicBezTo>
                      <a:pt x="63341" y="-1270"/>
                      <a:pt x="46768" y="63"/>
                      <a:pt x="29337" y="1873"/>
                    </a:cubicBezTo>
                    <a:cubicBezTo>
                      <a:pt x="23908" y="14065"/>
                      <a:pt x="22765" y="27305"/>
                      <a:pt x="27146" y="39878"/>
                    </a:cubicBezTo>
                    <a:cubicBezTo>
                      <a:pt x="30290" y="48831"/>
                      <a:pt x="26384" y="54737"/>
                      <a:pt x="25051" y="64262"/>
                    </a:cubicBezTo>
                    <a:cubicBezTo>
                      <a:pt x="22955" y="78645"/>
                      <a:pt x="20669" y="92932"/>
                      <a:pt x="18288" y="107220"/>
                    </a:cubicBezTo>
                    <a:cubicBezTo>
                      <a:pt x="15907" y="121698"/>
                      <a:pt x="13526" y="136176"/>
                      <a:pt x="11144" y="150749"/>
                    </a:cubicBezTo>
                    <a:cubicBezTo>
                      <a:pt x="7334" y="173799"/>
                      <a:pt x="3334" y="196469"/>
                      <a:pt x="381" y="21951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5" name="Google Shape;1385;p42"/>
              <p:cNvSpPr/>
              <p:nvPr/>
            </p:nvSpPr>
            <p:spPr>
              <a:xfrm>
                <a:off x="5862502" y="3510099"/>
                <a:ext cx="227950" cy="634157"/>
              </a:xfrm>
              <a:custGeom>
                <a:avLst/>
                <a:gdLst/>
                <a:ahLst/>
                <a:cxnLst/>
                <a:rect l="l" t="t" r="r" b="b"/>
                <a:pathLst>
                  <a:path w="78065" h="217177" extrusionOk="0">
                    <a:moveTo>
                      <a:pt x="74962" y="34107"/>
                    </a:moveTo>
                    <a:cubicBezTo>
                      <a:pt x="76772" y="26010"/>
                      <a:pt x="78391" y="17533"/>
                      <a:pt x="78010" y="9342"/>
                    </a:cubicBezTo>
                    <a:cubicBezTo>
                      <a:pt x="70961" y="5913"/>
                      <a:pt x="63722" y="2769"/>
                      <a:pt x="56388" y="7"/>
                    </a:cubicBezTo>
                    <a:cubicBezTo>
                      <a:pt x="46292" y="-88"/>
                      <a:pt x="36290" y="769"/>
                      <a:pt x="25908" y="1817"/>
                    </a:cubicBezTo>
                    <a:cubicBezTo>
                      <a:pt x="20479" y="14009"/>
                      <a:pt x="19336" y="27249"/>
                      <a:pt x="23813" y="39822"/>
                    </a:cubicBezTo>
                    <a:cubicBezTo>
                      <a:pt x="26956" y="48775"/>
                      <a:pt x="23051" y="54681"/>
                      <a:pt x="21717" y="64206"/>
                    </a:cubicBezTo>
                    <a:cubicBezTo>
                      <a:pt x="19622" y="78588"/>
                      <a:pt x="17335" y="92876"/>
                      <a:pt x="14954" y="107163"/>
                    </a:cubicBezTo>
                    <a:cubicBezTo>
                      <a:pt x="12573" y="121641"/>
                      <a:pt x="10192" y="136119"/>
                      <a:pt x="7810" y="150693"/>
                    </a:cubicBezTo>
                    <a:cubicBezTo>
                      <a:pt x="5144" y="166885"/>
                      <a:pt x="2381" y="182887"/>
                      <a:pt x="0" y="198984"/>
                    </a:cubicBezTo>
                    <a:lnTo>
                      <a:pt x="6001" y="217177"/>
                    </a:lnTo>
                    <a:cubicBezTo>
                      <a:pt x="5048" y="196222"/>
                      <a:pt x="23431" y="173743"/>
                      <a:pt x="20765" y="152312"/>
                    </a:cubicBezTo>
                    <a:cubicBezTo>
                      <a:pt x="20098" y="147073"/>
                      <a:pt x="18288" y="141834"/>
                      <a:pt x="19145" y="136596"/>
                    </a:cubicBezTo>
                    <a:cubicBezTo>
                      <a:pt x="19907" y="132214"/>
                      <a:pt x="22384" y="128404"/>
                      <a:pt x="23908" y="124213"/>
                    </a:cubicBezTo>
                    <a:cubicBezTo>
                      <a:pt x="26575" y="116688"/>
                      <a:pt x="25622" y="108402"/>
                      <a:pt x="25908" y="100305"/>
                    </a:cubicBezTo>
                    <a:cubicBezTo>
                      <a:pt x="26384" y="86113"/>
                      <a:pt x="33719" y="55728"/>
                      <a:pt x="46673" y="47061"/>
                    </a:cubicBezTo>
                    <a:cubicBezTo>
                      <a:pt x="55054" y="41441"/>
                      <a:pt x="64675" y="42870"/>
                      <a:pt x="73438" y="40679"/>
                    </a:cubicBezTo>
                    <a:cubicBezTo>
                      <a:pt x="73914" y="38488"/>
                      <a:pt x="74486" y="36393"/>
                      <a:pt x="74962" y="342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6" name="Google Shape;1386;p42"/>
              <p:cNvSpPr/>
              <p:nvPr/>
            </p:nvSpPr>
            <p:spPr>
              <a:xfrm>
                <a:off x="5908658" y="3180925"/>
                <a:ext cx="202756" cy="422968"/>
              </a:xfrm>
              <a:custGeom>
                <a:avLst/>
                <a:gdLst/>
                <a:ahLst/>
                <a:cxnLst/>
                <a:rect l="l" t="t" r="r" b="b"/>
                <a:pathLst>
                  <a:path w="69437" h="144852" extrusionOk="0">
                    <a:moveTo>
                      <a:pt x="5239" y="122206"/>
                    </a:moveTo>
                    <a:cubicBezTo>
                      <a:pt x="3334" y="125540"/>
                      <a:pt x="1524" y="128873"/>
                      <a:pt x="0" y="132398"/>
                    </a:cubicBezTo>
                    <a:cubicBezTo>
                      <a:pt x="11144" y="131921"/>
                      <a:pt x="21146" y="138875"/>
                      <a:pt x="31814" y="142304"/>
                    </a:cubicBezTo>
                    <a:cubicBezTo>
                      <a:pt x="44005" y="146304"/>
                      <a:pt x="57722" y="145542"/>
                      <a:pt x="69437" y="140398"/>
                    </a:cubicBezTo>
                    <a:cubicBezTo>
                      <a:pt x="68008" y="133255"/>
                      <a:pt x="65818" y="126016"/>
                      <a:pt x="66008" y="118681"/>
                    </a:cubicBezTo>
                    <a:cubicBezTo>
                      <a:pt x="66104" y="115252"/>
                      <a:pt x="66199" y="111728"/>
                      <a:pt x="66294" y="108299"/>
                    </a:cubicBezTo>
                    <a:cubicBezTo>
                      <a:pt x="66961" y="87725"/>
                      <a:pt x="67532" y="67056"/>
                      <a:pt x="64484" y="46768"/>
                    </a:cubicBezTo>
                    <a:cubicBezTo>
                      <a:pt x="63913" y="43053"/>
                      <a:pt x="63246" y="39338"/>
                      <a:pt x="62484" y="35623"/>
                    </a:cubicBezTo>
                    <a:cubicBezTo>
                      <a:pt x="60484" y="24765"/>
                      <a:pt x="57245" y="12287"/>
                      <a:pt x="47816" y="7810"/>
                    </a:cubicBezTo>
                    <a:cubicBezTo>
                      <a:pt x="44863" y="6382"/>
                      <a:pt x="43720" y="6096"/>
                      <a:pt x="40481" y="5715"/>
                    </a:cubicBezTo>
                    <a:cubicBezTo>
                      <a:pt x="32099" y="4667"/>
                      <a:pt x="23908" y="2762"/>
                      <a:pt x="15907" y="0"/>
                    </a:cubicBezTo>
                    <a:cubicBezTo>
                      <a:pt x="14573" y="0"/>
                      <a:pt x="15811" y="95"/>
                      <a:pt x="14383" y="191"/>
                    </a:cubicBezTo>
                    <a:cubicBezTo>
                      <a:pt x="11811" y="8763"/>
                      <a:pt x="10001" y="17526"/>
                      <a:pt x="9049" y="26479"/>
                    </a:cubicBezTo>
                    <a:cubicBezTo>
                      <a:pt x="7906" y="36576"/>
                      <a:pt x="9525" y="46673"/>
                      <a:pt x="11621" y="56483"/>
                    </a:cubicBezTo>
                    <a:cubicBezTo>
                      <a:pt x="12668" y="61531"/>
                      <a:pt x="20098" y="80105"/>
                      <a:pt x="17050" y="84201"/>
                    </a:cubicBezTo>
                    <a:cubicBezTo>
                      <a:pt x="16478" y="84963"/>
                      <a:pt x="15621" y="85725"/>
                      <a:pt x="15526" y="86677"/>
                    </a:cubicBezTo>
                    <a:cubicBezTo>
                      <a:pt x="15430" y="88678"/>
                      <a:pt x="18193" y="89344"/>
                      <a:pt x="19526" y="90773"/>
                    </a:cubicBezTo>
                    <a:cubicBezTo>
                      <a:pt x="22003" y="93440"/>
                      <a:pt x="16383" y="103251"/>
                      <a:pt x="15050" y="105918"/>
                    </a:cubicBezTo>
                    <a:cubicBezTo>
                      <a:pt x="12097" y="111633"/>
                      <a:pt x="8573" y="116967"/>
                      <a:pt x="5429" y="122396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7" name="Google Shape;1387;p42"/>
              <p:cNvSpPr/>
              <p:nvPr/>
            </p:nvSpPr>
            <p:spPr>
              <a:xfrm>
                <a:off x="5883355" y="3210092"/>
                <a:ext cx="130352" cy="438923"/>
              </a:xfrm>
              <a:custGeom>
                <a:avLst/>
                <a:gdLst/>
                <a:ahLst/>
                <a:cxnLst/>
                <a:rect l="l" t="t" r="r" b="b"/>
                <a:pathLst>
                  <a:path w="44641" h="150316" extrusionOk="0">
                    <a:moveTo>
                      <a:pt x="44387" y="138598"/>
                    </a:moveTo>
                    <a:cubicBezTo>
                      <a:pt x="43910" y="136884"/>
                      <a:pt x="43244" y="134884"/>
                      <a:pt x="42101" y="133169"/>
                    </a:cubicBezTo>
                    <a:cubicBezTo>
                      <a:pt x="40386" y="130597"/>
                      <a:pt x="38672" y="128121"/>
                      <a:pt x="36767" y="125549"/>
                    </a:cubicBezTo>
                    <a:cubicBezTo>
                      <a:pt x="35433" y="123835"/>
                      <a:pt x="32671" y="120977"/>
                      <a:pt x="32576" y="118786"/>
                    </a:cubicBezTo>
                    <a:cubicBezTo>
                      <a:pt x="32576" y="118786"/>
                      <a:pt x="23717" y="91164"/>
                      <a:pt x="20003" y="81639"/>
                    </a:cubicBezTo>
                    <a:cubicBezTo>
                      <a:pt x="17717" y="75733"/>
                      <a:pt x="17812" y="69256"/>
                      <a:pt x="20193" y="63446"/>
                    </a:cubicBezTo>
                    <a:cubicBezTo>
                      <a:pt x="26384" y="48206"/>
                      <a:pt x="38195" y="18393"/>
                      <a:pt x="38386" y="10392"/>
                    </a:cubicBezTo>
                    <a:cubicBezTo>
                      <a:pt x="38672" y="-181"/>
                      <a:pt x="24289" y="-4086"/>
                      <a:pt x="19431" y="5344"/>
                    </a:cubicBezTo>
                    <a:cubicBezTo>
                      <a:pt x="19431" y="5534"/>
                      <a:pt x="19241" y="5629"/>
                      <a:pt x="19241" y="5820"/>
                    </a:cubicBezTo>
                    <a:cubicBezTo>
                      <a:pt x="13240" y="18488"/>
                      <a:pt x="8382" y="41634"/>
                      <a:pt x="4953" y="52016"/>
                    </a:cubicBezTo>
                    <a:cubicBezTo>
                      <a:pt x="2477" y="59731"/>
                      <a:pt x="286" y="65923"/>
                      <a:pt x="0" y="72971"/>
                    </a:cubicBezTo>
                    <a:cubicBezTo>
                      <a:pt x="0" y="74495"/>
                      <a:pt x="191" y="76019"/>
                      <a:pt x="667" y="77543"/>
                    </a:cubicBezTo>
                    <a:cubicBezTo>
                      <a:pt x="2477" y="83734"/>
                      <a:pt x="6953" y="95736"/>
                      <a:pt x="11716" y="102499"/>
                    </a:cubicBezTo>
                    <a:cubicBezTo>
                      <a:pt x="17621" y="110881"/>
                      <a:pt x="20669" y="122215"/>
                      <a:pt x="20669" y="122215"/>
                    </a:cubicBezTo>
                    <a:cubicBezTo>
                      <a:pt x="21717" y="125454"/>
                      <a:pt x="22098" y="128978"/>
                      <a:pt x="23813" y="132217"/>
                    </a:cubicBezTo>
                    <a:cubicBezTo>
                      <a:pt x="24765" y="134026"/>
                      <a:pt x="25813" y="136217"/>
                      <a:pt x="27146" y="137741"/>
                    </a:cubicBezTo>
                    <a:cubicBezTo>
                      <a:pt x="28099" y="138884"/>
                      <a:pt x="29528" y="139265"/>
                      <a:pt x="30290" y="140122"/>
                    </a:cubicBezTo>
                    <a:cubicBezTo>
                      <a:pt x="32290" y="142313"/>
                      <a:pt x="30290" y="144694"/>
                      <a:pt x="30099" y="147457"/>
                    </a:cubicBezTo>
                    <a:cubicBezTo>
                      <a:pt x="29813" y="150886"/>
                      <a:pt x="32290" y="151267"/>
                      <a:pt x="33623" y="148409"/>
                    </a:cubicBezTo>
                    <a:cubicBezTo>
                      <a:pt x="34195" y="147171"/>
                      <a:pt x="39910" y="148409"/>
                      <a:pt x="42005" y="146885"/>
                    </a:cubicBezTo>
                    <a:lnTo>
                      <a:pt x="42672" y="146123"/>
                    </a:lnTo>
                    <a:cubicBezTo>
                      <a:pt x="44387" y="144028"/>
                      <a:pt x="45053" y="141170"/>
                      <a:pt x="44387" y="138503"/>
                    </a:cubicBezTo>
                    <a:close/>
                  </a:path>
                </a:pathLst>
              </a:custGeom>
              <a:solidFill>
                <a:srgbClr val="6C463E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8" name="Google Shape;1388;p42"/>
              <p:cNvSpPr/>
              <p:nvPr/>
            </p:nvSpPr>
            <p:spPr>
              <a:xfrm>
                <a:off x="5876963" y="3206382"/>
                <a:ext cx="124515" cy="373372"/>
              </a:xfrm>
              <a:custGeom>
                <a:avLst/>
                <a:gdLst/>
                <a:ahLst/>
                <a:cxnLst/>
                <a:rect l="l" t="t" r="r" b="b"/>
                <a:pathLst>
                  <a:path w="42642" h="127867" extrusionOk="0">
                    <a:moveTo>
                      <a:pt x="20955" y="4424"/>
                    </a:moveTo>
                    <a:cubicBezTo>
                      <a:pt x="27623" y="-3292"/>
                      <a:pt x="41339" y="-720"/>
                      <a:pt x="42481" y="10615"/>
                    </a:cubicBezTo>
                    <a:cubicBezTo>
                      <a:pt x="43434" y="19854"/>
                      <a:pt x="40005" y="29570"/>
                      <a:pt x="36576" y="37952"/>
                    </a:cubicBezTo>
                    <a:cubicBezTo>
                      <a:pt x="32766" y="47381"/>
                      <a:pt x="28766" y="56811"/>
                      <a:pt x="24860" y="66336"/>
                    </a:cubicBezTo>
                    <a:cubicBezTo>
                      <a:pt x="24003" y="68432"/>
                      <a:pt x="23050" y="70623"/>
                      <a:pt x="22860" y="72908"/>
                    </a:cubicBezTo>
                    <a:cubicBezTo>
                      <a:pt x="22384" y="77004"/>
                      <a:pt x="24098" y="81005"/>
                      <a:pt x="25718" y="84815"/>
                    </a:cubicBezTo>
                    <a:cubicBezTo>
                      <a:pt x="26860" y="87482"/>
                      <a:pt x="40005" y="118057"/>
                      <a:pt x="40100" y="117962"/>
                    </a:cubicBezTo>
                    <a:cubicBezTo>
                      <a:pt x="33433" y="121010"/>
                      <a:pt x="26956" y="124248"/>
                      <a:pt x="20574" y="127868"/>
                    </a:cubicBezTo>
                    <a:cubicBezTo>
                      <a:pt x="18193" y="115390"/>
                      <a:pt x="12001" y="107294"/>
                      <a:pt x="6763" y="96054"/>
                    </a:cubicBezTo>
                    <a:cubicBezTo>
                      <a:pt x="3905" y="89958"/>
                      <a:pt x="191" y="82624"/>
                      <a:pt x="0" y="75766"/>
                    </a:cubicBezTo>
                    <a:cubicBezTo>
                      <a:pt x="0" y="73194"/>
                      <a:pt x="476" y="70718"/>
                      <a:pt x="952" y="68241"/>
                    </a:cubicBezTo>
                    <a:cubicBezTo>
                      <a:pt x="4763" y="50239"/>
                      <a:pt x="9620" y="32427"/>
                      <a:pt x="15621" y="14996"/>
                    </a:cubicBezTo>
                    <a:cubicBezTo>
                      <a:pt x="16764" y="11758"/>
                      <a:pt x="17907" y="8519"/>
                      <a:pt x="19812" y="5662"/>
                    </a:cubicBezTo>
                    <a:cubicBezTo>
                      <a:pt x="20098" y="5186"/>
                      <a:pt x="20383" y="4805"/>
                      <a:pt x="20765" y="4424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9" name="Google Shape;1389;p42"/>
              <p:cNvSpPr/>
              <p:nvPr/>
            </p:nvSpPr>
            <p:spPr>
              <a:xfrm>
                <a:off x="6004302" y="3208729"/>
                <a:ext cx="89621" cy="192463"/>
              </a:xfrm>
              <a:custGeom>
                <a:avLst/>
                <a:gdLst/>
                <a:ahLst/>
                <a:cxnLst/>
                <a:rect l="l" t="t" r="r" b="b"/>
                <a:pathLst>
                  <a:path w="30692" h="65912" extrusionOk="0">
                    <a:moveTo>
                      <a:pt x="5239" y="2000"/>
                    </a:moveTo>
                    <a:cubicBezTo>
                      <a:pt x="5429" y="2477"/>
                      <a:pt x="5048" y="3048"/>
                      <a:pt x="4953" y="3524"/>
                    </a:cubicBezTo>
                    <a:cubicBezTo>
                      <a:pt x="4381" y="5429"/>
                      <a:pt x="6096" y="7239"/>
                      <a:pt x="7525" y="8573"/>
                    </a:cubicBezTo>
                    <a:cubicBezTo>
                      <a:pt x="23431" y="22765"/>
                      <a:pt x="32194" y="44672"/>
                      <a:pt x="30480" y="65913"/>
                    </a:cubicBezTo>
                    <a:cubicBezTo>
                      <a:pt x="31528" y="54578"/>
                      <a:pt x="27432" y="43434"/>
                      <a:pt x="23050" y="32956"/>
                    </a:cubicBezTo>
                    <a:cubicBezTo>
                      <a:pt x="20288" y="26479"/>
                      <a:pt x="17335" y="19812"/>
                      <a:pt x="12097" y="15050"/>
                    </a:cubicBezTo>
                    <a:cubicBezTo>
                      <a:pt x="9144" y="12383"/>
                      <a:pt x="5620" y="10477"/>
                      <a:pt x="2191" y="8573"/>
                    </a:cubicBezTo>
                    <a:cubicBezTo>
                      <a:pt x="1714" y="8287"/>
                      <a:pt x="1143" y="8001"/>
                      <a:pt x="952" y="7525"/>
                    </a:cubicBezTo>
                    <a:cubicBezTo>
                      <a:pt x="-381" y="4477"/>
                      <a:pt x="6572" y="2572"/>
                      <a:pt x="0" y="0"/>
                    </a:cubicBezTo>
                    <a:cubicBezTo>
                      <a:pt x="952" y="191"/>
                      <a:pt x="4858" y="952"/>
                      <a:pt x="5239" y="2191"/>
                    </a:cubicBezTo>
                    <a:close/>
                  </a:path>
                </a:pathLst>
              </a:custGeom>
              <a:solidFill>
                <a:srgbClr val="2A2829">
                  <a:alpha val="200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0" name="Google Shape;1390;p42"/>
              <p:cNvSpPr/>
              <p:nvPr/>
            </p:nvSpPr>
            <p:spPr>
              <a:xfrm>
                <a:off x="5996146" y="3184413"/>
                <a:ext cx="99940" cy="152818"/>
              </a:xfrm>
              <a:custGeom>
                <a:avLst/>
                <a:gdLst/>
                <a:ahLst/>
                <a:cxnLst/>
                <a:rect l="l" t="t" r="r" b="b"/>
                <a:pathLst>
                  <a:path w="34226" h="52335" extrusionOk="0">
                    <a:moveTo>
                      <a:pt x="2889" y="3187"/>
                    </a:moveTo>
                    <a:cubicBezTo>
                      <a:pt x="17844" y="6521"/>
                      <a:pt x="30798" y="37286"/>
                      <a:pt x="34227" y="52336"/>
                    </a:cubicBezTo>
                    <a:cubicBezTo>
                      <a:pt x="34227" y="52336"/>
                      <a:pt x="32798" y="13664"/>
                      <a:pt x="12414" y="4425"/>
                    </a:cubicBezTo>
                    <a:cubicBezTo>
                      <a:pt x="-7969" y="-4814"/>
                      <a:pt x="2889" y="3282"/>
                      <a:pt x="2889" y="3282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1" name="Google Shape;1391;p42"/>
              <p:cNvSpPr/>
              <p:nvPr/>
            </p:nvSpPr>
            <p:spPr>
              <a:xfrm>
                <a:off x="6029324" y="3195214"/>
                <a:ext cx="20025" cy="18247"/>
              </a:xfrm>
              <a:custGeom>
                <a:avLst/>
                <a:gdLst/>
                <a:ahLst/>
                <a:cxnLst/>
                <a:rect l="l" t="t" r="r" b="b"/>
                <a:pathLst>
                  <a:path w="6858" h="6249" extrusionOk="0">
                    <a:moveTo>
                      <a:pt x="1429" y="249"/>
                    </a:moveTo>
                    <a:lnTo>
                      <a:pt x="0" y="4249"/>
                    </a:lnTo>
                    <a:lnTo>
                      <a:pt x="6858" y="6249"/>
                    </a:lnTo>
                    <a:cubicBezTo>
                      <a:pt x="6858" y="6249"/>
                      <a:pt x="2667" y="-1466"/>
                      <a:pt x="1429" y="249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2" name="Google Shape;1392;p42"/>
              <p:cNvSpPr/>
              <p:nvPr/>
            </p:nvSpPr>
            <p:spPr>
              <a:xfrm>
                <a:off x="6040168" y="3208451"/>
                <a:ext cx="55903" cy="128772"/>
              </a:xfrm>
              <a:custGeom>
                <a:avLst/>
                <a:gdLst/>
                <a:ahLst/>
                <a:cxnLst/>
                <a:rect l="l" t="t" r="r" b="b"/>
                <a:pathLst>
                  <a:path w="19145" h="44100" extrusionOk="0">
                    <a:moveTo>
                      <a:pt x="953" y="0"/>
                    </a:moveTo>
                    <a:lnTo>
                      <a:pt x="0" y="857"/>
                    </a:lnTo>
                    <a:cubicBezTo>
                      <a:pt x="0" y="857"/>
                      <a:pt x="5048" y="7906"/>
                      <a:pt x="8858" y="17240"/>
                    </a:cubicBezTo>
                    <a:cubicBezTo>
                      <a:pt x="13811" y="26670"/>
                      <a:pt x="17526" y="37052"/>
                      <a:pt x="19145" y="44101"/>
                    </a:cubicBezTo>
                    <a:cubicBezTo>
                      <a:pt x="19145" y="44101"/>
                      <a:pt x="18574" y="30861"/>
                      <a:pt x="14002" y="18098"/>
                    </a:cubicBezTo>
                    <a:lnTo>
                      <a:pt x="3143" y="1810"/>
                    </a:lnTo>
                    <a:lnTo>
                      <a:pt x="95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93" name="Google Shape;1393;p42"/>
              <p:cNvSpPr/>
              <p:nvPr/>
            </p:nvSpPr>
            <p:spPr>
              <a:xfrm>
                <a:off x="5931693" y="2975604"/>
                <a:ext cx="178094" cy="174108"/>
              </a:xfrm>
              <a:custGeom>
                <a:avLst/>
                <a:gdLst/>
                <a:ahLst/>
                <a:cxnLst/>
                <a:rect l="l" t="t" r="r" b="b"/>
                <a:pathLst>
                  <a:path w="60991" h="59626" extrusionOk="0">
                    <a:moveTo>
                      <a:pt x="14795" y="59627"/>
                    </a:moveTo>
                    <a:cubicBezTo>
                      <a:pt x="15176" y="54673"/>
                      <a:pt x="12128" y="50102"/>
                      <a:pt x="9461" y="45910"/>
                    </a:cubicBezTo>
                    <a:cubicBezTo>
                      <a:pt x="6413" y="41053"/>
                      <a:pt x="3746" y="35909"/>
                      <a:pt x="1555" y="30670"/>
                    </a:cubicBezTo>
                    <a:cubicBezTo>
                      <a:pt x="507" y="28289"/>
                      <a:pt x="-445" y="25622"/>
                      <a:pt x="222" y="23146"/>
                    </a:cubicBezTo>
                    <a:cubicBezTo>
                      <a:pt x="984" y="20383"/>
                      <a:pt x="3460" y="18764"/>
                      <a:pt x="6127" y="18383"/>
                    </a:cubicBezTo>
                    <a:cubicBezTo>
                      <a:pt x="5079" y="13907"/>
                      <a:pt x="7270" y="7906"/>
                      <a:pt x="11175" y="5429"/>
                    </a:cubicBezTo>
                    <a:cubicBezTo>
                      <a:pt x="14223" y="3524"/>
                      <a:pt x="17843" y="2953"/>
                      <a:pt x="21462" y="2381"/>
                    </a:cubicBezTo>
                    <a:lnTo>
                      <a:pt x="37560" y="0"/>
                    </a:lnTo>
                    <a:cubicBezTo>
                      <a:pt x="36226" y="1905"/>
                      <a:pt x="34035" y="3239"/>
                      <a:pt x="31749" y="3524"/>
                    </a:cubicBezTo>
                    <a:cubicBezTo>
                      <a:pt x="37083" y="3334"/>
                      <a:pt x="42608" y="3239"/>
                      <a:pt x="47656" y="5143"/>
                    </a:cubicBezTo>
                    <a:cubicBezTo>
                      <a:pt x="50799" y="6382"/>
                      <a:pt x="53847" y="8382"/>
                      <a:pt x="57086" y="7620"/>
                    </a:cubicBezTo>
                    <a:cubicBezTo>
                      <a:pt x="55562" y="9049"/>
                      <a:pt x="53371" y="9811"/>
                      <a:pt x="51276" y="9430"/>
                    </a:cubicBezTo>
                    <a:cubicBezTo>
                      <a:pt x="54038" y="11430"/>
                      <a:pt x="57943" y="11716"/>
                      <a:pt x="60991" y="10096"/>
                    </a:cubicBezTo>
                    <a:cubicBezTo>
                      <a:pt x="56514" y="20383"/>
                      <a:pt x="43084" y="25432"/>
                      <a:pt x="32416" y="22765"/>
                    </a:cubicBezTo>
                    <a:cubicBezTo>
                      <a:pt x="33845" y="24384"/>
                      <a:pt x="33940" y="27051"/>
                      <a:pt x="32892" y="28956"/>
                    </a:cubicBezTo>
                    <a:cubicBezTo>
                      <a:pt x="31749" y="30861"/>
                      <a:pt x="29559" y="32004"/>
                      <a:pt x="27368" y="32195"/>
                    </a:cubicBezTo>
                    <a:cubicBezTo>
                      <a:pt x="26701" y="32195"/>
                      <a:pt x="26034" y="32195"/>
                      <a:pt x="25653" y="32766"/>
                    </a:cubicBezTo>
                    <a:cubicBezTo>
                      <a:pt x="25368" y="33242"/>
                      <a:pt x="25653" y="33909"/>
                      <a:pt x="25844" y="34481"/>
                    </a:cubicBezTo>
                    <a:cubicBezTo>
                      <a:pt x="27368" y="38100"/>
                      <a:pt x="28035" y="42196"/>
                      <a:pt x="27368" y="46101"/>
                    </a:cubicBezTo>
                    <a:cubicBezTo>
                      <a:pt x="26225" y="42767"/>
                      <a:pt x="22986" y="35147"/>
                      <a:pt x="17843" y="37338"/>
                    </a:cubicBezTo>
                    <a:cubicBezTo>
                      <a:pt x="12509" y="39624"/>
                      <a:pt x="17176" y="46958"/>
                      <a:pt x="21177" y="47816"/>
                    </a:cubicBezTo>
                    <a:cubicBezTo>
                      <a:pt x="20891" y="47816"/>
                      <a:pt x="17462" y="51435"/>
                      <a:pt x="17176" y="52102"/>
                    </a:cubicBezTo>
                    <a:cubicBezTo>
                      <a:pt x="15938" y="54578"/>
                      <a:pt x="17652" y="57055"/>
                      <a:pt x="14795" y="595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Social and Behavioral Sciences in Public Health - Doctor of Philosophy (Ph.D.) in Public Health Sciences by Slidesgo">
  <a:themeElements>
    <a:clrScheme name="Simple Light">
      <a:dk1>
        <a:srgbClr val="2A2829"/>
      </a:dk1>
      <a:lt1>
        <a:srgbClr val="E8E8E8"/>
      </a:lt1>
      <a:dk2>
        <a:srgbClr val="C9C9CE"/>
      </a:dk2>
      <a:lt2>
        <a:srgbClr val="8994AF"/>
      </a:lt2>
      <a:accent1>
        <a:srgbClr val="39507C"/>
      </a:accent1>
      <a:accent2>
        <a:srgbClr val="436C7D"/>
      </a:accent2>
      <a:accent3>
        <a:srgbClr val="666462"/>
      </a:accent3>
      <a:accent4>
        <a:srgbClr val="A28578"/>
      </a:accent4>
      <a:accent5>
        <a:srgbClr val="A85F38"/>
      </a:accent5>
      <a:accent6>
        <a:srgbClr val="61202A"/>
      </a:accent6>
      <a:hlink>
        <a:srgbClr val="191919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1240</Words>
  <Application>Microsoft Office PowerPoint</Application>
  <PresentationFormat>Экран (16:9)</PresentationFormat>
  <Paragraphs>165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7" baseType="lpstr">
      <vt:lpstr>Jost</vt:lpstr>
      <vt:lpstr>Anaheim</vt:lpstr>
      <vt:lpstr>Calibri</vt:lpstr>
      <vt:lpstr>DM Sans Light</vt:lpstr>
      <vt:lpstr>DM Sans</vt:lpstr>
      <vt:lpstr>Arial</vt:lpstr>
      <vt:lpstr>Nunito Light</vt:lpstr>
      <vt:lpstr>Social and Behavioral Sciences in Public Health - Doctor of Philosophy (Ph.D.) in Public Health Sciences by Slidesgo</vt:lpstr>
      <vt:lpstr>Social and Behavioral Sciences in Public Health - Doctor of Philosophy (Ph.D.) in Public Health Sciences</vt:lpstr>
      <vt:lpstr>Contents of this template</vt:lpstr>
      <vt:lpstr>01</vt:lpstr>
      <vt:lpstr>Introduction</vt:lpstr>
      <vt:lpstr>Overview</vt:lpstr>
      <vt:lpstr>Social studies overview</vt:lpstr>
      <vt:lpstr>Academic landscape</vt:lpstr>
      <vt:lpstr>Our amazing and diverse world is shaped by social studies</vt:lpstr>
      <vt:lpstr>123,000</vt:lpstr>
      <vt:lpstr>The best places to study social studies</vt:lpstr>
      <vt:lpstr>Academic performance analysis</vt:lpstr>
      <vt:lpstr>Approach to social studies</vt:lpstr>
      <vt:lpstr>Key elements of social studies</vt:lpstr>
      <vt:lpstr>Core foundations</vt:lpstr>
      <vt:lpstr>Rubric</vt:lpstr>
      <vt:lpstr>Assignment brief</vt:lpstr>
      <vt:lpstr>Case study</vt:lpstr>
      <vt:lpstr>Conclusions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Social and Behavioral Sciences in Public Health - Doctor of Philosophy (Ph.D.) in Public Health Sciences</dc:title>
  <cp:lastModifiedBy>я</cp:lastModifiedBy>
  <cp:revision>1</cp:revision>
  <dcterms:modified xsi:type="dcterms:W3CDTF">2026-02-19T08:23:21Z</dcterms:modified>
</cp:coreProperties>
</file>
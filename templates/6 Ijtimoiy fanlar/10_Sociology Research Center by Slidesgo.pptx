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</p:sldIdLst>
  <p:sldSz cx="9144000" cy="5143500" type="screen16x9"/>
  <p:notesSz cx="6858000" cy="9144000"/>
  <p:embeddedFontLst>
    <p:embeddedFont>
      <p:font typeface="Actor" panose="020B0604020202020204" charset="-52"/>
      <p:regular r:id="rId26"/>
    </p:embeddedFont>
    <p:embeddedFont>
      <p:font typeface="Lato" panose="020B0604020202020204" charset="0"/>
      <p:regular r:id="rId27"/>
      <p:bold r:id="rId28"/>
      <p:italic r:id="rId29"/>
      <p:boldItalic r:id="rId30"/>
    </p:embeddedFont>
    <p:embeddedFont>
      <p:font typeface="Poppins SemiBold" panose="020B0604020202020204" charset="0"/>
      <p:regular r:id="rId31"/>
      <p:bold r:id="rId32"/>
      <p:italic r:id="rId33"/>
      <p:boldItalic r:id="rId34"/>
    </p:embeddedFont>
    <p:embeddedFont>
      <p:font typeface="Be Vietnam Pro" panose="020B0604020202020204" charset="0"/>
      <p:regular r:id="rId35"/>
      <p:bold r:id="rId36"/>
      <p:italic r:id="rId37"/>
      <p:boldItalic r:id="rId38"/>
    </p:embeddedFont>
    <p:embeddedFont>
      <p:font typeface="DM Sans Medium" panose="020B0604020202020204" charset="0"/>
      <p:regular r:id="rId39"/>
      <p:bold r:id="rId40"/>
      <p:italic r:id="rId41"/>
      <p:boldItalic r:id="rId42"/>
    </p:embeddedFont>
    <p:embeddedFont>
      <p:font typeface="Bebas Neue" panose="020B0604020202020204" charset="0"/>
      <p:regular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44210D-A4A0-4168-A485-7CCF8A3FE677}">
  <a:tblStyle styleId="{C644210D-A4A0-4168-A485-7CCF8A3FE6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2e478d988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2e478d988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ec9722e16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ec9722e16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ec9722e163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ec9722e163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336c2bb6c6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1336c2bb6c6_1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dd567e74d4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dd567e74d4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ec9722e163_0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ec9722e163_0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1dd567e74d4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1dd567e74d4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ec9722e163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ec9722e163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ec9722e163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ec9722e163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1dd567e74d4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1dd567e74d4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ec9722e163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ec9722e163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1dd567e74d4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1dd567e74d4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1336c2bb6c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1336c2bb6c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" name="Google Shape;10;p2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10800000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867150" y="1267800"/>
            <a:ext cx="7409700" cy="19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581200" y="3405900"/>
            <a:ext cx="3981600" cy="469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>
            <a:off x="-597791" y="3721801"/>
            <a:ext cx="2008578" cy="1917837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-1799871">
            <a:off x="7311137" y="-942070"/>
            <a:ext cx="1870200" cy="1785780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-5400000">
            <a:off x="8618096" y="1088730"/>
            <a:ext cx="616225" cy="435565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 rot="5400000">
            <a:off x="-90329" y="2592893"/>
            <a:ext cx="616226" cy="435565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 rot="1800098">
            <a:off x="-150772" y="-423014"/>
            <a:ext cx="2031720" cy="2925658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19;p2"/>
          <p:cNvGrpSpPr/>
          <p:nvPr/>
        </p:nvGrpSpPr>
        <p:grpSpPr>
          <a:xfrm>
            <a:off x="0" y="539488"/>
            <a:ext cx="9144000" cy="4288775"/>
            <a:chOff x="0" y="539988"/>
            <a:chExt cx="9144000" cy="4288775"/>
          </a:xfrm>
        </p:grpSpPr>
        <p:grpSp>
          <p:nvGrpSpPr>
            <p:cNvPr id="20" name="Google Shape;20;p2"/>
            <p:cNvGrpSpPr/>
            <p:nvPr/>
          </p:nvGrpSpPr>
          <p:grpSpPr>
            <a:xfrm flipH="1">
              <a:off x="0" y="539988"/>
              <a:ext cx="1770000" cy="220200"/>
              <a:chOff x="7373938" y="512225"/>
              <a:chExt cx="1770000" cy="220200"/>
            </a:xfrm>
          </p:grpSpPr>
          <p:cxnSp>
            <p:nvCxnSpPr>
              <p:cNvPr id="21" name="Google Shape;21;p2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" name="Google Shape;23;p2"/>
            <p:cNvGrpSpPr/>
            <p:nvPr/>
          </p:nvGrpSpPr>
          <p:grpSpPr>
            <a:xfrm>
              <a:off x="7374000" y="4608563"/>
              <a:ext cx="1770000" cy="220200"/>
              <a:chOff x="7373938" y="512225"/>
              <a:chExt cx="1770000" cy="220200"/>
            </a:xfrm>
          </p:grpSpPr>
          <p:cxnSp>
            <p:nvCxnSpPr>
              <p:cNvPr id="24" name="Google Shape;24;p2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6" name="Google Shape;26;p2"/>
          <p:cNvSpPr/>
          <p:nvPr/>
        </p:nvSpPr>
        <p:spPr>
          <a:xfrm>
            <a:off x="7387787" y="3621301"/>
            <a:ext cx="2525363" cy="1741511"/>
          </a:xfrm>
          <a:custGeom>
            <a:avLst/>
            <a:gdLst/>
            <a:ahLst/>
            <a:cxnLst/>
            <a:rect l="l" t="t" r="r" b="b"/>
            <a:pathLst>
              <a:path w="80368" h="55418" extrusionOk="0">
                <a:moveTo>
                  <a:pt x="46371" y="0"/>
                </a:moveTo>
                <a:cubicBezTo>
                  <a:pt x="19962" y="0"/>
                  <a:pt x="0" y="28246"/>
                  <a:pt x="11472" y="55418"/>
                </a:cubicBezTo>
                <a:lnTo>
                  <a:pt x="22592" y="50059"/>
                </a:lnTo>
                <a:cubicBezTo>
                  <a:pt x="20704" y="46735"/>
                  <a:pt x="19449" y="43018"/>
                  <a:pt x="18973" y="39136"/>
                </a:cubicBezTo>
                <a:cubicBezTo>
                  <a:pt x="17971" y="31216"/>
                  <a:pt x="20327" y="22895"/>
                  <a:pt x="25325" y="16576"/>
                </a:cubicBezTo>
                <a:cubicBezTo>
                  <a:pt x="31305" y="8805"/>
                  <a:pt x="41012" y="4407"/>
                  <a:pt x="50771" y="4407"/>
                </a:cubicBezTo>
                <a:cubicBezTo>
                  <a:pt x="53802" y="4407"/>
                  <a:pt x="56838" y="4831"/>
                  <a:pt x="59768" y="5710"/>
                </a:cubicBezTo>
                <a:cubicBezTo>
                  <a:pt x="68426" y="8156"/>
                  <a:pt x="75993" y="14229"/>
                  <a:pt x="80367" y="22214"/>
                </a:cubicBezTo>
                <a:cubicBezTo>
                  <a:pt x="76789" y="13506"/>
                  <a:pt x="69575" y="6375"/>
                  <a:pt x="60786" y="2788"/>
                </a:cubicBezTo>
                <a:cubicBezTo>
                  <a:pt x="55872" y="876"/>
                  <a:pt x="51021" y="0"/>
                  <a:pt x="463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263883" y="4707930"/>
            <a:ext cx="616225" cy="435565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1" name="Google Shape;51;p4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subTitle" idx="1"/>
          </p:nvPr>
        </p:nvSpPr>
        <p:spPr>
          <a:xfrm>
            <a:off x="720000" y="1187550"/>
            <a:ext cx="57342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-289" y="427363"/>
            <a:ext cx="9144217" cy="4288775"/>
            <a:chOff x="-289" y="427363"/>
            <a:chExt cx="9144217" cy="4288775"/>
          </a:xfrm>
        </p:grpSpPr>
        <p:grpSp>
          <p:nvGrpSpPr>
            <p:cNvPr id="56" name="Google Shape;56;p4"/>
            <p:cNvGrpSpPr/>
            <p:nvPr/>
          </p:nvGrpSpPr>
          <p:grpSpPr>
            <a:xfrm>
              <a:off x="8423892" y="427363"/>
              <a:ext cx="720036" cy="220200"/>
              <a:chOff x="7373938" y="512225"/>
              <a:chExt cx="1770000" cy="220200"/>
            </a:xfrm>
          </p:grpSpPr>
          <p:cxnSp>
            <p:nvCxnSpPr>
              <p:cNvPr id="57" name="Google Shape;57;p4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9" name="Google Shape;59;p4"/>
            <p:cNvGrpSpPr/>
            <p:nvPr/>
          </p:nvGrpSpPr>
          <p:grpSpPr>
            <a:xfrm flipH="1">
              <a:off x="-289" y="4495938"/>
              <a:ext cx="720036" cy="220200"/>
              <a:chOff x="7373938" y="512225"/>
              <a:chExt cx="1770000" cy="220200"/>
            </a:xfrm>
          </p:grpSpPr>
          <p:cxnSp>
            <p:nvCxnSpPr>
              <p:cNvPr id="60" name="Google Shape;60;p4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4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2" name="Google Shape;62;p4"/>
          <p:cNvSpPr/>
          <p:nvPr/>
        </p:nvSpPr>
        <p:spPr>
          <a:xfrm rot="-9000129">
            <a:off x="-987570" y="3479251"/>
            <a:ext cx="1870200" cy="1785780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 rot="8100000">
            <a:off x="8152383" y="-53999"/>
            <a:ext cx="1486735" cy="2140913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5801325" y="4679835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 rot="-1799871">
            <a:off x="1980471" y="-1324175"/>
            <a:ext cx="1870200" cy="1785780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 rot="-5400000">
            <a:off x="8807794" y="243251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 rot="10800000">
            <a:off x="5198958" y="-6362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 rot="5400000">
            <a:off x="-57731" y="267143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5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71" name="Google Shape;71;p5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5"/>
          <p:cNvSpPr/>
          <p:nvPr/>
        </p:nvSpPr>
        <p:spPr>
          <a:xfrm>
            <a:off x="-631545" y="3942728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 rot="-7200138">
            <a:off x="8088246" y="627825"/>
            <a:ext cx="2055025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 rot="8099783">
            <a:off x="-314310" y="-1132394"/>
            <a:ext cx="2055072" cy="1578450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 rot="-1800138">
            <a:off x="6832048" y="4393791"/>
            <a:ext cx="2055025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79" name="Google Shape;79;p5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0" name="Google Shape;80;p5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1" name="Google Shape;81;p5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82" name="Google Shape;82;p5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4" name="Google Shape;84;p5"/>
          <p:cNvSpPr/>
          <p:nvPr/>
        </p:nvSpPr>
        <p:spPr>
          <a:xfrm rot="-5400000">
            <a:off x="8807794" y="282883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 rot="5400000">
            <a:off x="-55492" y="1414513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915769" y="486503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1"/>
          </p:nvPr>
        </p:nvSpPr>
        <p:spPr>
          <a:xfrm>
            <a:off x="4800641" y="2861538"/>
            <a:ext cx="25896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2"/>
          </p:nvPr>
        </p:nvSpPr>
        <p:spPr>
          <a:xfrm>
            <a:off x="1771382" y="2861538"/>
            <a:ext cx="25896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3"/>
          </p:nvPr>
        </p:nvSpPr>
        <p:spPr>
          <a:xfrm>
            <a:off x="4800642" y="2584038"/>
            <a:ext cx="2589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subTitle" idx="4"/>
          </p:nvPr>
        </p:nvSpPr>
        <p:spPr>
          <a:xfrm>
            <a:off x="1771373" y="2584038"/>
            <a:ext cx="2589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6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94" name="Google Shape;94;p6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6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6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6"/>
          <p:cNvSpPr/>
          <p:nvPr/>
        </p:nvSpPr>
        <p:spPr>
          <a:xfrm rot="-1800138">
            <a:off x="-410452" y="3169919"/>
            <a:ext cx="1486795" cy="2140895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 rot="8100000">
            <a:off x="8089208" y="-415061"/>
            <a:ext cx="1486735" cy="2140913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7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101" name="Google Shape;101;p7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7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444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subTitle" idx="1"/>
          </p:nvPr>
        </p:nvSpPr>
        <p:spPr>
          <a:xfrm>
            <a:off x="720000" y="1705988"/>
            <a:ext cx="4442700" cy="22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La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Lato Light"/>
              <a:buChar char="○"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Lato Light"/>
              <a:buChar char="■"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Lato Light"/>
              <a:buChar char="●"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Lato Light"/>
              <a:buChar char="○"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Lato Light"/>
              <a:buChar char="■"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Lato Light"/>
              <a:buChar char="●"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Lato Light"/>
              <a:buChar char="○"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La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105" name="Google Shape;105;p7"/>
          <p:cNvSpPr>
            <a:spLocks noGrp="1"/>
          </p:cNvSpPr>
          <p:nvPr>
            <p:ph type="pic" idx="2"/>
          </p:nvPr>
        </p:nvSpPr>
        <p:spPr>
          <a:xfrm flipH="1">
            <a:off x="5637300" y="67950"/>
            <a:ext cx="3406800" cy="50076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7"/>
          <p:cNvSpPr/>
          <p:nvPr/>
        </p:nvSpPr>
        <p:spPr>
          <a:xfrm rot="-5400000">
            <a:off x="5144683" y="2622355"/>
            <a:ext cx="616226" cy="435565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 rot="5400000">
            <a:off x="4865692" y="3622887"/>
            <a:ext cx="1870246" cy="1785765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/>
          <p:nvPr/>
        </p:nvSpPr>
        <p:spPr>
          <a:xfrm rot="3624650">
            <a:off x="-1220236" y="1782504"/>
            <a:ext cx="2055012" cy="157849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/>
          <p:nvPr/>
        </p:nvSpPr>
        <p:spPr>
          <a:xfrm rot="10800000">
            <a:off x="1444758" y="-121745"/>
            <a:ext cx="616226" cy="435565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7"/>
          <p:cNvGrpSpPr/>
          <p:nvPr/>
        </p:nvGrpSpPr>
        <p:grpSpPr>
          <a:xfrm>
            <a:off x="-289" y="427363"/>
            <a:ext cx="9144217" cy="4288775"/>
            <a:chOff x="-289" y="427363"/>
            <a:chExt cx="9144217" cy="4288775"/>
          </a:xfrm>
        </p:grpSpPr>
        <p:grpSp>
          <p:nvGrpSpPr>
            <p:cNvPr id="111" name="Google Shape;111;p7"/>
            <p:cNvGrpSpPr/>
            <p:nvPr/>
          </p:nvGrpSpPr>
          <p:grpSpPr>
            <a:xfrm flipH="1">
              <a:off x="-289" y="427363"/>
              <a:ext cx="720036" cy="220200"/>
              <a:chOff x="7373938" y="512225"/>
              <a:chExt cx="1770000" cy="220200"/>
            </a:xfrm>
          </p:grpSpPr>
          <p:cxnSp>
            <p:nvCxnSpPr>
              <p:cNvPr id="112" name="Google Shape;112;p7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" name="Google Shape;113;p7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7"/>
            <p:cNvGrpSpPr/>
            <p:nvPr/>
          </p:nvGrpSpPr>
          <p:grpSpPr>
            <a:xfrm>
              <a:off x="842389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115" name="Google Shape;115;p7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7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9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138" name="Google Shape;138;p9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9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" name="Google Shape;140;p9"/>
          <p:cNvSpPr txBox="1">
            <a:spLocks noGrp="1"/>
          </p:cNvSpPr>
          <p:nvPr>
            <p:ph type="title"/>
          </p:nvPr>
        </p:nvSpPr>
        <p:spPr>
          <a:xfrm>
            <a:off x="789425" y="1235025"/>
            <a:ext cx="38520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9"/>
          <p:cNvSpPr txBox="1">
            <a:spLocks noGrp="1"/>
          </p:cNvSpPr>
          <p:nvPr>
            <p:ph type="subTitle" idx="1"/>
          </p:nvPr>
        </p:nvSpPr>
        <p:spPr>
          <a:xfrm>
            <a:off x="789425" y="2102625"/>
            <a:ext cx="3852000" cy="17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5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-1221620" y="3641116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/>
          <p:nvPr/>
        </p:nvSpPr>
        <p:spPr>
          <a:xfrm rot="10799693">
            <a:off x="-1317363" y="-405701"/>
            <a:ext cx="2246487" cy="1549072"/>
          </a:xfrm>
          <a:custGeom>
            <a:avLst/>
            <a:gdLst/>
            <a:ahLst/>
            <a:cxnLst/>
            <a:rect l="l" t="t" r="r" b="b"/>
            <a:pathLst>
              <a:path w="80368" h="55418" extrusionOk="0">
                <a:moveTo>
                  <a:pt x="46371" y="0"/>
                </a:moveTo>
                <a:cubicBezTo>
                  <a:pt x="19962" y="0"/>
                  <a:pt x="0" y="28246"/>
                  <a:pt x="11472" y="55418"/>
                </a:cubicBezTo>
                <a:lnTo>
                  <a:pt x="22592" y="50059"/>
                </a:lnTo>
                <a:cubicBezTo>
                  <a:pt x="20704" y="46735"/>
                  <a:pt x="19449" y="43018"/>
                  <a:pt x="18973" y="39136"/>
                </a:cubicBezTo>
                <a:cubicBezTo>
                  <a:pt x="17971" y="31216"/>
                  <a:pt x="20327" y="22895"/>
                  <a:pt x="25325" y="16576"/>
                </a:cubicBezTo>
                <a:cubicBezTo>
                  <a:pt x="31305" y="8805"/>
                  <a:pt x="41012" y="4407"/>
                  <a:pt x="50771" y="4407"/>
                </a:cubicBezTo>
                <a:cubicBezTo>
                  <a:pt x="53802" y="4407"/>
                  <a:pt x="56838" y="4831"/>
                  <a:pt x="59768" y="5710"/>
                </a:cubicBezTo>
                <a:cubicBezTo>
                  <a:pt x="68426" y="8156"/>
                  <a:pt x="75993" y="14229"/>
                  <a:pt x="80367" y="22214"/>
                </a:cubicBezTo>
                <a:cubicBezTo>
                  <a:pt x="76789" y="13506"/>
                  <a:pt x="69575" y="6375"/>
                  <a:pt x="60786" y="2788"/>
                </a:cubicBezTo>
                <a:cubicBezTo>
                  <a:pt x="55872" y="876"/>
                  <a:pt x="51021" y="0"/>
                  <a:pt x="463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"/>
          <p:cNvSpPr/>
          <p:nvPr/>
        </p:nvSpPr>
        <p:spPr>
          <a:xfrm rot="5400000">
            <a:off x="-55392" y="1451413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2801994" y="485778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9"/>
          <p:cNvGrpSpPr/>
          <p:nvPr/>
        </p:nvGrpSpPr>
        <p:grpSpPr>
          <a:xfrm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147" name="Google Shape;147;p9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148" name="Google Shape;148;p9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9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0" name="Google Shape;150;p9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151" name="Google Shape;151;p9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" name="Google Shape;152;p9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3" name="Google Shape;153;p9"/>
          <p:cNvSpPr>
            <a:spLocks noGrp="1"/>
          </p:cNvSpPr>
          <p:nvPr>
            <p:ph type="pic" idx="2"/>
          </p:nvPr>
        </p:nvSpPr>
        <p:spPr>
          <a:xfrm flipH="1">
            <a:off x="5637300" y="67950"/>
            <a:ext cx="3406800" cy="50076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1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159" name="Google Shape;159;p11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1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" name="Google Shape;161;p11"/>
          <p:cNvSpPr txBox="1">
            <a:spLocks noGrp="1"/>
          </p:cNvSpPr>
          <p:nvPr>
            <p:ph type="title" hasCustomPrompt="1"/>
          </p:nvPr>
        </p:nvSpPr>
        <p:spPr>
          <a:xfrm>
            <a:off x="1162500" y="1457250"/>
            <a:ext cx="6819000" cy="17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15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2" name="Google Shape;162;p11"/>
          <p:cNvSpPr txBox="1">
            <a:spLocks noGrp="1"/>
          </p:cNvSpPr>
          <p:nvPr>
            <p:ph type="subTitle" idx="1"/>
          </p:nvPr>
        </p:nvSpPr>
        <p:spPr>
          <a:xfrm>
            <a:off x="2462250" y="3234150"/>
            <a:ext cx="4227900" cy="452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3770658" y="4707930"/>
            <a:ext cx="616225" cy="435565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"/>
          <p:cNvSpPr/>
          <p:nvPr/>
        </p:nvSpPr>
        <p:spPr>
          <a:xfrm rot="5400000">
            <a:off x="-90342" y="1352330"/>
            <a:ext cx="616225" cy="435565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 rot="10799676">
            <a:off x="7814544" y="22"/>
            <a:ext cx="616226" cy="435565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 rot="997184">
            <a:off x="-481613" y="3819350"/>
            <a:ext cx="2055002" cy="1578431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 rot="1406126">
            <a:off x="8365189" y="-74967"/>
            <a:ext cx="1870307" cy="1785810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"/>
          <p:cNvSpPr/>
          <p:nvPr/>
        </p:nvSpPr>
        <p:spPr>
          <a:xfrm rot="4499956">
            <a:off x="355801" y="-402743"/>
            <a:ext cx="1486768" cy="2140875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1"/>
          <p:cNvSpPr/>
          <p:nvPr/>
        </p:nvSpPr>
        <p:spPr>
          <a:xfrm rot="-3599862">
            <a:off x="7242288" y="3931787"/>
            <a:ext cx="2055025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"/>
          <p:cNvSpPr/>
          <p:nvPr/>
        </p:nvSpPr>
        <p:spPr>
          <a:xfrm rot="8999862">
            <a:off x="4360888" y="-877027"/>
            <a:ext cx="2055025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1"/>
          <p:cNvSpPr/>
          <p:nvPr/>
        </p:nvSpPr>
        <p:spPr>
          <a:xfrm rot="-1799871">
            <a:off x="3764241" y="4307893"/>
            <a:ext cx="2054933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" name="Google Shape;172;p11"/>
          <p:cNvGrpSpPr/>
          <p:nvPr/>
        </p:nvGrpSpPr>
        <p:grpSpPr>
          <a:xfrm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173" name="Google Shape;173;p11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174" name="Google Shape;174;p11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5" name="Google Shape;175;p11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76" name="Google Shape;176;p11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177" name="Google Shape;177;p11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" name="Google Shape;178;p11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3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182" name="Google Shape;182;p13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3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>
            <a:off x="1882237" y="2069288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2"/>
          </p:nvPr>
        </p:nvSpPr>
        <p:spPr>
          <a:xfrm>
            <a:off x="1882239" y="3878942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3"/>
          </p:nvPr>
        </p:nvSpPr>
        <p:spPr>
          <a:xfrm>
            <a:off x="5932462" y="3878913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4"/>
          </p:nvPr>
        </p:nvSpPr>
        <p:spPr>
          <a:xfrm>
            <a:off x="5932462" y="2069288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5" hasCustomPrompt="1"/>
          </p:nvPr>
        </p:nvSpPr>
        <p:spPr>
          <a:xfrm>
            <a:off x="901825" y="1420050"/>
            <a:ext cx="903900" cy="1221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700" b="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6" hasCustomPrompt="1"/>
          </p:nvPr>
        </p:nvSpPr>
        <p:spPr>
          <a:xfrm>
            <a:off x="4952071" y="3229851"/>
            <a:ext cx="904200" cy="1221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700" b="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7" hasCustomPrompt="1"/>
          </p:nvPr>
        </p:nvSpPr>
        <p:spPr>
          <a:xfrm>
            <a:off x="902000" y="3229851"/>
            <a:ext cx="903900" cy="1221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700" b="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13"/>
          <p:cNvSpPr txBox="1">
            <a:spLocks noGrp="1"/>
          </p:cNvSpPr>
          <p:nvPr>
            <p:ph type="title" idx="8" hasCustomPrompt="1"/>
          </p:nvPr>
        </p:nvSpPr>
        <p:spPr>
          <a:xfrm>
            <a:off x="4952074" y="1420050"/>
            <a:ext cx="904200" cy="1221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700" b="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9"/>
          </p:nvPr>
        </p:nvSpPr>
        <p:spPr>
          <a:xfrm>
            <a:off x="1882250" y="1420030"/>
            <a:ext cx="2309700" cy="8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3"/>
          </p:nvPr>
        </p:nvSpPr>
        <p:spPr>
          <a:xfrm>
            <a:off x="1882250" y="3229841"/>
            <a:ext cx="2309700" cy="8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14"/>
          </p:nvPr>
        </p:nvSpPr>
        <p:spPr>
          <a:xfrm>
            <a:off x="5932459" y="3229800"/>
            <a:ext cx="2309700" cy="8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subTitle" idx="15"/>
          </p:nvPr>
        </p:nvSpPr>
        <p:spPr>
          <a:xfrm>
            <a:off x="5932475" y="1420002"/>
            <a:ext cx="2309700" cy="8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97" name="Google Shape;197;p13"/>
          <p:cNvGrpSpPr/>
          <p:nvPr/>
        </p:nvGrpSpPr>
        <p:grpSpPr>
          <a:xfrm>
            <a:off x="-289" y="427363"/>
            <a:ext cx="9144217" cy="4288775"/>
            <a:chOff x="-289" y="427363"/>
            <a:chExt cx="9144217" cy="4288775"/>
          </a:xfrm>
        </p:grpSpPr>
        <p:grpSp>
          <p:nvGrpSpPr>
            <p:cNvPr id="198" name="Google Shape;198;p13"/>
            <p:cNvGrpSpPr/>
            <p:nvPr/>
          </p:nvGrpSpPr>
          <p:grpSpPr>
            <a:xfrm flipH="1">
              <a:off x="-289" y="427363"/>
              <a:ext cx="720036" cy="220200"/>
              <a:chOff x="7373938" y="512225"/>
              <a:chExt cx="1770000" cy="220200"/>
            </a:xfrm>
          </p:grpSpPr>
          <p:cxnSp>
            <p:nvCxnSpPr>
              <p:cNvPr id="199" name="Google Shape;199;p13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13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1" name="Google Shape;201;p13"/>
            <p:cNvGrpSpPr/>
            <p:nvPr/>
          </p:nvGrpSpPr>
          <p:grpSpPr>
            <a:xfrm>
              <a:off x="842389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202" name="Google Shape;202;p13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3" name="Google Shape;203;p13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04" name="Google Shape;204;p13"/>
          <p:cNvSpPr/>
          <p:nvPr/>
        </p:nvSpPr>
        <p:spPr>
          <a:xfrm>
            <a:off x="-634970" y="4337141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3"/>
          <p:cNvSpPr/>
          <p:nvPr/>
        </p:nvSpPr>
        <p:spPr>
          <a:xfrm rot="-3599862">
            <a:off x="7792717" y="3540330"/>
            <a:ext cx="2246532" cy="1549223"/>
          </a:xfrm>
          <a:custGeom>
            <a:avLst/>
            <a:gdLst/>
            <a:ahLst/>
            <a:cxnLst/>
            <a:rect l="l" t="t" r="r" b="b"/>
            <a:pathLst>
              <a:path w="80368" h="55418" extrusionOk="0">
                <a:moveTo>
                  <a:pt x="46371" y="0"/>
                </a:moveTo>
                <a:cubicBezTo>
                  <a:pt x="19962" y="0"/>
                  <a:pt x="0" y="28246"/>
                  <a:pt x="11472" y="55418"/>
                </a:cubicBezTo>
                <a:lnTo>
                  <a:pt x="22592" y="50059"/>
                </a:lnTo>
                <a:cubicBezTo>
                  <a:pt x="20704" y="46735"/>
                  <a:pt x="19449" y="43018"/>
                  <a:pt x="18973" y="39136"/>
                </a:cubicBezTo>
                <a:cubicBezTo>
                  <a:pt x="17971" y="31216"/>
                  <a:pt x="20327" y="22895"/>
                  <a:pt x="25325" y="16576"/>
                </a:cubicBezTo>
                <a:cubicBezTo>
                  <a:pt x="31305" y="8805"/>
                  <a:pt x="41012" y="4407"/>
                  <a:pt x="50771" y="4407"/>
                </a:cubicBezTo>
                <a:cubicBezTo>
                  <a:pt x="53802" y="4407"/>
                  <a:pt x="56838" y="4831"/>
                  <a:pt x="59768" y="5710"/>
                </a:cubicBezTo>
                <a:cubicBezTo>
                  <a:pt x="68426" y="8156"/>
                  <a:pt x="75993" y="14229"/>
                  <a:pt x="80367" y="22214"/>
                </a:cubicBezTo>
                <a:cubicBezTo>
                  <a:pt x="76789" y="13506"/>
                  <a:pt x="69575" y="6375"/>
                  <a:pt x="60786" y="2788"/>
                </a:cubicBezTo>
                <a:cubicBezTo>
                  <a:pt x="55872" y="876"/>
                  <a:pt x="51021" y="0"/>
                  <a:pt x="463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3"/>
          <p:cNvSpPr/>
          <p:nvPr/>
        </p:nvSpPr>
        <p:spPr>
          <a:xfrm rot="6299747">
            <a:off x="7373794" y="-760785"/>
            <a:ext cx="1486734" cy="2140875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3"/>
          <p:cNvSpPr/>
          <p:nvPr/>
        </p:nvSpPr>
        <p:spPr>
          <a:xfrm rot="7199871">
            <a:off x="-1006681" y="-689843"/>
            <a:ext cx="2054933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3"/>
          <p:cNvSpPr/>
          <p:nvPr/>
        </p:nvSpPr>
        <p:spPr>
          <a:xfrm rot="5400000">
            <a:off x="-57731" y="2046225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4382958" y="4876188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3"/>
          <p:cNvSpPr/>
          <p:nvPr/>
        </p:nvSpPr>
        <p:spPr>
          <a:xfrm rot="-5400000">
            <a:off x="8807794" y="2567775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4"/>
          <p:cNvGrpSpPr/>
          <p:nvPr/>
        </p:nvGrpSpPr>
        <p:grpSpPr>
          <a:xfrm rot="10800000">
            <a:off x="0" y="0"/>
            <a:ext cx="9144000" cy="5143500"/>
            <a:chOff x="0" y="0"/>
            <a:chExt cx="9144000" cy="5143500"/>
          </a:xfrm>
        </p:grpSpPr>
        <p:sp>
          <p:nvSpPr>
            <p:cNvPr id="213" name="Google Shape;213;p14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4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" name="Google Shape;215;p14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4"/>
          <p:cNvSpPr/>
          <p:nvPr/>
        </p:nvSpPr>
        <p:spPr>
          <a:xfrm rot="1800138" flipH="1">
            <a:off x="7790939" y="3169919"/>
            <a:ext cx="1486795" cy="2140895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4"/>
          <p:cNvSpPr/>
          <p:nvPr/>
        </p:nvSpPr>
        <p:spPr>
          <a:xfrm rot="-8100000" flipH="1">
            <a:off x="-459260" y="-433736"/>
            <a:ext cx="1486735" cy="2140913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BODY_1_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16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237" name="Google Shape;237;p16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16"/>
          <p:cNvSpPr txBox="1">
            <a:spLocks noGrp="1"/>
          </p:cNvSpPr>
          <p:nvPr>
            <p:ph type="title"/>
          </p:nvPr>
        </p:nvSpPr>
        <p:spPr>
          <a:xfrm>
            <a:off x="713225" y="1278000"/>
            <a:ext cx="4062000" cy="16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6"/>
          <p:cNvSpPr txBox="1">
            <a:spLocks noGrp="1"/>
          </p:cNvSpPr>
          <p:nvPr>
            <p:ph type="subTitle" idx="1"/>
          </p:nvPr>
        </p:nvSpPr>
        <p:spPr>
          <a:xfrm>
            <a:off x="713225" y="3042350"/>
            <a:ext cx="4062000" cy="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241" name="Google Shape;241;p16"/>
          <p:cNvGrpSpPr/>
          <p:nvPr/>
        </p:nvGrpSpPr>
        <p:grpSpPr>
          <a:xfrm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242" name="Google Shape;242;p16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243" name="Google Shape;243;p16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4" name="Google Shape;244;p16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5" name="Google Shape;245;p16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246" name="Google Shape;246;p16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7" name="Google Shape;247;p16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48" name="Google Shape;248;p16"/>
          <p:cNvSpPr/>
          <p:nvPr/>
        </p:nvSpPr>
        <p:spPr>
          <a:xfrm>
            <a:off x="-561070" y="3865491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6"/>
          <p:cNvSpPr/>
          <p:nvPr/>
        </p:nvSpPr>
        <p:spPr>
          <a:xfrm rot="-9899956">
            <a:off x="7403284" y="-325910"/>
            <a:ext cx="2054988" cy="1578421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6"/>
          <p:cNvSpPr/>
          <p:nvPr/>
        </p:nvSpPr>
        <p:spPr>
          <a:xfrm rot="9000129">
            <a:off x="1716770" y="-1107543"/>
            <a:ext cx="2054933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6"/>
          <p:cNvSpPr/>
          <p:nvPr/>
        </p:nvSpPr>
        <p:spPr>
          <a:xfrm rot="-5400000">
            <a:off x="8807794" y="273546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6"/>
          <p:cNvSpPr/>
          <p:nvPr/>
        </p:nvSpPr>
        <p:spPr>
          <a:xfrm rot="5400000">
            <a:off x="-55392" y="1010688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3946944" y="4865025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6"/>
          <p:cNvSpPr>
            <a:spLocks noGrp="1"/>
          </p:cNvSpPr>
          <p:nvPr>
            <p:ph type="pic" idx="2"/>
          </p:nvPr>
        </p:nvSpPr>
        <p:spPr>
          <a:xfrm flipH="1">
            <a:off x="5637300" y="67950"/>
            <a:ext cx="3406800" cy="50076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_AND_BODY_1_1_1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17"/>
          <p:cNvGrpSpPr/>
          <p:nvPr/>
        </p:nvGrpSpPr>
        <p:grpSpPr>
          <a:xfrm rot="10800000">
            <a:off x="0" y="0"/>
            <a:ext cx="9144000" cy="5143500"/>
            <a:chOff x="0" y="0"/>
            <a:chExt cx="9144000" cy="5143500"/>
          </a:xfrm>
        </p:grpSpPr>
        <p:sp>
          <p:nvSpPr>
            <p:cNvPr id="257" name="Google Shape;257;p17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7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713225" y="2356175"/>
            <a:ext cx="33162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-314270" y="3819353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7"/>
          <p:cNvSpPr/>
          <p:nvPr/>
        </p:nvSpPr>
        <p:spPr>
          <a:xfrm rot="8999862">
            <a:off x="434138" y="-1106027"/>
            <a:ext cx="2055025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7"/>
          <p:cNvSpPr/>
          <p:nvPr/>
        </p:nvSpPr>
        <p:spPr>
          <a:xfrm rot="-5400000">
            <a:off x="8185722" y="3819361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7"/>
          <p:cNvSpPr/>
          <p:nvPr/>
        </p:nvSpPr>
        <p:spPr>
          <a:xfrm rot="10800000">
            <a:off x="8074472" y="-225189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4375031" y="486503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7"/>
          <p:cNvSpPr/>
          <p:nvPr/>
        </p:nvSpPr>
        <p:spPr>
          <a:xfrm rot="10800000">
            <a:off x="8519308" y="0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7"/>
          <p:cNvSpPr/>
          <p:nvPr/>
        </p:nvSpPr>
        <p:spPr>
          <a:xfrm rot="5400000">
            <a:off x="-57731" y="470941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17"/>
          <p:cNvGrpSpPr/>
          <p:nvPr/>
        </p:nvGrpSpPr>
        <p:grpSpPr>
          <a:xfrm flipH="1"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269" name="Google Shape;269;p17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270" name="Google Shape;270;p17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17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2" name="Google Shape;272;p17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273" name="Google Shape;273;p17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17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19"/>
          <p:cNvGrpSpPr/>
          <p:nvPr/>
        </p:nvGrpSpPr>
        <p:grpSpPr>
          <a:xfrm rot="10800000">
            <a:off x="0" y="0"/>
            <a:ext cx="9144000" cy="5143500"/>
            <a:chOff x="0" y="0"/>
            <a:chExt cx="9144000" cy="5143500"/>
          </a:xfrm>
        </p:grpSpPr>
        <p:sp>
          <p:nvSpPr>
            <p:cNvPr id="296" name="Google Shape;296;p19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" name="Google Shape;298;p19"/>
          <p:cNvSpPr txBox="1">
            <a:spLocks noGrp="1"/>
          </p:cNvSpPr>
          <p:nvPr>
            <p:ph type="title"/>
          </p:nvPr>
        </p:nvSpPr>
        <p:spPr>
          <a:xfrm>
            <a:off x="2871000" y="3550538"/>
            <a:ext cx="3402000" cy="411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9" name="Google Shape;299;p19"/>
          <p:cNvSpPr txBox="1">
            <a:spLocks noGrp="1"/>
          </p:cNvSpPr>
          <p:nvPr>
            <p:ph type="subTitle" idx="1"/>
          </p:nvPr>
        </p:nvSpPr>
        <p:spPr>
          <a:xfrm>
            <a:off x="1560750" y="1553538"/>
            <a:ext cx="6022500" cy="15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00" name="Google Shape;300;p19"/>
          <p:cNvSpPr/>
          <p:nvPr/>
        </p:nvSpPr>
        <p:spPr>
          <a:xfrm rot="-5400000">
            <a:off x="8618096" y="1853455"/>
            <a:ext cx="616226" cy="435565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9"/>
          <p:cNvSpPr/>
          <p:nvPr/>
        </p:nvSpPr>
        <p:spPr>
          <a:xfrm rot="-8100217">
            <a:off x="-805038" y="939196"/>
            <a:ext cx="1870326" cy="1785795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7611833" y="3774408"/>
            <a:ext cx="2246487" cy="1549210"/>
          </a:xfrm>
          <a:custGeom>
            <a:avLst/>
            <a:gdLst/>
            <a:ahLst/>
            <a:cxnLst/>
            <a:rect l="l" t="t" r="r" b="b"/>
            <a:pathLst>
              <a:path w="80368" h="55418" extrusionOk="0">
                <a:moveTo>
                  <a:pt x="46371" y="0"/>
                </a:moveTo>
                <a:cubicBezTo>
                  <a:pt x="19962" y="0"/>
                  <a:pt x="0" y="28246"/>
                  <a:pt x="11472" y="55418"/>
                </a:cubicBezTo>
                <a:lnTo>
                  <a:pt x="22592" y="50059"/>
                </a:lnTo>
                <a:cubicBezTo>
                  <a:pt x="20704" y="46735"/>
                  <a:pt x="19449" y="43018"/>
                  <a:pt x="18973" y="39136"/>
                </a:cubicBezTo>
                <a:cubicBezTo>
                  <a:pt x="17971" y="31216"/>
                  <a:pt x="20327" y="22895"/>
                  <a:pt x="25325" y="16576"/>
                </a:cubicBezTo>
                <a:cubicBezTo>
                  <a:pt x="31305" y="8805"/>
                  <a:pt x="41012" y="4407"/>
                  <a:pt x="50771" y="4407"/>
                </a:cubicBezTo>
                <a:cubicBezTo>
                  <a:pt x="53802" y="4407"/>
                  <a:pt x="56838" y="4831"/>
                  <a:pt x="59768" y="5710"/>
                </a:cubicBezTo>
                <a:cubicBezTo>
                  <a:pt x="68426" y="8156"/>
                  <a:pt x="75993" y="14229"/>
                  <a:pt x="80367" y="22214"/>
                </a:cubicBezTo>
                <a:cubicBezTo>
                  <a:pt x="76789" y="13506"/>
                  <a:pt x="69575" y="6375"/>
                  <a:pt x="60786" y="2788"/>
                </a:cubicBezTo>
                <a:cubicBezTo>
                  <a:pt x="55872" y="876"/>
                  <a:pt x="51021" y="0"/>
                  <a:pt x="463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868183" y="4707930"/>
            <a:ext cx="616225" cy="435565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9"/>
          <p:cNvSpPr/>
          <p:nvPr/>
        </p:nvSpPr>
        <p:spPr>
          <a:xfrm rot="-1540689">
            <a:off x="1648357" y="4513332"/>
            <a:ext cx="2055027" cy="1578442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9"/>
          <p:cNvSpPr/>
          <p:nvPr/>
        </p:nvSpPr>
        <p:spPr>
          <a:xfrm rot="9324508">
            <a:off x="6079801" y="-777640"/>
            <a:ext cx="2055013" cy="1578491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9"/>
          <p:cNvSpPr/>
          <p:nvPr/>
        </p:nvSpPr>
        <p:spPr>
          <a:xfrm rot="10800000">
            <a:off x="3688233" y="5"/>
            <a:ext cx="616225" cy="435565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" name="Google Shape;307;p19"/>
          <p:cNvGrpSpPr/>
          <p:nvPr/>
        </p:nvGrpSpPr>
        <p:grpSpPr>
          <a:xfrm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308" name="Google Shape;308;p19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309" name="Google Shape;309;p19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" name="Google Shape;310;p19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11" name="Google Shape;311;p19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312" name="Google Shape;312;p19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" name="Google Shape;313;p19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0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20"/>
          <p:cNvGrpSpPr/>
          <p:nvPr/>
        </p:nvGrpSpPr>
        <p:grpSpPr>
          <a:xfrm rot="10800000">
            <a:off x="0" y="0"/>
            <a:ext cx="9144000" cy="5143500"/>
            <a:chOff x="0" y="0"/>
            <a:chExt cx="9144000" cy="5143500"/>
          </a:xfrm>
        </p:grpSpPr>
        <p:sp>
          <p:nvSpPr>
            <p:cNvPr id="316" name="Google Shape;316;p20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0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" name="Google Shape;318;p20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0"/>
          <p:cNvSpPr txBox="1">
            <a:spLocks noGrp="1"/>
          </p:cNvSpPr>
          <p:nvPr>
            <p:ph type="subTitle" idx="1"/>
          </p:nvPr>
        </p:nvSpPr>
        <p:spPr>
          <a:xfrm>
            <a:off x="937625" y="3617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0"/>
          <p:cNvSpPr txBox="1">
            <a:spLocks noGrp="1"/>
          </p:cNvSpPr>
          <p:nvPr>
            <p:ph type="subTitle" idx="2"/>
          </p:nvPr>
        </p:nvSpPr>
        <p:spPr>
          <a:xfrm>
            <a:off x="3484345" y="3617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0"/>
          <p:cNvSpPr txBox="1">
            <a:spLocks noGrp="1"/>
          </p:cNvSpPr>
          <p:nvPr>
            <p:ph type="subTitle" idx="3"/>
          </p:nvPr>
        </p:nvSpPr>
        <p:spPr>
          <a:xfrm>
            <a:off x="6031072" y="3617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0"/>
          <p:cNvSpPr txBox="1">
            <a:spLocks noGrp="1"/>
          </p:cNvSpPr>
          <p:nvPr>
            <p:ph type="title" idx="4" hasCustomPrompt="1"/>
          </p:nvPr>
        </p:nvSpPr>
        <p:spPr>
          <a:xfrm>
            <a:off x="1506150" y="1235325"/>
            <a:ext cx="1038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3" name="Google Shape;323;p20"/>
          <p:cNvSpPr txBox="1">
            <a:spLocks noGrp="1"/>
          </p:cNvSpPr>
          <p:nvPr>
            <p:ph type="title" idx="5" hasCustomPrompt="1"/>
          </p:nvPr>
        </p:nvSpPr>
        <p:spPr>
          <a:xfrm>
            <a:off x="4052852" y="1235325"/>
            <a:ext cx="1038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4" name="Google Shape;324;p20"/>
          <p:cNvSpPr txBox="1">
            <a:spLocks noGrp="1"/>
          </p:cNvSpPr>
          <p:nvPr>
            <p:ph type="title" idx="6" hasCustomPrompt="1"/>
          </p:nvPr>
        </p:nvSpPr>
        <p:spPr>
          <a:xfrm>
            <a:off x="6599576" y="1235325"/>
            <a:ext cx="1038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5" name="Google Shape;325;p20"/>
          <p:cNvSpPr txBox="1">
            <a:spLocks noGrp="1"/>
          </p:cNvSpPr>
          <p:nvPr>
            <p:ph type="subTitle" idx="7"/>
          </p:nvPr>
        </p:nvSpPr>
        <p:spPr>
          <a:xfrm>
            <a:off x="937625" y="3339600"/>
            <a:ext cx="21753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6" name="Google Shape;326;p20"/>
          <p:cNvSpPr txBox="1">
            <a:spLocks noGrp="1"/>
          </p:cNvSpPr>
          <p:nvPr>
            <p:ph type="subTitle" idx="8"/>
          </p:nvPr>
        </p:nvSpPr>
        <p:spPr>
          <a:xfrm>
            <a:off x="3484347" y="3339600"/>
            <a:ext cx="21753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7" name="Google Shape;327;p20"/>
          <p:cNvSpPr txBox="1">
            <a:spLocks noGrp="1"/>
          </p:cNvSpPr>
          <p:nvPr>
            <p:ph type="subTitle" idx="9"/>
          </p:nvPr>
        </p:nvSpPr>
        <p:spPr>
          <a:xfrm>
            <a:off x="6031075" y="3339600"/>
            <a:ext cx="21753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28" name="Google Shape;328;p20"/>
          <p:cNvGrpSpPr/>
          <p:nvPr/>
        </p:nvGrpSpPr>
        <p:grpSpPr>
          <a:xfrm flipH="1"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329" name="Google Shape;329;p20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330" name="Google Shape;330;p20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" name="Google Shape;331;p20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32" name="Google Shape;332;p20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333" name="Google Shape;333;p20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" name="Google Shape;334;p20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35" name="Google Shape;335;p20"/>
          <p:cNvSpPr/>
          <p:nvPr/>
        </p:nvSpPr>
        <p:spPr>
          <a:xfrm rot="-4499956">
            <a:off x="-1000247" y="-731595"/>
            <a:ext cx="1870249" cy="1785763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0"/>
          <p:cNvSpPr/>
          <p:nvPr/>
        </p:nvSpPr>
        <p:spPr>
          <a:xfrm rot="1799871">
            <a:off x="-1013001" y="3975370"/>
            <a:ext cx="2054933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0"/>
          <p:cNvSpPr/>
          <p:nvPr/>
        </p:nvSpPr>
        <p:spPr>
          <a:xfrm rot="1800138">
            <a:off x="8269595" y="-68595"/>
            <a:ext cx="1870283" cy="1785780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6599569" y="486011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0"/>
          <p:cNvSpPr/>
          <p:nvPr/>
        </p:nvSpPr>
        <p:spPr>
          <a:xfrm rot="10800000">
            <a:off x="4476058" y="0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0"/>
          <p:cNvSpPr/>
          <p:nvPr/>
        </p:nvSpPr>
        <p:spPr>
          <a:xfrm rot="5400000">
            <a:off x="-57731" y="312131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21"/>
          <p:cNvGrpSpPr/>
          <p:nvPr/>
        </p:nvGrpSpPr>
        <p:grpSpPr>
          <a:xfrm rot="10800000">
            <a:off x="0" y="0"/>
            <a:ext cx="9144000" cy="5143500"/>
            <a:chOff x="0" y="0"/>
            <a:chExt cx="9144000" cy="5143500"/>
          </a:xfrm>
        </p:grpSpPr>
        <p:sp>
          <p:nvSpPr>
            <p:cNvPr id="343" name="Google Shape;343;p21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" name="Google Shape;345;p21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21"/>
          <p:cNvSpPr txBox="1">
            <a:spLocks noGrp="1"/>
          </p:cNvSpPr>
          <p:nvPr>
            <p:ph type="subTitle" idx="1"/>
          </p:nvPr>
        </p:nvSpPr>
        <p:spPr>
          <a:xfrm>
            <a:off x="937700" y="289151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21"/>
          <p:cNvSpPr txBox="1">
            <a:spLocks noGrp="1"/>
          </p:cNvSpPr>
          <p:nvPr>
            <p:ph type="subTitle" idx="2"/>
          </p:nvPr>
        </p:nvSpPr>
        <p:spPr>
          <a:xfrm>
            <a:off x="3484420" y="289151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21"/>
          <p:cNvSpPr txBox="1">
            <a:spLocks noGrp="1"/>
          </p:cNvSpPr>
          <p:nvPr>
            <p:ph type="subTitle" idx="3"/>
          </p:nvPr>
        </p:nvSpPr>
        <p:spPr>
          <a:xfrm>
            <a:off x="6031147" y="289151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21"/>
          <p:cNvSpPr txBox="1">
            <a:spLocks noGrp="1"/>
          </p:cNvSpPr>
          <p:nvPr>
            <p:ph type="subTitle" idx="4"/>
          </p:nvPr>
        </p:nvSpPr>
        <p:spPr>
          <a:xfrm>
            <a:off x="937700" y="2613113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0" name="Google Shape;350;p21"/>
          <p:cNvSpPr txBox="1">
            <a:spLocks noGrp="1"/>
          </p:cNvSpPr>
          <p:nvPr>
            <p:ph type="subTitle" idx="5"/>
          </p:nvPr>
        </p:nvSpPr>
        <p:spPr>
          <a:xfrm>
            <a:off x="3484421" y="2613113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1" name="Google Shape;351;p21"/>
          <p:cNvSpPr txBox="1">
            <a:spLocks noGrp="1"/>
          </p:cNvSpPr>
          <p:nvPr>
            <p:ph type="subTitle" idx="6"/>
          </p:nvPr>
        </p:nvSpPr>
        <p:spPr>
          <a:xfrm>
            <a:off x="6031149" y="2613113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2" name="Google Shape;352;p21"/>
          <p:cNvSpPr/>
          <p:nvPr/>
        </p:nvSpPr>
        <p:spPr>
          <a:xfrm rot="-5400000">
            <a:off x="8807791" y="3173197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973908" y="4876188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1"/>
          <p:cNvSpPr/>
          <p:nvPr/>
        </p:nvSpPr>
        <p:spPr>
          <a:xfrm rot="10800000">
            <a:off x="4419056" y="0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1"/>
          <p:cNvSpPr/>
          <p:nvPr/>
        </p:nvSpPr>
        <p:spPr>
          <a:xfrm>
            <a:off x="8262817" y="-323013"/>
            <a:ext cx="1870246" cy="1785765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1"/>
          <p:cNvSpPr/>
          <p:nvPr/>
        </p:nvSpPr>
        <p:spPr>
          <a:xfrm rot="-5400000">
            <a:off x="3649769" y="3660467"/>
            <a:ext cx="1486766" cy="2140878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1"/>
          <p:cNvSpPr/>
          <p:nvPr/>
        </p:nvSpPr>
        <p:spPr>
          <a:xfrm rot="-7200138">
            <a:off x="-1202111" y="1633658"/>
            <a:ext cx="1870283" cy="1785780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21"/>
          <p:cNvGrpSpPr/>
          <p:nvPr/>
        </p:nvGrpSpPr>
        <p:grpSpPr>
          <a:xfrm flipH="1"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359" name="Google Shape;359;p21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360" name="Google Shape;360;p21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1" name="Google Shape;361;p21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62" name="Google Shape;362;p21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363" name="Google Shape;363;p21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4" name="Google Shape;364;p21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2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367" name="Google Shape;367;p22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9" name="Google Shape;369;p22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22"/>
          <p:cNvSpPr txBox="1">
            <a:spLocks noGrp="1"/>
          </p:cNvSpPr>
          <p:nvPr>
            <p:ph type="subTitle" idx="1"/>
          </p:nvPr>
        </p:nvSpPr>
        <p:spPr>
          <a:xfrm>
            <a:off x="861538" y="3798275"/>
            <a:ext cx="222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22"/>
          <p:cNvSpPr txBox="1">
            <a:spLocks noGrp="1"/>
          </p:cNvSpPr>
          <p:nvPr>
            <p:ph type="subTitle" idx="2"/>
          </p:nvPr>
        </p:nvSpPr>
        <p:spPr>
          <a:xfrm>
            <a:off x="3461541" y="3798275"/>
            <a:ext cx="222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22"/>
          <p:cNvSpPr txBox="1">
            <a:spLocks noGrp="1"/>
          </p:cNvSpPr>
          <p:nvPr>
            <p:ph type="subTitle" idx="3"/>
          </p:nvPr>
        </p:nvSpPr>
        <p:spPr>
          <a:xfrm>
            <a:off x="6061551" y="3798275"/>
            <a:ext cx="222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22"/>
          <p:cNvSpPr txBox="1">
            <a:spLocks noGrp="1"/>
          </p:cNvSpPr>
          <p:nvPr>
            <p:ph type="subTitle" idx="4"/>
          </p:nvPr>
        </p:nvSpPr>
        <p:spPr>
          <a:xfrm>
            <a:off x="861538" y="3519875"/>
            <a:ext cx="2220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4" name="Google Shape;374;p22"/>
          <p:cNvSpPr txBox="1">
            <a:spLocks noGrp="1"/>
          </p:cNvSpPr>
          <p:nvPr>
            <p:ph type="subTitle" idx="5"/>
          </p:nvPr>
        </p:nvSpPr>
        <p:spPr>
          <a:xfrm>
            <a:off x="3461541" y="3519875"/>
            <a:ext cx="2220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5" name="Google Shape;375;p22"/>
          <p:cNvSpPr txBox="1">
            <a:spLocks noGrp="1"/>
          </p:cNvSpPr>
          <p:nvPr>
            <p:ph type="subTitle" idx="6"/>
          </p:nvPr>
        </p:nvSpPr>
        <p:spPr>
          <a:xfrm>
            <a:off x="6061551" y="3519875"/>
            <a:ext cx="2220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76" name="Google Shape;376;p22"/>
          <p:cNvGrpSpPr/>
          <p:nvPr/>
        </p:nvGrpSpPr>
        <p:grpSpPr>
          <a:xfrm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377" name="Google Shape;377;p22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378" name="Google Shape;378;p22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9" name="Google Shape;379;p22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80" name="Google Shape;380;p22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381" name="Google Shape;381;p22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2" name="Google Shape;382;p22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3" name="Google Shape;383;p22"/>
          <p:cNvSpPr/>
          <p:nvPr/>
        </p:nvSpPr>
        <p:spPr>
          <a:xfrm rot="-5400000">
            <a:off x="8807919" y="381526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2"/>
          <p:cNvSpPr/>
          <p:nvPr/>
        </p:nvSpPr>
        <p:spPr>
          <a:xfrm rot="5400000">
            <a:off x="-55492" y="55388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2"/>
          <p:cNvSpPr/>
          <p:nvPr/>
        </p:nvSpPr>
        <p:spPr>
          <a:xfrm>
            <a:off x="1869944" y="486503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-560870" y="4103066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2"/>
          <p:cNvSpPr/>
          <p:nvPr/>
        </p:nvSpPr>
        <p:spPr>
          <a:xfrm rot="5399693">
            <a:off x="7555284" y="-835133"/>
            <a:ext cx="1486766" cy="2140878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2"/>
          <p:cNvSpPr/>
          <p:nvPr/>
        </p:nvSpPr>
        <p:spPr>
          <a:xfrm rot="-4714771">
            <a:off x="8158983" y="3706796"/>
            <a:ext cx="2246564" cy="1549261"/>
          </a:xfrm>
          <a:custGeom>
            <a:avLst/>
            <a:gdLst/>
            <a:ahLst/>
            <a:cxnLst/>
            <a:rect l="l" t="t" r="r" b="b"/>
            <a:pathLst>
              <a:path w="80368" h="55418" extrusionOk="0">
                <a:moveTo>
                  <a:pt x="46371" y="0"/>
                </a:moveTo>
                <a:cubicBezTo>
                  <a:pt x="19962" y="0"/>
                  <a:pt x="0" y="28246"/>
                  <a:pt x="11472" y="55418"/>
                </a:cubicBezTo>
                <a:lnTo>
                  <a:pt x="22592" y="50059"/>
                </a:lnTo>
                <a:cubicBezTo>
                  <a:pt x="20704" y="46735"/>
                  <a:pt x="19449" y="43018"/>
                  <a:pt x="18973" y="39136"/>
                </a:cubicBezTo>
                <a:cubicBezTo>
                  <a:pt x="17971" y="31216"/>
                  <a:pt x="20327" y="22895"/>
                  <a:pt x="25325" y="16576"/>
                </a:cubicBezTo>
                <a:cubicBezTo>
                  <a:pt x="31305" y="8805"/>
                  <a:pt x="41012" y="4407"/>
                  <a:pt x="50771" y="4407"/>
                </a:cubicBezTo>
                <a:cubicBezTo>
                  <a:pt x="53802" y="4407"/>
                  <a:pt x="56838" y="4831"/>
                  <a:pt x="59768" y="5710"/>
                </a:cubicBezTo>
                <a:cubicBezTo>
                  <a:pt x="68426" y="8156"/>
                  <a:pt x="75993" y="14229"/>
                  <a:pt x="80367" y="22214"/>
                </a:cubicBezTo>
                <a:cubicBezTo>
                  <a:pt x="76789" y="13506"/>
                  <a:pt x="69575" y="6375"/>
                  <a:pt x="60786" y="2788"/>
                </a:cubicBezTo>
                <a:cubicBezTo>
                  <a:pt x="55872" y="876"/>
                  <a:pt x="51021" y="0"/>
                  <a:pt x="463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2"/>
          <p:cNvSpPr/>
          <p:nvPr/>
        </p:nvSpPr>
        <p:spPr>
          <a:xfrm rot="9899956">
            <a:off x="-1197431" y="-271380"/>
            <a:ext cx="2246491" cy="1549208"/>
          </a:xfrm>
          <a:custGeom>
            <a:avLst/>
            <a:gdLst/>
            <a:ahLst/>
            <a:cxnLst/>
            <a:rect l="l" t="t" r="r" b="b"/>
            <a:pathLst>
              <a:path w="80368" h="55418" extrusionOk="0">
                <a:moveTo>
                  <a:pt x="46371" y="0"/>
                </a:moveTo>
                <a:cubicBezTo>
                  <a:pt x="19962" y="0"/>
                  <a:pt x="0" y="28246"/>
                  <a:pt x="11472" y="55418"/>
                </a:cubicBezTo>
                <a:lnTo>
                  <a:pt x="22592" y="50059"/>
                </a:lnTo>
                <a:cubicBezTo>
                  <a:pt x="20704" y="46735"/>
                  <a:pt x="19449" y="43018"/>
                  <a:pt x="18973" y="39136"/>
                </a:cubicBezTo>
                <a:cubicBezTo>
                  <a:pt x="17971" y="31216"/>
                  <a:pt x="20327" y="22895"/>
                  <a:pt x="25325" y="16576"/>
                </a:cubicBezTo>
                <a:cubicBezTo>
                  <a:pt x="31305" y="8805"/>
                  <a:pt x="41012" y="4407"/>
                  <a:pt x="50771" y="4407"/>
                </a:cubicBezTo>
                <a:cubicBezTo>
                  <a:pt x="53802" y="4407"/>
                  <a:pt x="56838" y="4831"/>
                  <a:pt x="59768" y="5710"/>
                </a:cubicBezTo>
                <a:cubicBezTo>
                  <a:pt x="68426" y="8156"/>
                  <a:pt x="75993" y="14229"/>
                  <a:pt x="80367" y="22214"/>
                </a:cubicBezTo>
                <a:cubicBezTo>
                  <a:pt x="76789" y="13506"/>
                  <a:pt x="69575" y="6375"/>
                  <a:pt x="60786" y="2788"/>
                </a:cubicBezTo>
                <a:cubicBezTo>
                  <a:pt x="55872" y="876"/>
                  <a:pt x="51021" y="0"/>
                  <a:pt x="463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23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392" name="Google Shape;392;p23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3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23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23"/>
          <p:cNvSpPr txBox="1">
            <a:spLocks noGrp="1"/>
          </p:cNvSpPr>
          <p:nvPr>
            <p:ph type="subTitle" idx="1"/>
          </p:nvPr>
        </p:nvSpPr>
        <p:spPr>
          <a:xfrm>
            <a:off x="1936350" y="1910350"/>
            <a:ext cx="2207400" cy="8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23"/>
          <p:cNvSpPr txBox="1">
            <a:spLocks noGrp="1"/>
          </p:cNvSpPr>
          <p:nvPr>
            <p:ph type="subTitle" idx="2"/>
          </p:nvPr>
        </p:nvSpPr>
        <p:spPr>
          <a:xfrm>
            <a:off x="5007025" y="1910350"/>
            <a:ext cx="2207400" cy="8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3"/>
          <p:cNvSpPr txBox="1">
            <a:spLocks noGrp="1"/>
          </p:cNvSpPr>
          <p:nvPr>
            <p:ph type="subTitle" idx="3"/>
          </p:nvPr>
        </p:nvSpPr>
        <p:spPr>
          <a:xfrm>
            <a:off x="1936363" y="3467413"/>
            <a:ext cx="2207400" cy="8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23"/>
          <p:cNvSpPr txBox="1">
            <a:spLocks noGrp="1"/>
          </p:cNvSpPr>
          <p:nvPr>
            <p:ph type="subTitle" idx="4"/>
          </p:nvPr>
        </p:nvSpPr>
        <p:spPr>
          <a:xfrm>
            <a:off x="5007014" y="3467413"/>
            <a:ext cx="2207400" cy="8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23"/>
          <p:cNvSpPr txBox="1">
            <a:spLocks noGrp="1"/>
          </p:cNvSpPr>
          <p:nvPr>
            <p:ph type="subTitle" idx="5"/>
          </p:nvPr>
        </p:nvSpPr>
        <p:spPr>
          <a:xfrm>
            <a:off x="1936362" y="1632850"/>
            <a:ext cx="22074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400" name="Google Shape;400;p23"/>
          <p:cNvSpPr txBox="1">
            <a:spLocks noGrp="1"/>
          </p:cNvSpPr>
          <p:nvPr>
            <p:ph type="subTitle" idx="6"/>
          </p:nvPr>
        </p:nvSpPr>
        <p:spPr>
          <a:xfrm>
            <a:off x="5007013" y="1632850"/>
            <a:ext cx="22074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401" name="Google Shape;401;p23"/>
          <p:cNvSpPr txBox="1">
            <a:spLocks noGrp="1"/>
          </p:cNvSpPr>
          <p:nvPr>
            <p:ph type="subTitle" idx="7"/>
          </p:nvPr>
        </p:nvSpPr>
        <p:spPr>
          <a:xfrm>
            <a:off x="1936362" y="3189913"/>
            <a:ext cx="22074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402" name="Google Shape;402;p23"/>
          <p:cNvSpPr txBox="1">
            <a:spLocks noGrp="1"/>
          </p:cNvSpPr>
          <p:nvPr>
            <p:ph type="subTitle" idx="8"/>
          </p:nvPr>
        </p:nvSpPr>
        <p:spPr>
          <a:xfrm>
            <a:off x="5007013" y="3189913"/>
            <a:ext cx="22074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grpSp>
        <p:nvGrpSpPr>
          <p:cNvPr id="403" name="Google Shape;403;p23"/>
          <p:cNvGrpSpPr/>
          <p:nvPr/>
        </p:nvGrpSpPr>
        <p:grpSpPr>
          <a:xfrm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404" name="Google Shape;404;p23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405" name="Google Shape;405;p23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6" name="Google Shape;406;p23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7" name="Google Shape;407;p23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408" name="Google Shape;408;p23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9" name="Google Shape;409;p23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10" name="Google Shape;410;p23"/>
          <p:cNvSpPr/>
          <p:nvPr/>
        </p:nvSpPr>
        <p:spPr>
          <a:xfrm rot="-7199871">
            <a:off x="-1194256" y="1917777"/>
            <a:ext cx="1870200" cy="1785780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3"/>
          <p:cNvSpPr/>
          <p:nvPr/>
        </p:nvSpPr>
        <p:spPr>
          <a:xfrm rot="-5400000">
            <a:off x="8807919" y="394738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3"/>
          <p:cNvSpPr/>
          <p:nvPr/>
        </p:nvSpPr>
        <p:spPr>
          <a:xfrm rot="10800000">
            <a:off x="4382958" y="-12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1038819" y="486503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3"/>
          <p:cNvSpPr/>
          <p:nvPr/>
        </p:nvSpPr>
        <p:spPr>
          <a:xfrm>
            <a:off x="7939517" y="-844250"/>
            <a:ext cx="1870246" cy="1785765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3"/>
          <p:cNvSpPr/>
          <p:nvPr/>
        </p:nvSpPr>
        <p:spPr>
          <a:xfrm rot="1799871">
            <a:off x="5965608" y="4539952"/>
            <a:ext cx="2246431" cy="1549223"/>
          </a:xfrm>
          <a:custGeom>
            <a:avLst/>
            <a:gdLst/>
            <a:ahLst/>
            <a:cxnLst/>
            <a:rect l="l" t="t" r="r" b="b"/>
            <a:pathLst>
              <a:path w="80368" h="55418" extrusionOk="0">
                <a:moveTo>
                  <a:pt x="46371" y="0"/>
                </a:moveTo>
                <a:cubicBezTo>
                  <a:pt x="19962" y="0"/>
                  <a:pt x="0" y="28246"/>
                  <a:pt x="11472" y="55418"/>
                </a:cubicBezTo>
                <a:lnTo>
                  <a:pt x="22592" y="50059"/>
                </a:lnTo>
                <a:cubicBezTo>
                  <a:pt x="20704" y="46735"/>
                  <a:pt x="19449" y="43018"/>
                  <a:pt x="18973" y="39136"/>
                </a:cubicBezTo>
                <a:cubicBezTo>
                  <a:pt x="17971" y="31216"/>
                  <a:pt x="20327" y="22895"/>
                  <a:pt x="25325" y="16576"/>
                </a:cubicBezTo>
                <a:cubicBezTo>
                  <a:pt x="31305" y="8805"/>
                  <a:pt x="41012" y="4407"/>
                  <a:pt x="50771" y="4407"/>
                </a:cubicBezTo>
                <a:cubicBezTo>
                  <a:pt x="53802" y="4407"/>
                  <a:pt x="56838" y="4831"/>
                  <a:pt x="59768" y="5710"/>
                </a:cubicBezTo>
                <a:cubicBezTo>
                  <a:pt x="68426" y="8156"/>
                  <a:pt x="75993" y="14229"/>
                  <a:pt x="80367" y="22214"/>
                </a:cubicBezTo>
                <a:cubicBezTo>
                  <a:pt x="76789" y="13506"/>
                  <a:pt x="69575" y="6375"/>
                  <a:pt x="60786" y="2788"/>
                </a:cubicBezTo>
                <a:cubicBezTo>
                  <a:pt x="55872" y="876"/>
                  <a:pt x="51021" y="0"/>
                  <a:pt x="463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24"/>
          <p:cNvGrpSpPr/>
          <p:nvPr/>
        </p:nvGrpSpPr>
        <p:grpSpPr>
          <a:xfrm rot="10800000">
            <a:off x="0" y="0"/>
            <a:ext cx="9144000" cy="5143500"/>
            <a:chOff x="0" y="0"/>
            <a:chExt cx="9144000" cy="5143500"/>
          </a:xfrm>
        </p:grpSpPr>
        <p:sp>
          <p:nvSpPr>
            <p:cNvPr id="418" name="Google Shape;418;p24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4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0" name="Google Shape;420;p24"/>
          <p:cNvSpPr txBox="1">
            <a:spLocks noGrp="1"/>
          </p:cNvSpPr>
          <p:nvPr>
            <p:ph type="title"/>
          </p:nvPr>
        </p:nvSpPr>
        <p:spPr>
          <a:xfrm>
            <a:off x="720000" y="4723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24"/>
          <p:cNvSpPr txBox="1">
            <a:spLocks noGrp="1"/>
          </p:cNvSpPr>
          <p:nvPr>
            <p:ph type="subTitle" idx="1"/>
          </p:nvPr>
        </p:nvSpPr>
        <p:spPr>
          <a:xfrm>
            <a:off x="1101175" y="2253161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24"/>
          <p:cNvSpPr txBox="1">
            <a:spLocks noGrp="1"/>
          </p:cNvSpPr>
          <p:nvPr>
            <p:ph type="subTitle" idx="2"/>
          </p:nvPr>
        </p:nvSpPr>
        <p:spPr>
          <a:xfrm>
            <a:off x="3578947" y="2253161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24"/>
          <p:cNvSpPr txBox="1">
            <a:spLocks noGrp="1"/>
          </p:cNvSpPr>
          <p:nvPr>
            <p:ph type="subTitle" idx="3"/>
          </p:nvPr>
        </p:nvSpPr>
        <p:spPr>
          <a:xfrm>
            <a:off x="1101175" y="4003925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24"/>
          <p:cNvSpPr txBox="1">
            <a:spLocks noGrp="1"/>
          </p:cNvSpPr>
          <p:nvPr>
            <p:ph type="subTitle" idx="4"/>
          </p:nvPr>
        </p:nvSpPr>
        <p:spPr>
          <a:xfrm>
            <a:off x="3578947" y="4003925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24"/>
          <p:cNvSpPr txBox="1">
            <a:spLocks noGrp="1"/>
          </p:cNvSpPr>
          <p:nvPr>
            <p:ph type="subTitle" idx="5"/>
          </p:nvPr>
        </p:nvSpPr>
        <p:spPr>
          <a:xfrm>
            <a:off x="6056725" y="2253161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24"/>
          <p:cNvSpPr txBox="1">
            <a:spLocks noGrp="1"/>
          </p:cNvSpPr>
          <p:nvPr>
            <p:ph type="subTitle" idx="6"/>
          </p:nvPr>
        </p:nvSpPr>
        <p:spPr>
          <a:xfrm>
            <a:off x="6056725" y="4003925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24"/>
          <p:cNvSpPr txBox="1">
            <a:spLocks noGrp="1"/>
          </p:cNvSpPr>
          <p:nvPr>
            <p:ph type="subTitle" idx="7"/>
          </p:nvPr>
        </p:nvSpPr>
        <p:spPr>
          <a:xfrm>
            <a:off x="1101175" y="1978125"/>
            <a:ext cx="1986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428" name="Google Shape;428;p24"/>
          <p:cNvSpPr txBox="1">
            <a:spLocks noGrp="1"/>
          </p:cNvSpPr>
          <p:nvPr>
            <p:ph type="subTitle" idx="8"/>
          </p:nvPr>
        </p:nvSpPr>
        <p:spPr>
          <a:xfrm>
            <a:off x="3578947" y="1978125"/>
            <a:ext cx="1986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429" name="Google Shape;429;p24"/>
          <p:cNvSpPr txBox="1">
            <a:spLocks noGrp="1"/>
          </p:cNvSpPr>
          <p:nvPr>
            <p:ph type="subTitle" idx="9"/>
          </p:nvPr>
        </p:nvSpPr>
        <p:spPr>
          <a:xfrm>
            <a:off x="1101175" y="3730625"/>
            <a:ext cx="1986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430" name="Google Shape;430;p24"/>
          <p:cNvSpPr txBox="1">
            <a:spLocks noGrp="1"/>
          </p:cNvSpPr>
          <p:nvPr>
            <p:ph type="subTitle" idx="13"/>
          </p:nvPr>
        </p:nvSpPr>
        <p:spPr>
          <a:xfrm>
            <a:off x="3578947" y="3730625"/>
            <a:ext cx="1986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431" name="Google Shape;431;p24"/>
          <p:cNvSpPr txBox="1">
            <a:spLocks noGrp="1"/>
          </p:cNvSpPr>
          <p:nvPr>
            <p:ph type="subTitle" idx="14"/>
          </p:nvPr>
        </p:nvSpPr>
        <p:spPr>
          <a:xfrm>
            <a:off x="6056725" y="1978125"/>
            <a:ext cx="1986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432" name="Google Shape;432;p24"/>
          <p:cNvSpPr txBox="1">
            <a:spLocks noGrp="1"/>
          </p:cNvSpPr>
          <p:nvPr>
            <p:ph type="subTitle" idx="15"/>
          </p:nvPr>
        </p:nvSpPr>
        <p:spPr>
          <a:xfrm>
            <a:off x="6056725" y="3730625"/>
            <a:ext cx="1986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100" b="1"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DM Sans Medium"/>
              <a:buNone/>
              <a:defRPr sz="2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433" name="Google Shape;433;p24"/>
          <p:cNvSpPr/>
          <p:nvPr/>
        </p:nvSpPr>
        <p:spPr>
          <a:xfrm>
            <a:off x="-525845" y="4222416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4"/>
          <p:cNvSpPr/>
          <p:nvPr/>
        </p:nvSpPr>
        <p:spPr>
          <a:xfrm rot="8100000">
            <a:off x="8255996" y="-62994"/>
            <a:ext cx="1486735" cy="2140913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 rot="-1799871">
            <a:off x="7403316" y="4695088"/>
            <a:ext cx="2054933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/>
          <p:nvPr/>
        </p:nvSpPr>
        <p:spPr>
          <a:xfrm rot="4499956">
            <a:off x="-440617" y="-830077"/>
            <a:ext cx="1486768" cy="2140875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4"/>
          <p:cNvSpPr/>
          <p:nvPr/>
        </p:nvSpPr>
        <p:spPr>
          <a:xfrm rot="-5400000">
            <a:off x="8807794" y="339441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4"/>
          <p:cNvSpPr/>
          <p:nvPr/>
        </p:nvSpPr>
        <p:spPr>
          <a:xfrm rot="10800000">
            <a:off x="5198958" y="-12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4"/>
          <p:cNvSpPr/>
          <p:nvPr/>
        </p:nvSpPr>
        <p:spPr>
          <a:xfrm rot="5400000">
            <a:off x="-57731" y="339441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0" name="Google Shape;440;p24"/>
          <p:cNvGrpSpPr/>
          <p:nvPr/>
        </p:nvGrpSpPr>
        <p:grpSpPr>
          <a:xfrm flipH="1"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441" name="Google Shape;441;p24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442" name="Google Shape;442;p24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3" name="Google Shape;443;p24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44" name="Google Shape;444;p24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445" name="Google Shape;445;p24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6" name="Google Shape;446;p24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25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449" name="Google Shape;449;p25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5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1" name="Google Shape;451;p25"/>
          <p:cNvSpPr txBox="1">
            <a:spLocks noGrp="1"/>
          </p:cNvSpPr>
          <p:nvPr>
            <p:ph type="title"/>
          </p:nvPr>
        </p:nvSpPr>
        <p:spPr>
          <a:xfrm>
            <a:off x="1782150" y="545550"/>
            <a:ext cx="5579700" cy="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25"/>
          <p:cNvSpPr txBox="1">
            <a:spLocks noGrp="1"/>
          </p:cNvSpPr>
          <p:nvPr>
            <p:ph type="subTitle" idx="1"/>
          </p:nvPr>
        </p:nvSpPr>
        <p:spPr>
          <a:xfrm>
            <a:off x="2811350" y="1660350"/>
            <a:ext cx="34857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53" name="Google Shape;453;p25"/>
          <p:cNvGrpSpPr/>
          <p:nvPr/>
        </p:nvGrpSpPr>
        <p:grpSpPr>
          <a:xfrm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454" name="Google Shape;454;p25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455" name="Google Shape;455;p25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25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57" name="Google Shape;457;p25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458" name="Google Shape;458;p25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25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60" name="Google Shape;460;p25"/>
          <p:cNvSpPr/>
          <p:nvPr/>
        </p:nvSpPr>
        <p:spPr>
          <a:xfrm rot="10800000">
            <a:off x="-503908" y="3756237"/>
            <a:ext cx="1870246" cy="1785765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5"/>
          <p:cNvSpPr/>
          <p:nvPr/>
        </p:nvSpPr>
        <p:spPr>
          <a:xfrm rot="7199871">
            <a:off x="7551461" y="-80143"/>
            <a:ext cx="1486729" cy="2140895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5"/>
          <p:cNvSpPr/>
          <p:nvPr/>
        </p:nvSpPr>
        <p:spPr>
          <a:xfrm>
            <a:off x="7411233" y="3947808"/>
            <a:ext cx="2246487" cy="1549210"/>
          </a:xfrm>
          <a:custGeom>
            <a:avLst/>
            <a:gdLst/>
            <a:ahLst/>
            <a:cxnLst/>
            <a:rect l="l" t="t" r="r" b="b"/>
            <a:pathLst>
              <a:path w="80368" h="55418" extrusionOk="0">
                <a:moveTo>
                  <a:pt x="46371" y="0"/>
                </a:moveTo>
                <a:cubicBezTo>
                  <a:pt x="19962" y="0"/>
                  <a:pt x="0" y="28246"/>
                  <a:pt x="11472" y="55418"/>
                </a:cubicBezTo>
                <a:lnTo>
                  <a:pt x="22592" y="50059"/>
                </a:lnTo>
                <a:cubicBezTo>
                  <a:pt x="20704" y="46735"/>
                  <a:pt x="19449" y="43018"/>
                  <a:pt x="18973" y="39136"/>
                </a:cubicBezTo>
                <a:cubicBezTo>
                  <a:pt x="17971" y="31216"/>
                  <a:pt x="20327" y="22895"/>
                  <a:pt x="25325" y="16576"/>
                </a:cubicBezTo>
                <a:cubicBezTo>
                  <a:pt x="31305" y="8805"/>
                  <a:pt x="41012" y="4407"/>
                  <a:pt x="50771" y="4407"/>
                </a:cubicBezTo>
                <a:cubicBezTo>
                  <a:pt x="53802" y="4407"/>
                  <a:pt x="56838" y="4831"/>
                  <a:pt x="59768" y="5710"/>
                </a:cubicBezTo>
                <a:cubicBezTo>
                  <a:pt x="68426" y="8156"/>
                  <a:pt x="75993" y="14229"/>
                  <a:pt x="80367" y="22214"/>
                </a:cubicBezTo>
                <a:cubicBezTo>
                  <a:pt x="76789" y="13506"/>
                  <a:pt x="69575" y="6375"/>
                  <a:pt x="60786" y="2788"/>
                </a:cubicBezTo>
                <a:cubicBezTo>
                  <a:pt x="55872" y="876"/>
                  <a:pt x="51021" y="0"/>
                  <a:pt x="463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5"/>
          <p:cNvSpPr/>
          <p:nvPr/>
        </p:nvSpPr>
        <p:spPr>
          <a:xfrm rot="6300044">
            <a:off x="-596286" y="-420389"/>
            <a:ext cx="2054988" cy="1578421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5"/>
          <p:cNvSpPr/>
          <p:nvPr/>
        </p:nvSpPr>
        <p:spPr>
          <a:xfrm>
            <a:off x="6852548" y="486502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5"/>
          <p:cNvSpPr/>
          <p:nvPr/>
        </p:nvSpPr>
        <p:spPr>
          <a:xfrm rot="10800000">
            <a:off x="5048083" y="-12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5"/>
          <p:cNvSpPr/>
          <p:nvPr/>
        </p:nvSpPr>
        <p:spPr>
          <a:xfrm rot="5400000">
            <a:off x="-57731" y="277678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6"/>
          <p:cNvGrpSpPr/>
          <p:nvPr/>
        </p:nvGrpSpPr>
        <p:grpSpPr>
          <a:xfrm rot="10800000">
            <a:off x="0" y="0"/>
            <a:ext cx="9144000" cy="5143500"/>
            <a:chOff x="0" y="0"/>
            <a:chExt cx="9144000" cy="5143500"/>
          </a:xfrm>
        </p:grpSpPr>
        <p:sp>
          <p:nvSpPr>
            <p:cNvPr id="469" name="Google Shape;469;p26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6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1" name="Google Shape;471;p26"/>
          <p:cNvSpPr/>
          <p:nvPr/>
        </p:nvSpPr>
        <p:spPr>
          <a:xfrm rot="-5400000">
            <a:off x="-452333" y="-353388"/>
            <a:ext cx="1870246" cy="1785765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6"/>
          <p:cNvSpPr/>
          <p:nvPr/>
        </p:nvSpPr>
        <p:spPr>
          <a:xfrm rot="-8100000">
            <a:off x="7835633" y="3405073"/>
            <a:ext cx="1486735" cy="2140913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6"/>
          <p:cNvSpPr/>
          <p:nvPr/>
        </p:nvSpPr>
        <p:spPr>
          <a:xfrm rot="1800138">
            <a:off x="1375657" y="4474284"/>
            <a:ext cx="2246532" cy="1549223"/>
          </a:xfrm>
          <a:custGeom>
            <a:avLst/>
            <a:gdLst/>
            <a:ahLst/>
            <a:cxnLst/>
            <a:rect l="l" t="t" r="r" b="b"/>
            <a:pathLst>
              <a:path w="80368" h="55418" extrusionOk="0">
                <a:moveTo>
                  <a:pt x="46371" y="0"/>
                </a:moveTo>
                <a:cubicBezTo>
                  <a:pt x="19962" y="0"/>
                  <a:pt x="0" y="28246"/>
                  <a:pt x="11472" y="55418"/>
                </a:cubicBezTo>
                <a:lnTo>
                  <a:pt x="22592" y="50059"/>
                </a:lnTo>
                <a:cubicBezTo>
                  <a:pt x="20704" y="46735"/>
                  <a:pt x="19449" y="43018"/>
                  <a:pt x="18973" y="39136"/>
                </a:cubicBezTo>
                <a:cubicBezTo>
                  <a:pt x="17971" y="31216"/>
                  <a:pt x="20327" y="22895"/>
                  <a:pt x="25325" y="16576"/>
                </a:cubicBezTo>
                <a:cubicBezTo>
                  <a:pt x="31305" y="8805"/>
                  <a:pt x="41012" y="4407"/>
                  <a:pt x="50771" y="4407"/>
                </a:cubicBezTo>
                <a:cubicBezTo>
                  <a:pt x="53802" y="4407"/>
                  <a:pt x="56838" y="4831"/>
                  <a:pt x="59768" y="5710"/>
                </a:cubicBezTo>
                <a:cubicBezTo>
                  <a:pt x="68426" y="8156"/>
                  <a:pt x="75993" y="14229"/>
                  <a:pt x="80367" y="22214"/>
                </a:cubicBezTo>
                <a:cubicBezTo>
                  <a:pt x="76789" y="13506"/>
                  <a:pt x="69575" y="6375"/>
                  <a:pt x="60786" y="2788"/>
                </a:cubicBezTo>
                <a:cubicBezTo>
                  <a:pt x="55872" y="876"/>
                  <a:pt x="51021" y="0"/>
                  <a:pt x="463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6"/>
          <p:cNvSpPr/>
          <p:nvPr/>
        </p:nvSpPr>
        <p:spPr>
          <a:xfrm rot="9899956">
            <a:off x="7403276" y="-593871"/>
            <a:ext cx="2054988" cy="1578421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2109749" y="4522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6" name="Google Shape;476;p26"/>
          <p:cNvGrpSpPr/>
          <p:nvPr/>
        </p:nvGrpSpPr>
        <p:grpSpPr>
          <a:xfrm>
            <a:off x="6915359" y="912944"/>
            <a:ext cx="75796" cy="72962"/>
            <a:chOff x="6053622" y="2610669"/>
            <a:chExt cx="75796" cy="72962"/>
          </a:xfrm>
        </p:grpSpPr>
        <p:sp>
          <p:nvSpPr>
            <p:cNvPr id="477" name="Google Shape;477;p26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26"/>
          <p:cNvGrpSpPr/>
          <p:nvPr/>
        </p:nvGrpSpPr>
        <p:grpSpPr>
          <a:xfrm>
            <a:off x="3233623" y="4016394"/>
            <a:ext cx="111300" cy="113397"/>
            <a:chOff x="7476160" y="2457382"/>
            <a:chExt cx="111300" cy="113397"/>
          </a:xfrm>
        </p:grpSpPr>
        <p:sp>
          <p:nvSpPr>
            <p:cNvPr id="480" name="Google Shape;480;p26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4" name="Google Shape;484;p26"/>
          <p:cNvGrpSpPr/>
          <p:nvPr/>
        </p:nvGrpSpPr>
        <p:grpSpPr>
          <a:xfrm>
            <a:off x="6089880" y="4608579"/>
            <a:ext cx="272704" cy="113685"/>
            <a:chOff x="5079805" y="2309104"/>
            <a:chExt cx="272704" cy="113685"/>
          </a:xfrm>
        </p:grpSpPr>
        <p:sp>
          <p:nvSpPr>
            <p:cNvPr id="485" name="Google Shape;485;p26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6"/>
          <p:cNvSpPr/>
          <p:nvPr/>
        </p:nvSpPr>
        <p:spPr>
          <a:xfrm rot="-5400000">
            <a:off x="8807794" y="247446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6"/>
          <p:cNvSpPr/>
          <p:nvPr/>
        </p:nvSpPr>
        <p:spPr>
          <a:xfrm rot="10800000">
            <a:off x="4609033" y="-12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6"/>
          <p:cNvSpPr/>
          <p:nvPr/>
        </p:nvSpPr>
        <p:spPr>
          <a:xfrm rot="5400000">
            <a:off x="-57731" y="407413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oogle Shape;497;p27"/>
          <p:cNvGrpSpPr/>
          <p:nvPr/>
        </p:nvGrpSpPr>
        <p:grpSpPr>
          <a:xfrm flipH="1">
            <a:off x="0" y="0"/>
            <a:ext cx="9144000" cy="5143500"/>
            <a:chOff x="0" y="0"/>
            <a:chExt cx="9144000" cy="5143500"/>
          </a:xfrm>
        </p:grpSpPr>
        <p:sp>
          <p:nvSpPr>
            <p:cNvPr id="498" name="Google Shape;498;p27"/>
            <p:cNvSpPr/>
            <p:nvPr/>
          </p:nvSpPr>
          <p:spPr>
            <a:xfrm flipH="1">
              <a:off x="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7"/>
            <p:cNvSpPr/>
            <p:nvPr/>
          </p:nvSpPr>
          <p:spPr>
            <a:xfrm rot="10800000" flipH="1">
              <a:off x="4572000" y="0"/>
              <a:ext cx="4572000" cy="514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3000">
                  <a:schemeClr val="lt1"/>
                </a:gs>
                <a:gs pos="100000">
                  <a:schemeClr val="lt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0" name="Google Shape;500;p27"/>
          <p:cNvSpPr/>
          <p:nvPr/>
        </p:nvSpPr>
        <p:spPr>
          <a:xfrm rot="10800000">
            <a:off x="-341683" y="3887412"/>
            <a:ext cx="1870246" cy="1785765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7"/>
          <p:cNvSpPr/>
          <p:nvPr/>
        </p:nvSpPr>
        <p:spPr>
          <a:xfrm rot="10800000">
            <a:off x="8056844" y="1229692"/>
            <a:ext cx="1486766" cy="2140878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7"/>
          <p:cNvSpPr/>
          <p:nvPr/>
        </p:nvSpPr>
        <p:spPr>
          <a:xfrm rot="1800138">
            <a:off x="6594257" y="4271509"/>
            <a:ext cx="2246532" cy="1549223"/>
          </a:xfrm>
          <a:custGeom>
            <a:avLst/>
            <a:gdLst/>
            <a:ahLst/>
            <a:cxnLst/>
            <a:rect l="l" t="t" r="r" b="b"/>
            <a:pathLst>
              <a:path w="80368" h="55418" extrusionOk="0">
                <a:moveTo>
                  <a:pt x="46371" y="0"/>
                </a:moveTo>
                <a:cubicBezTo>
                  <a:pt x="19962" y="0"/>
                  <a:pt x="0" y="28246"/>
                  <a:pt x="11472" y="55418"/>
                </a:cubicBezTo>
                <a:lnTo>
                  <a:pt x="22592" y="50059"/>
                </a:lnTo>
                <a:cubicBezTo>
                  <a:pt x="20704" y="46735"/>
                  <a:pt x="19449" y="43018"/>
                  <a:pt x="18973" y="39136"/>
                </a:cubicBezTo>
                <a:cubicBezTo>
                  <a:pt x="17971" y="31216"/>
                  <a:pt x="20327" y="22895"/>
                  <a:pt x="25325" y="16576"/>
                </a:cubicBezTo>
                <a:cubicBezTo>
                  <a:pt x="31305" y="8805"/>
                  <a:pt x="41012" y="4407"/>
                  <a:pt x="50771" y="4407"/>
                </a:cubicBezTo>
                <a:cubicBezTo>
                  <a:pt x="53802" y="4407"/>
                  <a:pt x="56838" y="4831"/>
                  <a:pt x="59768" y="5710"/>
                </a:cubicBezTo>
                <a:cubicBezTo>
                  <a:pt x="68426" y="8156"/>
                  <a:pt x="75993" y="14229"/>
                  <a:pt x="80367" y="22214"/>
                </a:cubicBezTo>
                <a:cubicBezTo>
                  <a:pt x="76789" y="13506"/>
                  <a:pt x="69575" y="6375"/>
                  <a:pt x="60786" y="2788"/>
                </a:cubicBezTo>
                <a:cubicBezTo>
                  <a:pt x="55872" y="876"/>
                  <a:pt x="51021" y="0"/>
                  <a:pt x="463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7"/>
          <p:cNvSpPr/>
          <p:nvPr/>
        </p:nvSpPr>
        <p:spPr>
          <a:xfrm rot="8999862">
            <a:off x="256913" y="-1183802"/>
            <a:ext cx="2055025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7511349" y="628141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27"/>
          <p:cNvGrpSpPr/>
          <p:nvPr/>
        </p:nvGrpSpPr>
        <p:grpSpPr>
          <a:xfrm>
            <a:off x="7035184" y="2691969"/>
            <a:ext cx="75796" cy="72962"/>
            <a:chOff x="6053622" y="2610669"/>
            <a:chExt cx="75796" cy="72962"/>
          </a:xfrm>
        </p:grpSpPr>
        <p:sp>
          <p:nvSpPr>
            <p:cNvPr id="506" name="Google Shape;506;p27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7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27"/>
          <p:cNvGrpSpPr/>
          <p:nvPr/>
        </p:nvGrpSpPr>
        <p:grpSpPr>
          <a:xfrm>
            <a:off x="2164373" y="3773994"/>
            <a:ext cx="111300" cy="113397"/>
            <a:chOff x="7476160" y="2457382"/>
            <a:chExt cx="111300" cy="113397"/>
          </a:xfrm>
        </p:grpSpPr>
        <p:sp>
          <p:nvSpPr>
            <p:cNvPr id="509" name="Google Shape;509;p27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7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7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7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513;p27"/>
          <p:cNvGrpSpPr/>
          <p:nvPr/>
        </p:nvGrpSpPr>
        <p:grpSpPr>
          <a:xfrm>
            <a:off x="4435655" y="4608579"/>
            <a:ext cx="272704" cy="113685"/>
            <a:chOff x="5079805" y="2309104"/>
            <a:chExt cx="272704" cy="113685"/>
          </a:xfrm>
        </p:grpSpPr>
        <p:sp>
          <p:nvSpPr>
            <p:cNvPr id="514" name="Google Shape;514;p27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7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7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7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7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7"/>
          <p:cNvSpPr/>
          <p:nvPr/>
        </p:nvSpPr>
        <p:spPr>
          <a:xfrm rot="-5400000">
            <a:off x="8807794" y="4641050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7"/>
          <p:cNvSpPr/>
          <p:nvPr/>
        </p:nvSpPr>
        <p:spPr>
          <a:xfrm rot="10800000">
            <a:off x="5152858" y="-12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7"/>
          <p:cNvSpPr/>
          <p:nvPr/>
        </p:nvSpPr>
        <p:spPr>
          <a:xfrm rot="5400000">
            <a:off x="-57731" y="150181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sz="35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2" r:id="rId11"/>
    <p:sldLayoutId id="2147483663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177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3" Type="http://schemas.openxmlformats.org/officeDocument/2006/relationships/slide" Target="slide23.xml"/><Relationship Id="rId7" Type="http://schemas.openxmlformats.org/officeDocument/2006/relationships/hyperlink" Target="http://bit.ly/33VAFh3" TargetMode="External"/><Relationship Id="rId12" Type="http://schemas.openxmlformats.org/officeDocument/2006/relationships/hyperlink" Target="https://www.videvo.net/?utm_source=slidesgo_template&amp;utm_medium=referral-link&amp;utm_campaign=sg_resources&amp;utm_content=videv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it.ly/30B07Gq" TargetMode="External"/><Relationship Id="rId11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5" Type="http://schemas.openxmlformats.org/officeDocument/2006/relationships/hyperlink" Target="https://bit.ly/3A1uf1Q" TargetMode="External"/><Relationship Id="rId10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4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9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hyperlink" Target="https://docs.google.com/spreadsheets/d/149hi2rr7ssZ0jTlFRTna2IdKmZZvxeg1CNZjiIMMOBs/copy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1"/>
          <p:cNvSpPr txBox="1">
            <a:spLocks noGrp="1"/>
          </p:cNvSpPr>
          <p:nvPr>
            <p:ph type="subTitle" idx="1"/>
          </p:nvPr>
        </p:nvSpPr>
        <p:spPr>
          <a:xfrm>
            <a:off x="2581200" y="3405900"/>
            <a:ext cx="39816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where your presentation begins</a:t>
            </a:r>
            <a:endParaRPr/>
          </a:p>
        </p:txBody>
      </p:sp>
      <p:sp>
        <p:nvSpPr>
          <p:cNvPr id="536" name="Google Shape;536;p31"/>
          <p:cNvSpPr txBox="1">
            <a:spLocks noGrp="1"/>
          </p:cNvSpPr>
          <p:nvPr>
            <p:ph type="ctrTitle"/>
          </p:nvPr>
        </p:nvSpPr>
        <p:spPr>
          <a:xfrm>
            <a:off x="867150" y="1267800"/>
            <a:ext cx="7409700" cy="19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Sociology Research Center</a:t>
            </a:r>
            <a:endParaRPr/>
          </a:p>
        </p:txBody>
      </p:sp>
      <p:sp>
        <p:nvSpPr>
          <p:cNvPr id="537" name="Google Shape;537;p31"/>
          <p:cNvSpPr/>
          <p:nvPr/>
        </p:nvSpPr>
        <p:spPr>
          <a:xfrm>
            <a:off x="2626024" y="115403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538;p31"/>
          <p:cNvGrpSpPr/>
          <p:nvPr/>
        </p:nvGrpSpPr>
        <p:grpSpPr>
          <a:xfrm>
            <a:off x="6318059" y="1042444"/>
            <a:ext cx="75796" cy="72962"/>
            <a:chOff x="6053622" y="2610669"/>
            <a:chExt cx="75796" cy="72962"/>
          </a:xfrm>
        </p:grpSpPr>
        <p:sp>
          <p:nvSpPr>
            <p:cNvPr id="539" name="Google Shape;539;p31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31"/>
          <p:cNvGrpSpPr/>
          <p:nvPr/>
        </p:nvGrpSpPr>
        <p:grpSpPr>
          <a:xfrm>
            <a:off x="2086873" y="4768244"/>
            <a:ext cx="111300" cy="113397"/>
            <a:chOff x="7476160" y="2457382"/>
            <a:chExt cx="111300" cy="113397"/>
          </a:xfrm>
        </p:grpSpPr>
        <p:sp>
          <p:nvSpPr>
            <p:cNvPr id="542" name="Google Shape;542;p31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1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1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6" name="Google Shape;546;p31"/>
          <p:cNvGrpSpPr/>
          <p:nvPr/>
        </p:nvGrpSpPr>
        <p:grpSpPr>
          <a:xfrm>
            <a:off x="8294430" y="3436154"/>
            <a:ext cx="272704" cy="113685"/>
            <a:chOff x="5079805" y="2309104"/>
            <a:chExt cx="272704" cy="113685"/>
          </a:xfrm>
        </p:grpSpPr>
        <p:sp>
          <p:nvSpPr>
            <p:cNvPr id="547" name="Google Shape;547;p31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1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1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2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Contents of this template</a:t>
            </a:r>
            <a:endParaRPr/>
          </a:p>
        </p:txBody>
      </p:sp>
      <p:graphicFrame>
        <p:nvGraphicFramePr>
          <p:cNvPr id="560" name="Google Shape;560;p32"/>
          <p:cNvGraphicFramePr/>
          <p:nvPr/>
        </p:nvGraphicFramePr>
        <p:xfrm>
          <a:off x="720000" y="172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{C644210D-A4A0-4168-A485-7CCF8A3FE677}</a:tableStyleId>
              </a:tblPr>
              <a:tblGrid>
                <a:gridCol w="26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Fonts</a:t>
                      </a:r>
                      <a:endParaRPr sz="1100" b="1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Used </a:t>
                      </a:r>
                      <a:r>
                        <a:rPr lang="en-GB" sz="1100" b="1">
                          <a:solidFill>
                            <a:schemeClr val="dk1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and </a:t>
                      </a:r>
                      <a:r>
                        <a:rPr 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 resources</a:t>
                      </a:r>
                      <a:endParaRPr sz="1100" b="1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Thanks slide</a:t>
                      </a:r>
                      <a:endParaRPr sz="1100" b="1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Colors</a:t>
                      </a:r>
                      <a:endParaRPr sz="1100" b="1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Icons </a:t>
                      </a:r>
                      <a:r>
                        <a:rPr lang="en-GB" sz="1100" b="1">
                          <a:solidFill>
                            <a:schemeClr val="dk1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and </a:t>
                      </a:r>
                      <a:r>
                        <a:rPr lang="en-GB" sz="1100" b="1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Be Vietnam Pro"/>
                          <a:ea typeface="Be Vietnam Pro"/>
                          <a:cs typeface="Be Vietnam Pro"/>
                          <a:sym typeface="Be Vietnam Pro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infographic resources</a:t>
                      </a:r>
                      <a:endParaRPr sz="1100" b="1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Editable presentation theme </a:t>
                      </a:r>
                      <a:endParaRPr sz="1100" b="1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You can edit the master slides easily. For more info, click </a:t>
                      </a:r>
                      <a:r>
                        <a:rPr lang="en-GB" sz="1000" u="sng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1000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61" name="Google Shape;561;p32"/>
          <p:cNvSpPr txBox="1"/>
          <p:nvPr/>
        </p:nvSpPr>
        <p:spPr>
          <a:xfrm>
            <a:off x="891224" y="4141300"/>
            <a:ext cx="354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0124D"/>
                </a:solidFill>
                <a:latin typeface="Actor"/>
                <a:ea typeface="Actor"/>
                <a:cs typeface="Actor"/>
                <a:sym typeface="Actor"/>
              </a:rPr>
              <a:t>For more info:</a:t>
            </a:r>
            <a:r>
              <a:rPr lang="en-GB" sz="800">
                <a:solidFill>
                  <a:srgbClr val="20124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br>
              <a:rPr lang="en-GB" sz="800">
                <a:solidFill>
                  <a:srgbClr val="20124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GB" sz="1000" b="1">
                <a:solidFill>
                  <a:srgbClr val="20124D"/>
                </a:solidFill>
                <a:uFill>
                  <a:noFill/>
                </a:uFill>
                <a:latin typeface="Be Vietnam Pro"/>
                <a:ea typeface="Be Vietnam Pro"/>
                <a:cs typeface="Be Vietnam Pro"/>
                <a:sym typeface="Be Vietnam Pro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</a:t>
            </a:r>
            <a:r>
              <a:rPr lang="en-GB" sz="1000" b="1">
                <a:solidFill>
                  <a:srgbClr val="2012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| </a:t>
            </a:r>
            <a:r>
              <a:rPr lang="en-GB" sz="1000" b="1">
                <a:solidFill>
                  <a:srgbClr val="20124D"/>
                </a:solidFill>
                <a:uFill>
                  <a:noFill/>
                </a:uFill>
                <a:latin typeface="Be Vietnam Pro"/>
                <a:ea typeface="Be Vietnam Pro"/>
                <a:cs typeface="Be Vietnam Pro"/>
                <a:sym typeface="Be Vietnam Pro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-GB" sz="1000" b="1">
                <a:solidFill>
                  <a:srgbClr val="2012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| </a:t>
            </a:r>
            <a:r>
              <a:rPr lang="en-GB" sz="1000" b="1">
                <a:solidFill>
                  <a:srgbClr val="20124D"/>
                </a:solidFill>
                <a:uFill>
                  <a:noFill/>
                </a:uFill>
                <a:latin typeface="Be Vietnam Pro"/>
                <a:ea typeface="Be Vietnam Pro"/>
                <a:cs typeface="Be Vietnam Pro"/>
                <a:sym typeface="Be Vietnam Pro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</a:t>
            </a:r>
            <a:r>
              <a:rPr lang="en-GB" sz="1000" b="1">
                <a:solidFill>
                  <a:srgbClr val="2012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</a:t>
            </a:r>
            <a:endParaRPr sz="1000" b="1">
              <a:solidFill>
                <a:srgbClr val="20124D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62" name="Google Shape;562;p32"/>
          <p:cNvSpPr txBox="1"/>
          <p:nvPr/>
        </p:nvSpPr>
        <p:spPr>
          <a:xfrm>
            <a:off x="4705299" y="4141300"/>
            <a:ext cx="354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0124D"/>
                </a:solidFill>
                <a:latin typeface="Actor"/>
                <a:ea typeface="Actor"/>
                <a:cs typeface="Actor"/>
                <a:sym typeface="Actor"/>
              </a:rPr>
              <a:t>You can visit our sister projects:</a:t>
            </a:r>
            <a:r>
              <a:rPr lang="en-GB" sz="800" b="1">
                <a:solidFill>
                  <a:srgbClr val="2012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/>
            </a:r>
            <a:br>
              <a:rPr lang="en-GB" sz="800" b="1">
                <a:solidFill>
                  <a:srgbClr val="20124D"/>
                </a:solidFill>
                <a:latin typeface="Be Vietnam Pro"/>
                <a:ea typeface="Be Vietnam Pro"/>
                <a:cs typeface="Be Vietnam Pro"/>
                <a:sym typeface="Be Vietnam Pro"/>
              </a:rPr>
            </a:br>
            <a:r>
              <a:rPr lang="en-GB" sz="1000" b="1">
                <a:solidFill>
                  <a:srgbClr val="20124D"/>
                </a:solidFill>
                <a:uFill>
                  <a:noFill/>
                </a:uFill>
                <a:latin typeface="Be Vietnam Pro"/>
                <a:ea typeface="Be Vietnam Pro"/>
                <a:cs typeface="Be Vietnam Pro"/>
                <a:sym typeface="Be Vietnam Pro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-GB" sz="1000" b="1">
                <a:solidFill>
                  <a:srgbClr val="2012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| </a:t>
            </a:r>
            <a:r>
              <a:rPr lang="en-GB" sz="1000" b="1">
                <a:solidFill>
                  <a:srgbClr val="20124D"/>
                </a:solidFill>
                <a:uFill>
                  <a:noFill/>
                </a:uFill>
                <a:latin typeface="Be Vietnam Pro"/>
                <a:ea typeface="Be Vietnam Pro"/>
                <a:cs typeface="Be Vietnam Pro"/>
                <a:sym typeface="Be Vietnam Pro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-GB" sz="1000" b="1">
                <a:solidFill>
                  <a:srgbClr val="2012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| </a:t>
            </a:r>
            <a:r>
              <a:rPr lang="en-GB" sz="1000" b="1">
                <a:solidFill>
                  <a:srgbClr val="20124D"/>
                </a:solidFill>
                <a:uFill>
                  <a:noFill/>
                </a:uFill>
                <a:latin typeface="Be Vietnam Pro"/>
                <a:ea typeface="Be Vietnam Pro"/>
                <a:cs typeface="Be Vietnam Pro"/>
                <a:sym typeface="Be Vietnam Pro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-GB" sz="1000" b="1">
                <a:solidFill>
                  <a:srgbClr val="2012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| </a:t>
            </a:r>
            <a:r>
              <a:rPr lang="en-GB" sz="1000" b="1">
                <a:solidFill>
                  <a:srgbClr val="20124D"/>
                </a:solidFill>
                <a:uFill>
                  <a:noFill/>
                </a:uFill>
                <a:latin typeface="Be Vietnam Pro"/>
                <a:ea typeface="Be Vietnam Pro"/>
                <a:cs typeface="Be Vietnam Pro"/>
                <a:sym typeface="Be Vietnam Pro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 </a:t>
            </a:r>
            <a:r>
              <a:rPr lang="en-GB" sz="1000" b="1">
                <a:solidFill>
                  <a:srgbClr val="20124D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| </a:t>
            </a:r>
            <a:r>
              <a:rPr lang="en-GB" sz="1000" b="1">
                <a:solidFill>
                  <a:srgbClr val="20124D"/>
                </a:solidFill>
                <a:uFill>
                  <a:noFill/>
                </a:uFill>
                <a:latin typeface="Be Vietnam Pro"/>
                <a:ea typeface="Be Vietnam Pro"/>
                <a:cs typeface="Be Vietnam Pro"/>
                <a:sym typeface="Be Vietnam Pro"/>
                <a:hlinkClick r:id="rId1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VIDEVO</a:t>
            </a:r>
            <a:endParaRPr sz="1000" b="1">
              <a:solidFill>
                <a:srgbClr val="20124D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563" name="Google Shape;563;p32"/>
          <p:cNvSpPr txBox="1">
            <a:spLocks noGrp="1"/>
          </p:cNvSpPr>
          <p:nvPr>
            <p:ph type="subTitle" idx="1"/>
          </p:nvPr>
        </p:nvSpPr>
        <p:spPr>
          <a:xfrm>
            <a:off x="720000" y="1187550"/>
            <a:ext cx="57342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delete this slide when you’re done editing the presentation</a:t>
            </a:r>
            <a:endParaRPr/>
          </a:p>
        </p:txBody>
      </p:sp>
      <p:sp>
        <p:nvSpPr>
          <p:cNvPr id="564" name="Google Shape;564;p32"/>
          <p:cNvSpPr/>
          <p:nvPr/>
        </p:nvSpPr>
        <p:spPr>
          <a:xfrm>
            <a:off x="8779349" y="4679828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5" name="Google Shape;565;p32"/>
          <p:cNvGrpSpPr/>
          <p:nvPr/>
        </p:nvGrpSpPr>
        <p:grpSpPr>
          <a:xfrm>
            <a:off x="7732934" y="138019"/>
            <a:ext cx="75796" cy="72962"/>
            <a:chOff x="6053622" y="2610669"/>
            <a:chExt cx="75796" cy="72962"/>
          </a:xfrm>
        </p:grpSpPr>
        <p:sp>
          <p:nvSpPr>
            <p:cNvPr id="566" name="Google Shape;566;p32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2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" name="Google Shape;568;p32"/>
          <p:cNvGrpSpPr/>
          <p:nvPr/>
        </p:nvGrpSpPr>
        <p:grpSpPr>
          <a:xfrm>
            <a:off x="2097973" y="4984644"/>
            <a:ext cx="111300" cy="113397"/>
            <a:chOff x="7476160" y="2457382"/>
            <a:chExt cx="111300" cy="113397"/>
          </a:xfrm>
        </p:grpSpPr>
        <p:sp>
          <p:nvSpPr>
            <p:cNvPr id="569" name="Google Shape;569;p32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2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2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2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3" name="Google Shape;573;p32"/>
          <p:cNvGrpSpPr/>
          <p:nvPr/>
        </p:nvGrpSpPr>
        <p:grpSpPr>
          <a:xfrm rot="5400000">
            <a:off x="152218" y="1471954"/>
            <a:ext cx="272704" cy="113685"/>
            <a:chOff x="5079805" y="2309104"/>
            <a:chExt cx="272704" cy="113685"/>
          </a:xfrm>
        </p:grpSpPr>
        <p:sp>
          <p:nvSpPr>
            <p:cNvPr id="574" name="Google Shape;574;p32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3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/>
          </a:p>
        </p:txBody>
      </p:sp>
      <p:sp>
        <p:nvSpPr>
          <p:cNvPr id="587" name="Google Shape;587;p33"/>
          <p:cNvSpPr txBox="1">
            <a:spLocks noGrp="1"/>
          </p:cNvSpPr>
          <p:nvPr>
            <p:ph type="subTitle" idx="3"/>
          </p:nvPr>
        </p:nvSpPr>
        <p:spPr>
          <a:xfrm>
            <a:off x="5932462" y="3878913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describe the topic of the section here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588" name="Google Shape;588;p33"/>
          <p:cNvSpPr txBox="1">
            <a:spLocks noGrp="1"/>
          </p:cNvSpPr>
          <p:nvPr>
            <p:ph type="subTitle" idx="1"/>
          </p:nvPr>
        </p:nvSpPr>
        <p:spPr>
          <a:xfrm>
            <a:off x="1882237" y="2069288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describe the topic of the section here</a:t>
            </a:r>
            <a:endParaRPr/>
          </a:p>
        </p:txBody>
      </p:sp>
      <p:sp>
        <p:nvSpPr>
          <p:cNvPr id="589" name="Google Shape;589;p33"/>
          <p:cNvSpPr txBox="1">
            <a:spLocks noGrp="1"/>
          </p:cNvSpPr>
          <p:nvPr>
            <p:ph type="subTitle" idx="2"/>
          </p:nvPr>
        </p:nvSpPr>
        <p:spPr>
          <a:xfrm>
            <a:off x="1882239" y="3878942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describe the topic of the section here</a:t>
            </a:r>
            <a:endParaRPr/>
          </a:p>
        </p:txBody>
      </p:sp>
      <p:sp>
        <p:nvSpPr>
          <p:cNvPr id="590" name="Google Shape;590;p33"/>
          <p:cNvSpPr txBox="1">
            <a:spLocks noGrp="1"/>
          </p:cNvSpPr>
          <p:nvPr>
            <p:ph type="subTitle" idx="4"/>
          </p:nvPr>
        </p:nvSpPr>
        <p:spPr>
          <a:xfrm>
            <a:off x="5932462" y="2069288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describe the topic of the section here</a:t>
            </a:r>
            <a:endParaRPr/>
          </a:p>
        </p:txBody>
      </p:sp>
      <p:sp>
        <p:nvSpPr>
          <p:cNvPr id="591" name="Google Shape;591;p33"/>
          <p:cNvSpPr txBox="1">
            <a:spLocks noGrp="1"/>
          </p:cNvSpPr>
          <p:nvPr>
            <p:ph type="title" idx="5"/>
          </p:nvPr>
        </p:nvSpPr>
        <p:spPr>
          <a:xfrm>
            <a:off x="901825" y="1420050"/>
            <a:ext cx="903900" cy="12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592" name="Google Shape;592;p33"/>
          <p:cNvSpPr txBox="1">
            <a:spLocks noGrp="1"/>
          </p:cNvSpPr>
          <p:nvPr>
            <p:ph type="title" idx="6"/>
          </p:nvPr>
        </p:nvSpPr>
        <p:spPr>
          <a:xfrm>
            <a:off x="4952071" y="3229851"/>
            <a:ext cx="904200" cy="12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/>
          </a:p>
        </p:txBody>
      </p:sp>
      <p:sp>
        <p:nvSpPr>
          <p:cNvPr id="593" name="Google Shape;593;p33"/>
          <p:cNvSpPr txBox="1">
            <a:spLocks noGrp="1"/>
          </p:cNvSpPr>
          <p:nvPr>
            <p:ph type="title" idx="7"/>
          </p:nvPr>
        </p:nvSpPr>
        <p:spPr>
          <a:xfrm>
            <a:off x="902000" y="3229851"/>
            <a:ext cx="903900" cy="12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594" name="Google Shape;594;p33"/>
          <p:cNvSpPr txBox="1">
            <a:spLocks noGrp="1"/>
          </p:cNvSpPr>
          <p:nvPr>
            <p:ph type="title" idx="8"/>
          </p:nvPr>
        </p:nvSpPr>
        <p:spPr>
          <a:xfrm>
            <a:off x="4952074" y="1420050"/>
            <a:ext cx="904200" cy="12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595" name="Google Shape;595;p33"/>
          <p:cNvSpPr txBox="1">
            <a:spLocks noGrp="1"/>
          </p:cNvSpPr>
          <p:nvPr>
            <p:ph type="subTitle" idx="9"/>
          </p:nvPr>
        </p:nvSpPr>
        <p:spPr>
          <a:xfrm>
            <a:off x="1882250" y="1420030"/>
            <a:ext cx="2309700" cy="8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teaching method</a:t>
            </a:r>
            <a:endParaRPr/>
          </a:p>
        </p:txBody>
      </p:sp>
      <p:sp>
        <p:nvSpPr>
          <p:cNvPr id="596" name="Google Shape;596;p33"/>
          <p:cNvSpPr txBox="1">
            <a:spLocks noGrp="1"/>
          </p:cNvSpPr>
          <p:nvPr>
            <p:ph type="subTitle" idx="13"/>
          </p:nvPr>
        </p:nvSpPr>
        <p:spPr>
          <a:xfrm>
            <a:off x="1882250" y="3229841"/>
            <a:ext cx="2309700" cy="8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academic areas</a:t>
            </a:r>
            <a:endParaRPr/>
          </a:p>
        </p:txBody>
      </p:sp>
      <p:sp>
        <p:nvSpPr>
          <p:cNvPr id="597" name="Google Shape;597;p33"/>
          <p:cNvSpPr txBox="1">
            <a:spLocks noGrp="1"/>
          </p:cNvSpPr>
          <p:nvPr>
            <p:ph type="subTitle" idx="14"/>
          </p:nvPr>
        </p:nvSpPr>
        <p:spPr>
          <a:xfrm>
            <a:off x="5932459" y="3229800"/>
            <a:ext cx="2309700" cy="8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Enrollment process</a:t>
            </a:r>
            <a:endParaRPr/>
          </a:p>
        </p:txBody>
      </p:sp>
      <p:sp>
        <p:nvSpPr>
          <p:cNvPr id="598" name="Google Shape;598;p33"/>
          <p:cNvSpPr txBox="1">
            <a:spLocks noGrp="1"/>
          </p:cNvSpPr>
          <p:nvPr>
            <p:ph type="subTitle" idx="15"/>
          </p:nvPr>
        </p:nvSpPr>
        <p:spPr>
          <a:xfrm>
            <a:off x="5932475" y="1420002"/>
            <a:ext cx="2309700" cy="8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school’s teachers</a:t>
            </a:r>
            <a:endParaRPr/>
          </a:p>
        </p:txBody>
      </p:sp>
      <p:sp>
        <p:nvSpPr>
          <p:cNvPr id="599" name="Google Shape;599;p33"/>
          <p:cNvSpPr/>
          <p:nvPr/>
        </p:nvSpPr>
        <p:spPr>
          <a:xfrm>
            <a:off x="3707999" y="67278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0" name="Google Shape;600;p33"/>
          <p:cNvGrpSpPr/>
          <p:nvPr/>
        </p:nvGrpSpPr>
        <p:grpSpPr>
          <a:xfrm>
            <a:off x="6944709" y="670669"/>
            <a:ext cx="75796" cy="72962"/>
            <a:chOff x="6053622" y="2610669"/>
            <a:chExt cx="75796" cy="72962"/>
          </a:xfrm>
        </p:grpSpPr>
        <p:sp>
          <p:nvSpPr>
            <p:cNvPr id="601" name="Google Shape;601;p33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" name="Google Shape;603;p33"/>
          <p:cNvGrpSpPr/>
          <p:nvPr/>
        </p:nvGrpSpPr>
        <p:grpSpPr>
          <a:xfrm>
            <a:off x="6303773" y="4747832"/>
            <a:ext cx="111300" cy="113397"/>
            <a:chOff x="7476160" y="2457382"/>
            <a:chExt cx="111300" cy="113397"/>
          </a:xfrm>
        </p:grpSpPr>
        <p:sp>
          <p:nvSpPr>
            <p:cNvPr id="604" name="Google Shape;604;p33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3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3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3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" name="Google Shape;608;p33"/>
          <p:cNvGrpSpPr/>
          <p:nvPr/>
        </p:nvGrpSpPr>
        <p:grpSpPr>
          <a:xfrm>
            <a:off x="121430" y="3547129"/>
            <a:ext cx="272704" cy="113685"/>
            <a:chOff x="5079805" y="2309104"/>
            <a:chExt cx="272704" cy="113685"/>
          </a:xfrm>
        </p:grpSpPr>
        <p:sp>
          <p:nvSpPr>
            <p:cNvPr id="609" name="Google Shape;609;p33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3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3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3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3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3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3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5"/>
          <p:cNvSpPr txBox="1">
            <a:spLocks noGrp="1"/>
          </p:cNvSpPr>
          <p:nvPr>
            <p:ph type="title"/>
          </p:nvPr>
        </p:nvSpPr>
        <p:spPr>
          <a:xfrm>
            <a:off x="789425" y="1235025"/>
            <a:ext cx="38520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647" name="Google Shape;647;p35"/>
          <p:cNvSpPr txBox="1">
            <a:spLocks noGrp="1"/>
          </p:cNvSpPr>
          <p:nvPr>
            <p:ph type="subTitle" idx="1"/>
          </p:nvPr>
        </p:nvSpPr>
        <p:spPr>
          <a:xfrm>
            <a:off x="789425" y="2102625"/>
            <a:ext cx="3852000" cy="17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Mercury is the closest planet</a:t>
            </a:r>
            <a:r>
              <a:rPr lang="en-GB"/>
              <a:t> to the Sun and the smallest one in the </a:t>
            </a:r>
            <a:r>
              <a:rPr lang="en-GB" b="1"/>
              <a:t>Solar System</a:t>
            </a:r>
            <a:r>
              <a:rPr lang="en-GB"/>
              <a:t>—it’s only a bit larger than the Moon. The planet’s name has nothing to do with the liquid metal, since Mercury was named after a </a:t>
            </a:r>
            <a:r>
              <a:rPr lang="en-GB" b="1"/>
              <a:t>Roman god</a:t>
            </a:r>
            <a:endParaRPr b="1"/>
          </a:p>
        </p:txBody>
      </p:sp>
      <p:sp>
        <p:nvSpPr>
          <p:cNvPr id="648" name="Google Shape;648;p35"/>
          <p:cNvSpPr/>
          <p:nvPr/>
        </p:nvSpPr>
        <p:spPr>
          <a:xfrm>
            <a:off x="2883099" y="4859403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9" name="Google Shape;649;p35"/>
          <p:cNvGrpSpPr/>
          <p:nvPr/>
        </p:nvGrpSpPr>
        <p:grpSpPr>
          <a:xfrm>
            <a:off x="94459" y="2535269"/>
            <a:ext cx="75796" cy="72962"/>
            <a:chOff x="6053622" y="2610669"/>
            <a:chExt cx="75796" cy="72962"/>
          </a:xfrm>
        </p:grpSpPr>
        <p:sp>
          <p:nvSpPr>
            <p:cNvPr id="650" name="Google Shape;650;p35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5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2" name="Google Shape;652;p35"/>
          <p:cNvGrpSpPr/>
          <p:nvPr/>
        </p:nvGrpSpPr>
        <p:grpSpPr>
          <a:xfrm>
            <a:off x="5336373" y="176569"/>
            <a:ext cx="111300" cy="113397"/>
            <a:chOff x="7476160" y="2457382"/>
            <a:chExt cx="111300" cy="113397"/>
          </a:xfrm>
        </p:grpSpPr>
        <p:sp>
          <p:nvSpPr>
            <p:cNvPr id="653" name="Google Shape;653;p35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5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5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5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7" name="Google Shape;657;p35"/>
          <p:cNvGrpSpPr/>
          <p:nvPr/>
        </p:nvGrpSpPr>
        <p:grpSpPr>
          <a:xfrm>
            <a:off x="5255680" y="4495954"/>
            <a:ext cx="272704" cy="113685"/>
            <a:chOff x="5079805" y="2309104"/>
            <a:chExt cx="272704" cy="113685"/>
          </a:xfrm>
        </p:grpSpPr>
        <p:sp>
          <p:nvSpPr>
            <p:cNvPr id="658" name="Google Shape;658;p35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5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5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5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5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5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5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5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6" name="Google Shape;666;p35"/>
          <p:cNvSpPr/>
          <p:nvPr/>
        </p:nvSpPr>
        <p:spPr>
          <a:xfrm>
            <a:off x="4908554" y="-524050"/>
            <a:ext cx="1870246" cy="1785765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35"/>
          <p:cNvSpPr/>
          <p:nvPr/>
        </p:nvSpPr>
        <p:spPr>
          <a:xfrm rot="-307">
            <a:off x="4268779" y="3993331"/>
            <a:ext cx="2246487" cy="1549072"/>
          </a:xfrm>
          <a:custGeom>
            <a:avLst/>
            <a:gdLst/>
            <a:ahLst/>
            <a:cxnLst/>
            <a:rect l="l" t="t" r="r" b="b"/>
            <a:pathLst>
              <a:path w="80368" h="55418" extrusionOk="0">
                <a:moveTo>
                  <a:pt x="46371" y="0"/>
                </a:moveTo>
                <a:cubicBezTo>
                  <a:pt x="19962" y="0"/>
                  <a:pt x="0" y="28246"/>
                  <a:pt x="11472" y="55418"/>
                </a:cubicBezTo>
                <a:lnTo>
                  <a:pt x="22592" y="50059"/>
                </a:lnTo>
                <a:cubicBezTo>
                  <a:pt x="20704" y="46735"/>
                  <a:pt x="19449" y="43018"/>
                  <a:pt x="18973" y="39136"/>
                </a:cubicBezTo>
                <a:cubicBezTo>
                  <a:pt x="17971" y="31216"/>
                  <a:pt x="20327" y="22895"/>
                  <a:pt x="25325" y="16576"/>
                </a:cubicBezTo>
                <a:cubicBezTo>
                  <a:pt x="31305" y="8805"/>
                  <a:pt x="41012" y="4407"/>
                  <a:pt x="50771" y="4407"/>
                </a:cubicBezTo>
                <a:cubicBezTo>
                  <a:pt x="53802" y="4407"/>
                  <a:pt x="56838" y="4831"/>
                  <a:pt x="59768" y="5710"/>
                </a:cubicBezTo>
                <a:cubicBezTo>
                  <a:pt x="68426" y="8156"/>
                  <a:pt x="75993" y="14229"/>
                  <a:pt x="80367" y="22214"/>
                </a:cubicBezTo>
                <a:cubicBezTo>
                  <a:pt x="76789" y="13506"/>
                  <a:pt x="69575" y="6375"/>
                  <a:pt x="60786" y="2788"/>
                </a:cubicBezTo>
                <a:cubicBezTo>
                  <a:pt x="55872" y="876"/>
                  <a:pt x="51021" y="0"/>
                  <a:pt x="4637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35"/>
          <p:cNvSpPr/>
          <p:nvPr/>
        </p:nvSpPr>
        <p:spPr>
          <a:xfrm rot="10800000">
            <a:off x="3748919" y="-12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6"/>
          <p:cNvSpPr txBox="1">
            <a:spLocks noGrp="1"/>
          </p:cNvSpPr>
          <p:nvPr>
            <p:ph type="subTitle" idx="1"/>
          </p:nvPr>
        </p:nvSpPr>
        <p:spPr>
          <a:xfrm>
            <a:off x="1560750" y="1553538"/>
            <a:ext cx="6022500" cy="15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“This is a quote, words full of wisdom that someone </a:t>
            </a:r>
            <a:r>
              <a:rPr lang="en-GB" b="1"/>
              <a:t>important</a:t>
            </a:r>
            <a:r>
              <a:rPr lang="en-GB"/>
              <a:t> said and can make the reader get inspired.”</a:t>
            </a:r>
            <a:endParaRPr/>
          </a:p>
        </p:txBody>
      </p:sp>
      <p:sp>
        <p:nvSpPr>
          <p:cNvPr id="675" name="Google Shape;675;p36"/>
          <p:cNvSpPr txBox="1">
            <a:spLocks noGrp="1"/>
          </p:cNvSpPr>
          <p:nvPr>
            <p:ph type="title"/>
          </p:nvPr>
        </p:nvSpPr>
        <p:spPr>
          <a:xfrm>
            <a:off x="2871000" y="3550538"/>
            <a:ext cx="34020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—Someone Famous</a:t>
            </a:r>
            <a:endParaRPr/>
          </a:p>
        </p:txBody>
      </p:sp>
      <p:sp>
        <p:nvSpPr>
          <p:cNvPr id="676" name="Google Shape;676;p36"/>
          <p:cNvSpPr/>
          <p:nvPr/>
        </p:nvSpPr>
        <p:spPr>
          <a:xfrm>
            <a:off x="751737" y="405266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7" name="Google Shape;677;p36"/>
          <p:cNvGrpSpPr/>
          <p:nvPr/>
        </p:nvGrpSpPr>
        <p:grpSpPr>
          <a:xfrm>
            <a:off x="5768734" y="4750094"/>
            <a:ext cx="75796" cy="72962"/>
            <a:chOff x="6053622" y="2610669"/>
            <a:chExt cx="75796" cy="72962"/>
          </a:xfrm>
        </p:grpSpPr>
        <p:sp>
          <p:nvSpPr>
            <p:cNvPr id="678" name="Google Shape;678;p36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0" name="Google Shape;680;p36"/>
          <p:cNvGrpSpPr/>
          <p:nvPr/>
        </p:nvGrpSpPr>
        <p:grpSpPr>
          <a:xfrm>
            <a:off x="2620223" y="884819"/>
            <a:ext cx="111300" cy="113397"/>
            <a:chOff x="7476160" y="2457382"/>
            <a:chExt cx="111300" cy="113397"/>
          </a:xfrm>
        </p:grpSpPr>
        <p:sp>
          <p:nvSpPr>
            <p:cNvPr id="681" name="Google Shape;681;p36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5" name="Google Shape;685;p36"/>
          <p:cNvGrpSpPr/>
          <p:nvPr/>
        </p:nvGrpSpPr>
        <p:grpSpPr>
          <a:xfrm rot="5400000">
            <a:off x="7937780" y="2931479"/>
            <a:ext cx="272704" cy="113685"/>
            <a:chOff x="5079805" y="2309104"/>
            <a:chExt cx="272704" cy="113685"/>
          </a:xfrm>
        </p:grpSpPr>
        <p:sp>
          <p:nvSpPr>
            <p:cNvPr id="686" name="Google Shape;686;p36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4" name="Google Shape;694;p36"/>
          <p:cNvSpPr/>
          <p:nvPr/>
        </p:nvSpPr>
        <p:spPr>
          <a:xfrm>
            <a:off x="6497329" y="884688"/>
            <a:ext cx="113674" cy="113685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7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teaching method</a:t>
            </a:r>
            <a:endParaRPr/>
          </a:p>
        </p:txBody>
      </p:sp>
      <p:sp>
        <p:nvSpPr>
          <p:cNvPr id="700" name="Google Shape;700;p37"/>
          <p:cNvSpPr/>
          <p:nvPr/>
        </p:nvSpPr>
        <p:spPr>
          <a:xfrm>
            <a:off x="3445700" y="1554175"/>
            <a:ext cx="2259300" cy="4425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Methods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701" name="Google Shape;701;p37"/>
          <p:cNvSpPr/>
          <p:nvPr/>
        </p:nvSpPr>
        <p:spPr>
          <a:xfrm>
            <a:off x="716613" y="2820175"/>
            <a:ext cx="1749600" cy="4425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Activities</a:t>
            </a:r>
            <a:endParaRPr sz="18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702" name="Google Shape;702;p37"/>
          <p:cNvSpPr/>
          <p:nvPr/>
        </p:nvSpPr>
        <p:spPr>
          <a:xfrm>
            <a:off x="2704175" y="2820175"/>
            <a:ext cx="1749600" cy="4425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Goals</a:t>
            </a:r>
            <a:endParaRPr sz="18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703" name="Google Shape;703;p37"/>
          <p:cNvSpPr/>
          <p:nvPr/>
        </p:nvSpPr>
        <p:spPr>
          <a:xfrm>
            <a:off x="4690988" y="2820175"/>
            <a:ext cx="1749600" cy="4425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Feedback</a:t>
            </a:r>
            <a:endParaRPr sz="18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704" name="Google Shape;704;p37"/>
          <p:cNvSpPr/>
          <p:nvPr/>
        </p:nvSpPr>
        <p:spPr>
          <a:xfrm>
            <a:off x="6677787" y="2820175"/>
            <a:ext cx="1749600" cy="4425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Assessment</a:t>
            </a:r>
            <a:endParaRPr sz="18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cxnSp>
        <p:nvCxnSpPr>
          <p:cNvPr id="705" name="Google Shape;705;p37"/>
          <p:cNvCxnSpPr>
            <a:stCxn id="700" idx="2"/>
            <a:endCxn id="702" idx="0"/>
          </p:cNvCxnSpPr>
          <p:nvPr/>
        </p:nvCxnSpPr>
        <p:spPr>
          <a:xfrm rot="5400000">
            <a:off x="3665450" y="1910275"/>
            <a:ext cx="823500" cy="996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6" name="Google Shape;706;p37"/>
          <p:cNvCxnSpPr>
            <a:stCxn id="701" idx="0"/>
            <a:endCxn id="700" idx="2"/>
          </p:cNvCxnSpPr>
          <p:nvPr/>
        </p:nvCxnSpPr>
        <p:spPr>
          <a:xfrm rot="-5400000">
            <a:off x="2671563" y="916525"/>
            <a:ext cx="823500" cy="2983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7" name="Google Shape;707;p37"/>
          <p:cNvCxnSpPr>
            <a:stCxn id="700" idx="2"/>
            <a:endCxn id="704" idx="0"/>
          </p:cNvCxnSpPr>
          <p:nvPr/>
        </p:nvCxnSpPr>
        <p:spPr>
          <a:xfrm rot="-5400000" flipH="1">
            <a:off x="5652200" y="919825"/>
            <a:ext cx="823500" cy="2977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8" name="Google Shape;708;p37"/>
          <p:cNvCxnSpPr>
            <a:stCxn id="703" idx="0"/>
            <a:endCxn id="700" idx="2"/>
          </p:cNvCxnSpPr>
          <p:nvPr/>
        </p:nvCxnSpPr>
        <p:spPr>
          <a:xfrm rot="5400000" flipH="1">
            <a:off x="4658888" y="1913275"/>
            <a:ext cx="823500" cy="990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9" name="Google Shape;709;p37"/>
          <p:cNvSpPr txBox="1"/>
          <p:nvPr/>
        </p:nvSpPr>
        <p:spPr>
          <a:xfrm>
            <a:off x="822363" y="3494475"/>
            <a:ext cx="153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Mars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is actually a very cold place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710" name="Google Shape;710;p37"/>
          <p:cNvSpPr txBox="1"/>
          <p:nvPr/>
        </p:nvSpPr>
        <p:spPr>
          <a:xfrm>
            <a:off x="6784413" y="3494475"/>
            <a:ext cx="153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Jupiter is the biggest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planet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711" name="Google Shape;711;p37"/>
          <p:cNvSpPr txBox="1"/>
          <p:nvPr/>
        </p:nvSpPr>
        <p:spPr>
          <a:xfrm>
            <a:off x="2810313" y="3494475"/>
            <a:ext cx="1538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Mercury is the smallest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planet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712" name="Google Shape;712;p37"/>
          <p:cNvSpPr txBox="1"/>
          <p:nvPr/>
        </p:nvSpPr>
        <p:spPr>
          <a:xfrm>
            <a:off x="4798263" y="3494475"/>
            <a:ext cx="153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Venus has a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beautifu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l name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cxnSp>
        <p:nvCxnSpPr>
          <p:cNvPr id="713" name="Google Shape;713;p37"/>
          <p:cNvCxnSpPr>
            <a:stCxn id="701" idx="2"/>
            <a:endCxn id="709" idx="0"/>
          </p:cNvCxnSpPr>
          <p:nvPr/>
        </p:nvCxnSpPr>
        <p:spPr>
          <a:xfrm>
            <a:off x="1591413" y="3262675"/>
            <a:ext cx="0" cy="23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4" name="Google Shape;714;p37"/>
          <p:cNvCxnSpPr>
            <a:stCxn id="702" idx="2"/>
            <a:endCxn id="711" idx="0"/>
          </p:cNvCxnSpPr>
          <p:nvPr/>
        </p:nvCxnSpPr>
        <p:spPr>
          <a:xfrm>
            <a:off x="3578975" y="3262675"/>
            <a:ext cx="300" cy="23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5" name="Google Shape;715;p37"/>
          <p:cNvCxnSpPr>
            <a:stCxn id="703" idx="2"/>
            <a:endCxn id="712" idx="0"/>
          </p:cNvCxnSpPr>
          <p:nvPr/>
        </p:nvCxnSpPr>
        <p:spPr>
          <a:xfrm>
            <a:off x="5565788" y="3262675"/>
            <a:ext cx="600" cy="23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6" name="Google Shape;716;p37"/>
          <p:cNvCxnSpPr>
            <a:stCxn id="704" idx="2"/>
            <a:endCxn id="710" idx="0"/>
          </p:cNvCxnSpPr>
          <p:nvPr/>
        </p:nvCxnSpPr>
        <p:spPr>
          <a:xfrm>
            <a:off x="7552587" y="3262675"/>
            <a:ext cx="0" cy="231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17" name="Google Shape;717;p37"/>
          <p:cNvSpPr/>
          <p:nvPr/>
        </p:nvSpPr>
        <p:spPr>
          <a:xfrm rot="-5400000">
            <a:off x="8807791" y="2483972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37"/>
          <p:cNvSpPr/>
          <p:nvPr/>
        </p:nvSpPr>
        <p:spPr>
          <a:xfrm>
            <a:off x="5439858" y="4876188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37"/>
          <p:cNvSpPr/>
          <p:nvPr/>
        </p:nvSpPr>
        <p:spPr>
          <a:xfrm rot="10800000">
            <a:off x="1511956" y="0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37"/>
          <p:cNvSpPr/>
          <p:nvPr/>
        </p:nvSpPr>
        <p:spPr>
          <a:xfrm>
            <a:off x="7067874" y="9415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37"/>
          <p:cNvGrpSpPr/>
          <p:nvPr/>
        </p:nvGrpSpPr>
        <p:grpSpPr>
          <a:xfrm>
            <a:off x="341409" y="1384319"/>
            <a:ext cx="75796" cy="72962"/>
            <a:chOff x="6053622" y="2610669"/>
            <a:chExt cx="75796" cy="72962"/>
          </a:xfrm>
        </p:grpSpPr>
        <p:sp>
          <p:nvSpPr>
            <p:cNvPr id="722" name="Google Shape;722;p37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7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4" name="Google Shape;724;p37"/>
          <p:cNvGrpSpPr/>
          <p:nvPr/>
        </p:nvGrpSpPr>
        <p:grpSpPr>
          <a:xfrm>
            <a:off x="8084248" y="4721969"/>
            <a:ext cx="111300" cy="113397"/>
            <a:chOff x="7476160" y="2457382"/>
            <a:chExt cx="111300" cy="113397"/>
          </a:xfrm>
        </p:grpSpPr>
        <p:sp>
          <p:nvSpPr>
            <p:cNvPr id="725" name="Google Shape;725;p37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7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7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7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9" name="Google Shape;729;p37"/>
          <p:cNvGrpSpPr/>
          <p:nvPr/>
        </p:nvGrpSpPr>
        <p:grpSpPr>
          <a:xfrm rot="-5400000">
            <a:off x="2510980" y="4528779"/>
            <a:ext cx="272704" cy="113685"/>
            <a:chOff x="5079805" y="2309104"/>
            <a:chExt cx="272704" cy="113685"/>
          </a:xfrm>
        </p:grpSpPr>
        <p:sp>
          <p:nvSpPr>
            <p:cNvPr id="730" name="Google Shape;730;p37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7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7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7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7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7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7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7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8" name="Google Shape;738;p37"/>
          <p:cNvGrpSpPr/>
          <p:nvPr/>
        </p:nvGrpSpPr>
        <p:grpSpPr>
          <a:xfrm flipH="1"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739" name="Google Shape;739;p37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740" name="Google Shape;740;p37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1" name="Google Shape;741;p37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42" name="Google Shape;742;p37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743" name="Google Shape;743;p37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4" name="Google Shape;744;p37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45" name="Google Shape;745;p37"/>
          <p:cNvSpPr/>
          <p:nvPr/>
        </p:nvSpPr>
        <p:spPr>
          <a:xfrm rot="-5400307">
            <a:off x="4004067" y="3795058"/>
            <a:ext cx="1486766" cy="2140878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7"/>
          <p:cNvSpPr/>
          <p:nvPr/>
        </p:nvSpPr>
        <p:spPr>
          <a:xfrm rot="5400000">
            <a:off x="1040285" y="-931203"/>
            <a:ext cx="1486766" cy="2140878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9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sets us apart?</a:t>
            </a:r>
            <a:endParaRPr/>
          </a:p>
        </p:txBody>
      </p:sp>
      <p:sp>
        <p:nvSpPr>
          <p:cNvPr id="765" name="Google Shape;765;p39"/>
          <p:cNvSpPr txBox="1">
            <a:spLocks noGrp="1"/>
          </p:cNvSpPr>
          <p:nvPr>
            <p:ph type="subTitle" idx="1"/>
          </p:nvPr>
        </p:nvSpPr>
        <p:spPr>
          <a:xfrm>
            <a:off x="937700" y="289151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Mercury </a:t>
            </a:r>
            <a:r>
              <a:rPr lang="en-GB"/>
              <a:t>is the closest planet to the Sun and the smallest of them all</a:t>
            </a:r>
            <a:endParaRPr/>
          </a:p>
        </p:txBody>
      </p:sp>
      <p:sp>
        <p:nvSpPr>
          <p:cNvPr id="766" name="Google Shape;766;p39"/>
          <p:cNvSpPr txBox="1">
            <a:spLocks noGrp="1"/>
          </p:cNvSpPr>
          <p:nvPr>
            <p:ph type="subTitle" idx="2"/>
          </p:nvPr>
        </p:nvSpPr>
        <p:spPr>
          <a:xfrm>
            <a:off x="3484420" y="289151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 and is the second </a:t>
            </a:r>
            <a:r>
              <a:rPr lang="en-GB" b="1"/>
              <a:t>planet</a:t>
            </a:r>
            <a:r>
              <a:rPr lang="en-GB"/>
              <a:t> from the Sun</a:t>
            </a:r>
            <a:endParaRPr/>
          </a:p>
        </p:txBody>
      </p:sp>
      <p:sp>
        <p:nvSpPr>
          <p:cNvPr id="767" name="Google Shape;767;p39"/>
          <p:cNvSpPr txBox="1">
            <a:spLocks noGrp="1"/>
          </p:cNvSpPr>
          <p:nvPr>
            <p:ph type="subTitle" idx="3"/>
          </p:nvPr>
        </p:nvSpPr>
        <p:spPr>
          <a:xfrm>
            <a:off x="6031147" y="289151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Despite being </a:t>
            </a:r>
            <a:r>
              <a:rPr lang="en-GB" b="1"/>
              <a:t>red</a:t>
            </a:r>
            <a:r>
              <a:rPr lang="en-GB"/>
              <a:t>, Mars is actually a cold place. It’s full of iron oxide dust</a:t>
            </a:r>
            <a:endParaRPr/>
          </a:p>
        </p:txBody>
      </p:sp>
      <p:sp>
        <p:nvSpPr>
          <p:cNvPr id="768" name="Google Shape;768;p39"/>
          <p:cNvSpPr txBox="1">
            <a:spLocks noGrp="1"/>
          </p:cNvSpPr>
          <p:nvPr>
            <p:ph type="subTitle" idx="4"/>
          </p:nvPr>
        </p:nvSpPr>
        <p:spPr>
          <a:xfrm>
            <a:off x="937700" y="2613113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</a:t>
            </a:r>
            <a:endParaRPr/>
          </a:p>
        </p:txBody>
      </p:sp>
      <p:sp>
        <p:nvSpPr>
          <p:cNvPr id="769" name="Google Shape;769;p39"/>
          <p:cNvSpPr txBox="1">
            <a:spLocks noGrp="1"/>
          </p:cNvSpPr>
          <p:nvPr>
            <p:ph type="subTitle" idx="5"/>
          </p:nvPr>
        </p:nvSpPr>
        <p:spPr>
          <a:xfrm>
            <a:off x="3484421" y="2613113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/>
          </a:p>
        </p:txBody>
      </p:sp>
      <p:sp>
        <p:nvSpPr>
          <p:cNvPr id="770" name="Google Shape;770;p39"/>
          <p:cNvSpPr txBox="1">
            <a:spLocks noGrp="1"/>
          </p:cNvSpPr>
          <p:nvPr>
            <p:ph type="subTitle" idx="6"/>
          </p:nvPr>
        </p:nvSpPr>
        <p:spPr>
          <a:xfrm>
            <a:off x="6031149" y="2613113"/>
            <a:ext cx="21753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/>
          </a:p>
        </p:txBody>
      </p:sp>
      <p:sp>
        <p:nvSpPr>
          <p:cNvPr id="771" name="Google Shape;771;p39"/>
          <p:cNvSpPr/>
          <p:nvPr/>
        </p:nvSpPr>
        <p:spPr>
          <a:xfrm>
            <a:off x="6832450" y="1860438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39"/>
          <p:cNvSpPr/>
          <p:nvPr/>
        </p:nvSpPr>
        <p:spPr>
          <a:xfrm>
            <a:off x="4285650" y="1860438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9"/>
          <p:cNvSpPr/>
          <p:nvPr/>
        </p:nvSpPr>
        <p:spPr>
          <a:xfrm>
            <a:off x="1738850" y="1860438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9"/>
          <p:cNvSpPr/>
          <p:nvPr/>
        </p:nvSpPr>
        <p:spPr>
          <a:xfrm>
            <a:off x="5395574" y="39875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5" name="Google Shape;775;p39"/>
          <p:cNvGrpSpPr/>
          <p:nvPr/>
        </p:nvGrpSpPr>
        <p:grpSpPr>
          <a:xfrm>
            <a:off x="242909" y="2651394"/>
            <a:ext cx="75796" cy="72962"/>
            <a:chOff x="6053622" y="2610669"/>
            <a:chExt cx="75796" cy="72962"/>
          </a:xfrm>
        </p:grpSpPr>
        <p:sp>
          <p:nvSpPr>
            <p:cNvPr id="776" name="Google Shape;776;p39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8" name="Google Shape;778;p39"/>
          <p:cNvGrpSpPr/>
          <p:nvPr/>
        </p:nvGrpSpPr>
        <p:grpSpPr>
          <a:xfrm>
            <a:off x="7100348" y="141269"/>
            <a:ext cx="111300" cy="113397"/>
            <a:chOff x="7476160" y="2457382"/>
            <a:chExt cx="111300" cy="113397"/>
          </a:xfrm>
        </p:grpSpPr>
        <p:sp>
          <p:nvSpPr>
            <p:cNvPr id="779" name="Google Shape;779;p39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9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3" name="Google Shape;783;p39"/>
          <p:cNvGrpSpPr/>
          <p:nvPr/>
        </p:nvGrpSpPr>
        <p:grpSpPr>
          <a:xfrm>
            <a:off x="7810030" y="4876204"/>
            <a:ext cx="272704" cy="113685"/>
            <a:chOff x="5079805" y="2309104"/>
            <a:chExt cx="272704" cy="113685"/>
          </a:xfrm>
        </p:grpSpPr>
        <p:sp>
          <p:nvSpPr>
            <p:cNvPr id="784" name="Google Shape;784;p39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9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9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9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9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9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9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9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" name="Google Shape;792;p39"/>
          <p:cNvGrpSpPr/>
          <p:nvPr/>
        </p:nvGrpSpPr>
        <p:grpSpPr>
          <a:xfrm>
            <a:off x="1838866" y="1961255"/>
            <a:ext cx="372960" cy="371082"/>
            <a:chOff x="-42259725" y="3951100"/>
            <a:chExt cx="318225" cy="316650"/>
          </a:xfrm>
        </p:grpSpPr>
        <p:sp>
          <p:nvSpPr>
            <p:cNvPr id="793" name="Google Shape;793;p39"/>
            <p:cNvSpPr/>
            <p:nvPr/>
          </p:nvSpPr>
          <p:spPr>
            <a:xfrm>
              <a:off x="-42258150" y="3951100"/>
              <a:ext cx="316650" cy="123675"/>
            </a:xfrm>
            <a:custGeom>
              <a:avLst/>
              <a:gdLst/>
              <a:ahLst/>
              <a:cxnLst/>
              <a:rect l="l" t="t" r="r" b="b"/>
              <a:pathLst>
                <a:path w="12666" h="4947" extrusionOk="0">
                  <a:moveTo>
                    <a:pt x="2868" y="820"/>
                  </a:moveTo>
                  <a:cubicBezTo>
                    <a:pt x="3120" y="820"/>
                    <a:pt x="3277" y="1009"/>
                    <a:pt x="3277" y="1261"/>
                  </a:cubicBezTo>
                  <a:lnTo>
                    <a:pt x="3277" y="2899"/>
                  </a:lnTo>
                  <a:cubicBezTo>
                    <a:pt x="3277" y="3151"/>
                    <a:pt x="3057" y="3308"/>
                    <a:pt x="2868" y="3308"/>
                  </a:cubicBezTo>
                  <a:cubicBezTo>
                    <a:pt x="2647" y="3308"/>
                    <a:pt x="2490" y="3119"/>
                    <a:pt x="2427" y="2899"/>
                  </a:cubicBezTo>
                  <a:lnTo>
                    <a:pt x="2427" y="1261"/>
                  </a:lnTo>
                  <a:cubicBezTo>
                    <a:pt x="2427" y="1009"/>
                    <a:pt x="2647" y="851"/>
                    <a:pt x="2868" y="820"/>
                  </a:cubicBezTo>
                  <a:close/>
                  <a:moveTo>
                    <a:pt x="9767" y="820"/>
                  </a:moveTo>
                  <a:cubicBezTo>
                    <a:pt x="9988" y="820"/>
                    <a:pt x="10145" y="1009"/>
                    <a:pt x="10145" y="1261"/>
                  </a:cubicBezTo>
                  <a:lnTo>
                    <a:pt x="10145" y="2899"/>
                  </a:lnTo>
                  <a:cubicBezTo>
                    <a:pt x="10145" y="3151"/>
                    <a:pt x="9956" y="3308"/>
                    <a:pt x="9767" y="3308"/>
                  </a:cubicBezTo>
                  <a:cubicBezTo>
                    <a:pt x="9515" y="3308"/>
                    <a:pt x="9358" y="3119"/>
                    <a:pt x="9326" y="2899"/>
                  </a:cubicBezTo>
                  <a:lnTo>
                    <a:pt x="9326" y="1261"/>
                  </a:lnTo>
                  <a:cubicBezTo>
                    <a:pt x="9326" y="1009"/>
                    <a:pt x="9515" y="851"/>
                    <a:pt x="9767" y="820"/>
                  </a:cubicBezTo>
                  <a:close/>
                  <a:moveTo>
                    <a:pt x="2868" y="0"/>
                  </a:moveTo>
                  <a:cubicBezTo>
                    <a:pt x="2206" y="0"/>
                    <a:pt x="1639" y="536"/>
                    <a:pt x="1608" y="1229"/>
                  </a:cubicBezTo>
                  <a:lnTo>
                    <a:pt x="1608" y="1639"/>
                  </a:lnTo>
                  <a:lnTo>
                    <a:pt x="1230" y="1639"/>
                  </a:lnTo>
                  <a:cubicBezTo>
                    <a:pt x="536" y="1639"/>
                    <a:pt x="1" y="2206"/>
                    <a:pt x="1" y="2867"/>
                  </a:cubicBezTo>
                  <a:lnTo>
                    <a:pt x="1" y="4947"/>
                  </a:lnTo>
                  <a:lnTo>
                    <a:pt x="12666" y="4947"/>
                  </a:lnTo>
                  <a:lnTo>
                    <a:pt x="12666" y="2867"/>
                  </a:lnTo>
                  <a:cubicBezTo>
                    <a:pt x="12634" y="2206"/>
                    <a:pt x="12036" y="1639"/>
                    <a:pt x="11374" y="1639"/>
                  </a:cubicBezTo>
                  <a:lnTo>
                    <a:pt x="10996" y="1639"/>
                  </a:lnTo>
                  <a:lnTo>
                    <a:pt x="10996" y="1229"/>
                  </a:lnTo>
                  <a:cubicBezTo>
                    <a:pt x="10996" y="536"/>
                    <a:pt x="10429" y="0"/>
                    <a:pt x="9767" y="0"/>
                  </a:cubicBezTo>
                  <a:cubicBezTo>
                    <a:pt x="9106" y="0"/>
                    <a:pt x="8539" y="536"/>
                    <a:pt x="8507" y="1229"/>
                  </a:cubicBezTo>
                  <a:lnTo>
                    <a:pt x="8507" y="1639"/>
                  </a:lnTo>
                  <a:lnTo>
                    <a:pt x="4097" y="1639"/>
                  </a:lnTo>
                  <a:lnTo>
                    <a:pt x="4097" y="1229"/>
                  </a:lnTo>
                  <a:cubicBezTo>
                    <a:pt x="4097" y="536"/>
                    <a:pt x="3561" y="0"/>
                    <a:pt x="2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9"/>
            <p:cNvSpPr/>
            <p:nvPr/>
          </p:nvSpPr>
          <p:spPr>
            <a:xfrm>
              <a:off x="-42259725" y="4096800"/>
              <a:ext cx="316650" cy="170950"/>
            </a:xfrm>
            <a:custGeom>
              <a:avLst/>
              <a:gdLst/>
              <a:ahLst/>
              <a:cxnLst/>
              <a:rect l="l" t="t" r="r" b="b"/>
              <a:pathLst>
                <a:path w="12666" h="6838" extrusionOk="0">
                  <a:moveTo>
                    <a:pt x="1" y="1"/>
                  </a:moveTo>
                  <a:lnTo>
                    <a:pt x="1" y="5640"/>
                  </a:lnTo>
                  <a:lnTo>
                    <a:pt x="32" y="5640"/>
                  </a:lnTo>
                  <a:cubicBezTo>
                    <a:pt x="32" y="6302"/>
                    <a:pt x="568" y="6837"/>
                    <a:pt x="1261" y="6837"/>
                  </a:cubicBezTo>
                  <a:lnTo>
                    <a:pt x="11437" y="6837"/>
                  </a:lnTo>
                  <a:cubicBezTo>
                    <a:pt x="12099" y="6837"/>
                    <a:pt x="12666" y="6302"/>
                    <a:pt x="12666" y="5640"/>
                  </a:cubicBezTo>
                  <a:lnTo>
                    <a:pt x="12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39"/>
          <p:cNvGrpSpPr/>
          <p:nvPr/>
        </p:nvGrpSpPr>
        <p:grpSpPr>
          <a:xfrm>
            <a:off x="6955868" y="1960157"/>
            <a:ext cx="400267" cy="373279"/>
            <a:chOff x="-38542250" y="3220175"/>
            <a:chExt cx="341525" cy="318525"/>
          </a:xfrm>
        </p:grpSpPr>
        <p:sp>
          <p:nvSpPr>
            <p:cNvPr id="796" name="Google Shape;796;p39"/>
            <p:cNvSpPr/>
            <p:nvPr/>
          </p:nvSpPr>
          <p:spPr>
            <a:xfrm>
              <a:off x="-38542250" y="3440725"/>
              <a:ext cx="101750" cy="97975"/>
            </a:xfrm>
            <a:custGeom>
              <a:avLst/>
              <a:gdLst/>
              <a:ahLst/>
              <a:cxnLst/>
              <a:rect l="l" t="t" r="r" b="b"/>
              <a:pathLst>
                <a:path w="4070" h="3919" extrusionOk="0">
                  <a:moveTo>
                    <a:pt x="1455" y="0"/>
                  </a:moveTo>
                  <a:lnTo>
                    <a:pt x="1013" y="2489"/>
                  </a:lnTo>
                  <a:lnTo>
                    <a:pt x="289" y="3214"/>
                  </a:lnTo>
                  <a:cubicBezTo>
                    <a:pt x="1" y="3502"/>
                    <a:pt x="280" y="3919"/>
                    <a:pt x="597" y="3919"/>
                  </a:cubicBezTo>
                  <a:cubicBezTo>
                    <a:pt x="695" y="3919"/>
                    <a:pt x="798" y="3878"/>
                    <a:pt x="887" y="3781"/>
                  </a:cubicBezTo>
                  <a:lnTo>
                    <a:pt x="1612" y="3088"/>
                  </a:lnTo>
                  <a:lnTo>
                    <a:pt x="4069" y="2647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9"/>
            <p:cNvSpPr/>
            <p:nvPr/>
          </p:nvSpPr>
          <p:spPr>
            <a:xfrm>
              <a:off x="-38494875" y="3354075"/>
              <a:ext cx="141800" cy="141025"/>
            </a:xfrm>
            <a:custGeom>
              <a:avLst/>
              <a:gdLst/>
              <a:ahLst/>
              <a:cxnLst/>
              <a:rect l="l" t="t" r="r" b="b"/>
              <a:pathLst>
                <a:path w="5672" h="5641" extrusionOk="0">
                  <a:moveTo>
                    <a:pt x="2742" y="1"/>
                  </a:moveTo>
                  <a:lnTo>
                    <a:pt x="1" y="2710"/>
                  </a:lnTo>
                  <a:lnTo>
                    <a:pt x="2931" y="5640"/>
                  </a:lnTo>
                  <a:lnTo>
                    <a:pt x="5671" y="2899"/>
                  </a:lnTo>
                  <a:lnTo>
                    <a:pt x="2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9"/>
            <p:cNvSpPr/>
            <p:nvPr/>
          </p:nvSpPr>
          <p:spPr>
            <a:xfrm>
              <a:off x="-38432050" y="3220175"/>
              <a:ext cx="231325" cy="192225"/>
            </a:xfrm>
            <a:custGeom>
              <a:avLst/>
              <a:gdLst/>
              <a:ahLst/>
              <a:cxnLst/>
              <a:rect l="l" t="t" r="r" b="b"/>
              <a:pathLst>
                <a:path w="9253" h="7689" extrusionOk="0">
                  <a:moveTo>
                    <a:pt x="3442" y="1"/>
                  </a:moveTo>
                  <a:cubicBezTo>
                    <a:pt x="3127" y="1"/>
                    <a:pt x="2812" y="127"/>
                    <a:pt x="2591" y="379"/>
                  </a:cubicBezTo>
                  <a:lnTo>
                    <a:pt x="292" y="2647"/>
                  </a:lnTo>
                  <a:cubicBezTo>
                    <a:pt x="1" y="2962"/>
                    <a:pt x="287" y="3370"/>
                    <a:pt x="607" y="3370"/>
                  </a:cubicBezTo>
                  <a:cubicBezTo>
                    <a:pt x="704" y="3370"/>
                    <a:pt x="803" y="3333"/>
                    <a:pt x="890" y="3246"/>
                  </a:cubicBezTo>
                  <a:lnTo>
                    <a:pt x="3190" y="946"/>
                  </a:lnTo>
                  <a:cubicBezTo>
                    <a:pt x="3269" y="867"/>
                    <a:pt x="3371" y="828"/>
                    <a:pt x="3474" y="828"/>
                  </a:cubicBezTo>
                  <a:cubicBezTo>
                    <a:pt x="3576" y="828"/>
                    <a:pt x="3678" y="867"/>
                    <a:pt x="3757" y="946"/>
                  </a:cubicBezTo>
                  <a:lnTo>
                    <a:pt x="4198" y="1387"/>
                  </a:lnTo>
                  <a:lnTo>
                    <a:pt x="827" y="4758"/>
                  </a:lnTo>
                  <a:lnTo>
                    <a:pt x="3726" y="7688"/>
                  </a:lnTo>
                  <a:lnTo>
                    <a:pt x="7821" y="3593"/>
                  </a:lnTo>
                  <a:cubicBezTo>
                    <a:pt x="9253" y="2161"/>
                    <a:pt x="8028" y="43"/>
                    <a:pt x="6392" y="43"/>
                  </a:cubicBezTo>
                  <a:cubicBezTo>
                    <a:pt x="5868" y="43"/>
                    <a:pt x="5301" y="261"/>
                    <a:pt x="4765" y="789"/>
                  </a:cubicBezTo>
                  <a:cubicBezTo>
                    <a:pt x="4324" y="379"/>
                    <a:pt x="4041" y="1"/>
                    <a:pt x="34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9" name="Google Shape;799;p39"/>
          <p:cNvGrpSpPr/>
          <p:nvPr/>
        </p:nvGrpSpPr>
        <p:grpSpPr>
          <a:xfrm>
            <a:off x="4388289" y="1961255"/>
            <a:ext cx="367422" cy="371082"/>
            <a:chOff x="-41526450" y="3951100"/>
            <a:chExt cx="313500" cy="316650"/>
          </a:xfrm>
        </p:grpSpPr>
        <p:sp>
          <p:nvSpPr>
            <p:cNvPr id="800" name="Google Shape;800;p39"/>
            <p:cNvSpPr/>
            <p:nvPr/>
          </p:nvSpPr>
          <p:spPr>
            <a:xfrm>
              <a:off x="-41483125" y="4041675"/>
              <a:ext cx="226075" cy="226075"/>
            </a:xfrm>
            <a:custGeom>
              <a:avLst/>
              <a:gdLst/>
              <a:ahLst/>
              <a:cxnLst/>
              <a:rect l="l" t="t" r="r" b="b"/>
              <a:pathLst>
                <a:path w="9043" h="9043" extrusionOk="0">
                  <a:moveTo>
                    <a:pt x="4506" y="2174"/>
                  </a:moveTo>
                  <a:cubicBezTo>
                    <a:pt x="6144" y="2174"/>
                    <a:pt x="7404" y="3466"/>
                    <a:pt x="7436" y="5041"/>
                  </a:cubicBezTo>
                  <a:cubicBezTo>
                    <a:pt x="7436" y="6648"/>
                    <a:pt x="6144" y="7908"/>
                    <a:pt x="4506" y="7908"/>
                  </a:cubicBezTo>
                  <a:cubicBezTo>
                    <a:pt x="2899" y="7908"/>
                    <a:pt x="1639" y="6616"/>
                    <a:pt x="1639" y="5041"/>
                  </a:cubicBezTo>
                  <a:cubicBezTo>
                    <a:pt x="1639" y="3466"/>
                    <a:pt x="2931" y="2174"/>
                    <a:pt x="4506" y="2174"/>
                  </a:cubicBezTo>
                  <a:close/>
                  <a:moveTo>
                    <a:pt x="4506" y="0"/>
                  </a:moveTo>
                  <a:lnTo>
                    <a:pt x="1" y="3214"/>
                  </a:lnTo>
                  <a:lnTo>
                    <a:pt x="1" y="8664"/>
                  </a:lnTo>
                  <a:cubicBezTo>
                    <a:pt x="1" y="8885"/>
                    <a:pt x="190" y="9042"/>
                    <a:pt x="379" y="9042"/>
                  </a:cubicBezTo>
                  <a:lnTo>
                    <a:pt x="8665" y="9042"/>
                  </a:lnTo>
                  <a:cubicBezTo>
                    <a:pt x="8885" y="9042"/>
                    <a:pt x="9043" y="8853"/>
                    <a:pt x="9043" y="8664"/>
                  </a:cubicBezTo>
                  <a:lnTo>
                    <a:pt x="9043" y="3214"/>
                  </a:lnTo>
                  <a:lnTo>
                    <a:pt x="45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9"/>
            <p:cNvSpPr/>
            <p:nvPr/>
          </p:nvSpPr>
          <p:spPr>
            <a:xfrm>
              <a:off x="-41422475" y="4114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4191" h="4191" extrusionOk="0">
                  <a:moveTo>
                    <a:pt x="2080" y="1040"/>
                  </a:moveTo>
                  <a:cubicBezTo>
                    <a:pt x="2332" y="1040"/>
                    <a:pt x="2521" y="1229"/>
                    <a:pt x="2521" y="1450"/>
                  </a:cubicBezTo>
                  <a:lnTo>
                    <a:pt x="2521" y="1859"/>
                  </a:lnTo>
                  <a:lnTo>
                    <a:pt x="2931" y="1859"/>
                  </a:lnTo>
                  <a:cubicBezTo>
                    <a:pt x="3151" y="1859"/>
                    <a:pt x="3372" y="2080"/>
                    <a:pt x="3372" y="2269"/>
                  </a:cubicBezTo>
                  <a:cubicBezTo>
                    <a:pt x="3372" y="2489"/>
                    <a:pt x="3151" y="2710"/>
                    <a:pt x="2931" y="2710"/>
                  </a:cubicBezTo>
                  <a:lnTo>
                    <a:pt x="2080" y="2710"/>
                  </a:lnTo>
                  <a:cubicBezTo>
                    <a:pt x="1859" y="2710"/>
                    <a:pt x="1702" y="2489"/>
                    <a:pt x="1702" y="2269"/>
                  </a:cubicBezTo>
                  <a:lnTo>
                    <a:pt x="1702" y="1450"/>
                  </a:lnTo>
                  <a:cubicBezTo>
                    <a:pt x="1702" y="1198"/>
                    <a:pt x="1891" y="1040"/>
                    <a:pt x="2080" y="1040"/>
                  </a:cubicBezTo>
                  <a:close/>
                  <a:moveTo>
                    <a:pt x="2080" y="0"/>
                  </a:moveTo>
                  <a:cubicBezTo>
                    <a:pt x="946" y="0"/>
                    <a:pt x="64" y="946"/>
                    <a:pt x="1" y="2111"/>
                  </a:cubicBezTo>
                  <a:cubicBezTo>
                    <a:pt x="64" y="3277"/>
                    <a:pt x="946" y="4191"/>
                    <a:pt x="2080" y="4191"/>
                  </a:cubicBezTo>
                  <a:cubicBezTo>
                    <a:pt x="3246" y="4191"/>
                    <a:pt x="4128" y="3245"/>
                    <a:pt x="4191" y="2111"/>
                  </a:cubicBezTo>
                  <a:cubicBezTo>
                    <a:pt x="4191" y="977"/>
                    <a:pt x="3246" y="63"/>
                    <a:pt x="2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9"/>
            <p:cNvSpPr/>
            <p:nvPr/>
          </p:nvSpPr>
          <p:spPr>
            <a:xfrm>
              <a:off x="-41526450" y="3951100"/>
              <a:ext cx="313500" cy="165575"/>
            </a:xfrm>
            <a:custGeom>
              <a:avLst/>
              <a:gdLst/>
              <a:ahLst/>
              <a:cxnLst/>
              <a:rect l="l" t="t" r="r" b="b"/>
              <a:pathLst>
                <a:path w="12540" h="6623" extrusionOk="0">
                  <a:moveTo>
                    <a:pt x="6239" y="0"/>
                  </a:moveTo>
                  <a:cubicBezTo>
                    <a:pt x="6018" y="0"/>
                    <a:pt x="5861" y="189"/>
                    <a:pt x="5861" y="378"/>
                  </a:cubicBezTo>
                  <a:lnTo>
                    <a:pt x="5861" y="1859"/>
                  </a:lnTo>
                  <a:lnTo>
                    <a:pt x="1891" y="4695"/>
                  </a:lnTo>
                  <a:lnTo>
                    <a:pt x="222" y="5860"/>
                  </a:lnTo>
                  <a:cubicBezTo>
                    <a:pt x="32" y="5986"/>
                    <a:pt x="1" y="6270"/>
                    <a:pt x="159" y="6459"/>
                  </a:cubicBezTo>
                  <a:cubicBezTo>
                    <a:pt x="230" y="6566"/>
                    <a:pt x="342" y="6623"/>
                    <a:pt x="460" y="6623"/>
                  </a:cubicBezTo>
                  <a:cubicBezTo>
                    <a:pt x="550" y="6623"/>
                    <a:pt x="644" y="6590"/>
                    <a:pt x="726" y="6522"/>
                  </a:cubicBezTo>
                  <a:lnTo>
                    <a:pt x="6050" y="2741"/>
                  </a:lnTo>
                  <a:cubicBezTo>
                    <a:pt x="6129" y="2678"/>
                    <a:pt x="6215" y="2647"/>
                    <a:pt x="6298" y="2647"/>
                  </a:cubicBezTo>
                  <a:cubicBezTo>
                    <a:pt x="6381" y="2647"/>
                    <a:pt x="6459" y="2678"/>
                    <a:pt x="6523" y="2741"/>
                  </a:cubicBezTo>
                  <a:lnTo>
                    <a:pt x="11847" y="6522"/>
                  </a:lnTo>
                  <a:cubicBezTo>
                    <a:pt x="11926" y="6575"/>
                    <a:pt x="12016" y="6600"/>
                    <a:pt x="12105" y="6600"/>
                  </a:cubicBezTo>
                  <a:cubicBezTo>
                    <a:pt x="12230" y="6600"/>
                    <a:pt x="12354" y="6551"/>
                    <a:pt x="12445" y="6459"/>
                  </a:cubicBezTo>
                  <a:cubicBezTo>
                    <a:pt x="12540" y="6270"/>
                    <a:pt x="12508" y="6018"/>
                    <a:pt x="12351" y="5860"/>
                  </a:cubicBezTo>
                  <a:lnTo>
                    <a:pt x="10713" y="4695"/>
                  </a:lnTo>
                  <a:lnTo>
                    <a:pt x="6712" y="1859"/>
                  </a:lnTo>
                  <a:lnTo>
                    <a:pt x="6712" y="378"/>
                  </a:lnTo>
                  <a:cubicBezTo>
                    <a:pt x="6680" y="189"/>
                    <a:pt x="6491" y="0"/>
                    <a:pt x="6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0"/>
          <p:cNvSpPr txBox="1"/>
          <p:nvPr/>
        </p:nvSpPr>
        <p:spPr>
          <a:xfrm>
            <a:off x="7192175" y="3664525"/>
            <a:ext cx="8667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75%</a:t>
            </a:r>
            <a:endParaRPr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808" name="Google Shape;808;p40"/>
          <p:cNvSpPr/>
          <p:nvPr/>
        </p:nvSpPr>
        <p:spPr>
          <a:xfrm>
            <a:off x="4743940" y="3358668"/>
            <a:ext cx="867600" cy="867600"/>
          </a:xfrm>
          <a:prstGeom prst="donut">
            <a:avLst>
              <a:gd name="adj" fmla="val 1193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09" name="Google Shape;809;p40"/>
          <p:cNvSpPr/>
          <p:nvPr/>
        </p:nvSpPr>
        <p:spPr>
          <a:xfrm flipH="1">
            <a:off x="4743887" y="3358613"/>
            <a:ext cx="867600" cy="867600"/>
          </a:xfrm>
          <a:prstGeom prst="blockArc">
            <a:avLst>
              <a:gd name="adj1" fmla="val 10798115"/>
              <a:gd name="adj2" fmla="val 16217147"/>
              <a:gd name="adj3" fmla="val 1203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10" name="Google Shape;810;p40"/>
          <p:cNvSpPr txBox="1"/>
          <p:nvPr/>
        </p:nvSpPr>
        <p:spPr>
          <a:xfrm>
            <a:off x="4744729" y="3664275"/>
            <a:ext cx="8667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25%</a:t>
            </a:r>
            <a:endParaRPr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811" name="Google Shape;811;p40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curriculum</a:t>
            </a:r>
            <a:endParaRPr/>
          </a:p>
        </p:txBody>
      </p:sp>
      <p:sp>
        <p:nvSpPr>
          <p:cNvPr id="812" name="Google Shape;812;p40"/>
          <p:cNvSpPr txBox="1"/>
          <p:nvPr/>
        </p:nvSpPr>
        <p:spPr>
          <a:xfrm>
            <a:off x="4717713" y="1559989"/>
            <a:ext cx="11685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Venus</a:t>
            </a:r>
            <a:endParaRPr sz="18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813" name="Google Shape;813;p40"/>
          <p:cNvSpPr txBox="1"/>
          <p:nvPr/>
        </p:nvSpPr>
        <p:spPr>
          <a:xfrm>
            <a:off x="5259075" y="1100900"/>
            <a:ext cx="22851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Features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814" name="Google Shape;814;p40"/>
          <p:cNvSpPr txBox="1"/>
          <p:nvPr/>
        </p:nvSpPr>
        <p:spPr>
          <a:xfrm>
            <a:off x="4717713" y="2139212"/>
            <a:ext cx="11685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Mercury</a:t>
            </a:r>
            <a:endParaRPr sz="18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815" name="Google Shape;815;p40"/>
          <p:cNvSpPr txBox="1"/>
          <p:nvPr/>
        </p:nvSpPr>
        <p:spPr>
          <a:xfrm>
            <a:off x="5258913" y="2884900"/>
            <a:ext cx="22851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Advantages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816" name="Google Shape;816;p40"/>
          <p:cNvSpPr txBox="1"/>
          <p:nvPr/>
        </p:nvSpPr>
        <p:spPr>
          <a:xfrm>
            <a:off x="4672563" y="4347025"/>
            <a:ext cx="10101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Pluto</a:t>
            </a:r>
            <a:endParaRPr sz="18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817" name="Google Shape;817;p40"/>
          <p:cNvSpPr txBox="1"/>
          <p:nvPr/>
        </p:nvSpPr>
        <p:spPr>
          <a:xfrm>
            <a:off x="5896425" y="4347025"/>
            <a:ext cx="10101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Ceres</a:t>
            </a:r>
            <a:endParaRPr sz="18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818" name="Google Shape;818;p40"/>
          <p:cNvSpPr txBox="1"/>
          <p:nvPr/>
        </p:nvSpPr>
        <p:spPr>
          <a:xfrm>
            <a:off x="7120288" y="4347025"/>
            <a:ext cx="10101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Earth</a:t>
            </a:r>
            <a:endParaRPr sz="18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819" name="Google Shape;819;p40"/>
          <p:cNvSpPr/>
          <p:nvPr/>
        </p:nvSpPr>
        <p:spPr>
          <a:xfrm>
            <a:off x="5967715" y="3358668"/>
            <a:ext cx="867600" cy="867600"/>
          </a:xfrm>
          <a:prstGeom prst="donut">
            <a:avLst>
              <a:gd name="adj" fmla="val 1193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20" name="Google Shape;820;p40"/>
          <p:cNvSpPr/>
          <p:nvPr/>
        </p:nvSpPr>
        <p:spPr>
          <a:xfrm flipH="1">
            <a:off x="5967662" y="3358613"/>
            <a:ext cx="867600" cy="867600"/>
          </a:xfrm>
          <a:prstGeom prst="blockArc">
            <a:avLst>
              <a:gd name="adj1" fmla="val 5436837"/>
              <a:gd name="adj2" fmla="val 16217147"/>
              <a:gd name="adj3" fmla="val 1203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21" name="Google Shape;821;p40"/>
          <p:cNvSpPr/>
          <p:nvPr/>
        </p:nvSpPr>
        <p:spPr>
          <a:xfrm>
            <a:off x="7191490" y="3358668"/>
            <a:ext cx="867600" cy="867600"/>
          </a:xfrm>
          <a:prstGeom prst="donut">
            <a:avLst>
              <a:gd name="adj" fmla="val 1193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22" name="Google Shape;822;p40"/>
          <p:cNvSpPr/>
          <p:nvPr/>
        </p:nvSpPr>
        <p:spPr>
          <a:xfrm flipH="1">
            <a:off x="7191437" y="3358613"/>
            <a:ext cx="867600" cy="867600"/>
          </a:xfrm>
          <a:prstGeom prst="blockArc">
            <a:avLst>
              <a:gd name="adj1" fmla="val 9855"/>
              <a:gd name="adj2" fmla="val 16217147"/>
              <a:gd name="adj3" fmla="val 1203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823" name="Google Shape;823;p40"/>
          <p:cNvSpPr txBox="1"/>
          <p:nvPr/>
        </p:nvSpPr>
        <p:spPr>
          <a:xfrm>
            <a:off x="5968450" y="3664400"/>
            <a:ext cx="8667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50%</a:t>
            </a:r>
            <a:endParaRPr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aphicFrame>
        <p:nvGraphicFramePr>
          <p:cNvPr id="824" name="Google Shape;824;p40"/>
          <p:cNvGraphicFramePr/>
          <p:nvPr/>
        </p:nvGraphicFramePr>
        <p:xfrm>
          <a:off x="813688" y="138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{C644210D-A4A0-4168-A485-7CCF8A3FE677}</a:tableStyleId>
              </a:tblPr>
              <a:tblGrid>
                <a:gridCol w="8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 b="1">
                          <a:solidFill>
                            <a:schemeClr val="dk1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Introduction</a:t>
                      </a:r>
                      <a:endParaRPr sz="2100" b="1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25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Venus has a </a:t>
                      </a:r>
                      <a:r>
                        <a:rPr lang="en-GB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beautiful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 name and is the second planet from the Sun. It’s terribly hot, even hotter than </a:t>
                      </a:r>
                      <a:r>
                        <a:rPr lang="en-GB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Mercury</a:t>
                      </a:r>
                      <a:endParaRPr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2XXX</a:t>
                      </a:r>
                      <a:endParaRPr b="1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Mercury is a small planet 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2XXX</a:t>
                      </a:r>
                      <a:endParaRPr b="1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Earth is the planet with life 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2XXX</a:t>
                      </a:r>
                      <a:endParaRPr b="1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Mars was named after a god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2XXX</a:t>
                      </a:r>
                      <a:endParaRPr b="1">
                        <a:solidFill>
                          <a:schemeClr val="dk1"/>
                        </a:solidFill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Jupiter is the biggest planet 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25" name="Google Shape;825;p40"/>
          <p:cNvSpPr txBox="1"/>
          <p:nvPr/>
        </p:nvSpPr>
        <p:spPr>
          <a:xfrm>
            <a:off x="5932200" y="1504500"/>
            <a:ext cx="2285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Earth is the beautiful planet where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we all live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on  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826" name="Google Shape;826;p40"/>
          <p:cNvSpPr txBox="1"/>
          <p:nvPr/>
        </p:nvSpPr>
        <p:spPr>
          <a:xfrm>
            <a:off x="5932200" y="2084200"/>
            <a:ext cx="2285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Despite being red,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Mars is 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actually a cold place  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cxnSp>
        <p:nvCxnSpPr>
          <p:cNvPr id="827" name="Google Shape;827;p40"/>
          <p:cNvCxnSpPr/>
          <p:nvPr/>
        </p:nvCxnSpPr>
        <p:spPr>
          <a:xfrm>
            <a:off x="4146813" y="2771502"/>
            <a:ext cx="4292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8" name="Google Shape;828;p40"/>
          <p:cNvSpPr/>
          <p:nvPr/>
        </p:nvSpPr>
        <p:spPr>
          <a:xfrm rot="-899747">
            <a:off x="5981579" y="4760955"/>
            <a:ext cx="2054940" cy="1578421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40"/>
          <p:cNvSpPr/>
          <p:nvPr/>
        </p:nvSpPr>
        <p:spPr>
          <a:xfrm rot="8100217">
            <a:off x="2432709" y="-1246702"/>
            <a:ext cx="2054812" cy="1578450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40"/>
          <p:cNvSpPr/>
          <p:nvPr/>
        </p:nvSpPr>
        <p:spPr>
          <a:xfrm>
            <a:off x="5369724" y="4888891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1" name="Google Shape;831;p40"/>
          <p:cNvGrpSpPr/>
          <p:nvPr/>
        </p:nvGrpSpPr>
        <p:grpSpPr>
          <a:xfrm>
            <a:off x="240734" y="2443644"/>
            <a:ext cx="75796" cy="72962"/>
            <a:chOff x="6053622" y="2610669"/>
            <a:chExt cx="75796" cy="72962"/>
          </a:xfrm>
        </p:grpSpPr>
        <p:sp>
          <p:nvSpPr>
            <p:cNvPr id="832" name="Google Shape;832;p40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0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" name="Google Shape;834;p40"/>
          <p:cNvGrpSpPr/>
          <p:nvPr/>
        </p:nvGrpSpPr>
        <p:grpSpPr>
          <a:xfrm>
            <a:off x="5401348" y="296294"/>
            <a:ext cx="111300" cy="113397"/>
            <a:chOff x="7476160" y="2457382"/>
            <a:chExt cx="111300" cy="113397"/>
          </a:xfrm>
        </p:grpSpPr>
        <p:sp>
          <p:nvSpPr>
            <p:cNvPr id="835" name="Google Shape;835;p40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0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0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0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9" name="Google Shape;839;p40"/>
          <p:cNvGrpSpPr/>
          <p:nvPr/>
        </p:nvGrpSpPr>
        <p:grpSpPr>
          <a:xfrm>
            <a:off x="8712980" y="2329954"/>
            <a:ext cx="272704" cy="113685"/>
            <a:chOff x="5079805" y="2309104"/>
            <a:chExt cx="272704" cy="113685"/>
          </a:xfrm>
        </p:grpSpPr>
        <p:sp>
          <p:nvSpPr>
            <p:cNvPr id="840" name="Google Shape;840;p40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0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0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0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0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0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0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0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8" name="Google Shape;848;p40"/>
          <p:cNvSpPr/>
          <p:nvPr/>
        </p:nvSpPr>
        <p:spPr>
          <a:xfrm rot="-5400000">
            <a:off x="8807794" y="365313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40"/>
          <p:cNvSpPr/>
          <p:nvPr/>
        </p:nvSpPr>
        <p:spPr>
          <a:xfrm rot="10800000">
            <a:off x="8" y="-12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40"/>
          <p:cNvSpPr/>
          <p:nvPr/>
        </p:nvSpPr>
        <p:spPr>
          <a:xfrm>
            <a:off x="4026194" y="4872167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0"/>
          <p:cNvGrpSpPr/>
          <p:nvPr/>
        </p:nvGrpSpPr>
        <p:grpSpPr>
          <a:xfrm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852" name="Google Shape;852;p40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853" name="Google Shape;853;p40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4" name="Google Shape;854;p40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55" name="Google Shape;855;p40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856" name="Google Shape;856;p40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7" name="Google Shape;857;p40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41"/>
          <p:cNvSpPr txBox="1">
            <a:spLocks noGrp="1"/>
          </p:cNvSpPr>
          <p:nvPr>
            <p:ph type="subTitle" idx="2"/>
          </p:nvPr>
        </p:nvSpPr>
        <p:spPr>
          <a:xfrm>
            <a:off x="3578947" y="2253161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is the </a:t>
            </a:r>
            <a:r>
              <a:rPr lang="en-GB" b="1"/>
              <a:t>second</a:t>
            </a:r>
            <a:r>
              <a:rPr lang="en-GB"/>
              <a:t> planet from the Sun</a:t>
            </a:r>
            <a:endParaRPr/>
          </a:p>
        </p:txBody>
      </p:sp>
      <p:sp>
        <p:nvSpPr>
          <p:cNvPr id="863" name="Google Shape;863;p41"/>
          <p:cNvSpPr txBox="1">
            <a:spLocks noGrp="1"/>
          </p:cNvSpPr>
          <p:nvPr>
            <p:ph type="subTitle" idx="5"/>
          </p:nvPr>
        </p:nvSpPr>
        <p:spPr>
          <a:xfrm>
            <a:off x="6056725" y="2253161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 is the farthest </a:t>
            </a:r>
            <a:r>
              <a:rPr lang="en-GB" b="1"/>
              <a:t>planet </a:t>
            </a:r>
            <a:r>
              <a:rPr lang="en-GB"/>
              <a:t>from the Sun</a:t>
            </a:r>
            <a:endParaRPr/>
          </a:p>
        </p:txBody>
      </p:sp>
      <p:sp>
        <p:nvSpPr>
          <p:cNvPr id="864" name="Google Shape;864;p41"/>
          <p:cNvSpPr txBox="1">
            <a:spLocks noGrp="1"/>
          </p:cNvSpPr>
          <p:nvPr>
            <p:ph type="title"/>
          </p:nvPr>
        </p:nvSpPr>
        <p:spPr>
          <a:xfrm>
            <a:off x="720000" y="4723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academic areas</a:t>
            </a:r>
            <a:endParaRPr/>
          </a:p>
        </p:txBody>
      </p:sp>
      <p:sp>
        <p:nvSpPr>
          <p:cNvPr id="865" name="Google Shape;865;p41"/>
          <p:cNvSpPr txBox="1">
            <a:spLocks noGrp="1"/>
          </p:cNvSpPr>
          <p:nvPr>
            <p:ph type="subTitle" idx="1"/>
          </p:nvPr>
        </p:nvSpPr>
        <p:spPr>
          <a:xfrm>
            <a:off x="1101175" y="2253161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Despite being red, Mars is </a:t>
            </a:r>
            <a:r>
              <a:rPr lang="en-GB" b="1"/>
              <a:t>actually </a:t>
            </a:r>
            <a:r>
              <a:rPr lang="en-GB"/>
              <a:t>a cold place </a:t>
            </a:r>
            <a:endParaRPr/>
          </a:p>
        </p:txBody>
      </p:sp>
      <p:sp>
        <p:nvSpPr>
          <p:cNvPr id="866" name="Google Shape;866;p41"/>
          <p:cNvSpPr txBox="1">
            <a:spLocks noGrp="1"/>
          </p:cNvSpPr>
          <p:nvPr>
            <p:ph type="subTitle" idx="3"/>
          </p:nvPr>
        </p:nvSpPr>
        <p:spPr>
          <a:xfrm>
            <a:off x="1101175" y="4003925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Mercury</a:t>
            </a:r>
            <a:r>
              <a:rPr lang="en-GB"/>
              <a:t> is the closest planet to the Sun</a:t>
            </a:r>
            <a:endParaRPr/>
          </a:p>
        </p:txBody>
      </p:sp>
      <p:sp>
        <p:nvSpPr>
          <p:cNvPr id="867" name="Google Shape;867;p41"/>
          <p:cNvSpPr txBox="1">
            <a:spLocks noGrp="1"/>
          </p:cNvSpPr>
          <p:nvPr>
            <p:ph type="subTitle" idx="4"/>
          </p:nvPr>
        </p:nvSpPr>
        <p:spPr>
          <a:xfrm>
            <a:off x="3578947" y="4003925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Saturn is a </a:t>
            </a:r>
            <a:r>
              <a:rPr lang="en-GB" b="1"/>
              <a:t>gas giant</a:t>
            </a:r>
            <a:r>
              <a:rPr lang="en-GB"/>
              <a:t> with several rings</a:t>
            </a:r>
            <a:endParaRPr/>
          </a:p>
        </p:txBody>
      </p:sp>
      <p:sp>
        <p:nvSpPr>
          <p:cNvPr id="868" name="Google Shape;868;p41"/>
          <p:cNvSpPr txBox="1">
            <a:spLocks noGrp="1"/>
          </p:cNvSpPr>
          <p:nvPr>
            <p:ph type="subTitle" idx="6"/>
          </p:nvPr>
        </p:nvSpPr>
        <p:spPr>
          <a:xfrm>
            <a:off x="6056725" y="4003925"/>
            <a:ext cx="1986000" cy="6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 is the </a:t>
            </a:r>
            <a:r>
              <a:rPr lang="en-GB" b="1"/>
              <a:t>biggest</a:t>
            </a:r>
            <a:r>
              <a:rPr lang="en-GB"/>
              <a:t> planet of them all</a:t>
            </a:r>
            <a:endParaRPr/>
          </a:p>
        </p:txBody>
      </p:sp>
      <p:sp>
        <p:nvSpPr>
          <p:cNvPr id="869" name="Google Shape;869;p41"/>
          <p:cNvSpPr txBox="1">
            <a:spLocks noGrp="1"/>
          </p:cNvSpPr>
          <p:nvPr>
            <p:ph type="subTitle" idx="7"/>
          </p:nvPr>
        </p:nvSpPr>
        <p:spPr>
          <a:xfrm>
            <a:off x="1101175" y="1978125"/>
            <a:ext cx="1986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/>
          </a:p>
        </p:txBody>
      </p:sp>
      <p:sp>
        <p:nvSpPr>
          <p:cNvPr id="870" name="Google Shape;870;p41"/>
          <p:cNvSpPr txBox="1">
            <a:spLocks noGrp="1"/>
          </p:cNvSpPr>
          <p:nvPr>
            <p:ph type="subTitle" idx="8"/>
          </p:nvPr>
        </p:nvSpPr>
        <p:spPr>
          <a:xfrm>
            <a:off x="3578947" y="1978125"/>
            <a:ext cx="1986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/>
          </a:p>
        </p:txBody>
      </p:sp>
      <p:sp>
        <p:nvSpPr>
          <p:cNvPr id="871" name="Google Shape;871;p41"/>
          <p:cNvSpPr txBox="1">
            <a:spLocks noGrp="1"/>
          </p:cNvSpPr>
          <p:nvPr>
            <p:ph type="subTitle" idx="9"/>
          </p:nvPr>
        </p:nvSpPr>
        <p:spPr>
          <a:xfrm>
            <a:off x="1101175" y="3730625"/>
            <a:ext cx="1986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</a:t>
            </a:r>
            <a:endParaRPr/>
          </a:p>
        </p:txBody>
      </p:sp>
      <p:sp>
        <p:nvSpPr>
          <p:cNvPr id="872" name="Google Shape;872;p41"/>
          <p:cNvSpPr txBox="1">
            <a:spLocks noGrp="1"/>
          </p:cNvSpPr>
          <p:nvPr>
            <p:ph type="subTitle" idx="13"/>
          </p:nvPr>
        </p:nvSpPr>
        <p:spPr>
          <a:xfrm>
            <a:off x="3578947" y="3730625"/>
            <a:ext cx="1986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Saturn</a:t>
            </a:r>
            <a:endParaRPr/>
          </a:p>
        </p:txBody>
      </p:sp>
      <p:sp>
        <p:nvSpPr>
          <p:cNvPr id="873" name="Google Shape;873;p41"/>
          <p:cNvSpPr txBox="1">
            <a:spLocks noGrp="1"/>
          </p:cNvSpPr>
          <p:nvPr>
            <p:ph type="subTitle" idx="14"/>
          </p:nvPr>
        </p:nvSpPr>
        <p:spPr>
          <a:xfrm>
            <a:off x="6056725" y="1978125"/>
            <a:ext cx="1986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</a:t>
            </a:r>
            <a:endParaRPr/>
          </a:p>
        </p:txBody>
      </p:sp>
      <p:sp>
        <p:nvSpPr>
          <p:cNvPr id="874" name="Google Shape;874;p41"/>
          <p:cNvSpPr txBox="1">
            <a:spLocks noGrp="1"/>
          </p:cNvSpPr>
          <p:nvPr>
            <p:ph type="subTitle" idx="15"/>
          </p:nvPr>
        </p:nvSpPr>
        <p:spPr>
          <a:xfrm>
            <a:off x="6056725" y="3730625"/>
            <a:ext cx="19860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</a:t>
            </a:r>
            <a:endParaRPr/>
          </a:p>
        </p:txBody>
      </p:sp>
      <p:sp>
        <p:nvSpPr>
          <p:cNvPr id="875" name="Google Shape;875;p41"/>
          <p:cNvSpPr/>
          <p:nvPr/>
        </p:nvSpPr>
        <p:spPr>
          <a:xfrm>
            <a:off x="1879225" y="1425275"/>
            <a:ext cx="429900" cy="42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41"/>
          <p:cNvSpPr/>
          <p:nvPr/>
        </p:nvSpPr>
        <p:spPr>
          <a:xfrm>
            <a:off x="4357050" y="1425275"/>
            <a:ext cx="429900" cy="42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41"/>
          <p:cNvSpPr/>
          <p:nvPr/>
        </p:nvSpPr>
        <p:spPr>
          <a:xfrm>
            <a:off x="6834875" y="1405825"/>
            <a:ext cx="429900" cy="42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41"/>
          <p:cNvSpPr/>
          <p:nvPr/>
        </p:nvSpPr>
        <p:spPr>
          <a:xfrm>
            <a:off x="1879225" y="3171988"/>
            <a:ext cx="429900" cy="42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41"/>
          <p:cNvSpPr/>
          <p:nvPr/>
        </p:nvSpPr>
        <p:spPr>
          <a:xfrm>
            <a:off x="4357050" y="3171988"/>
            <a:ext cx="429900" cy="42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41"/>
          <p:cNvSpPr/>
          <p:nvPr/>
        </p:nvSpPr>
        <p:spPr>
          <a:xfrm>
            <a:off x="6834875" y="3171988"/>
            <a:ext cx="429900" cy="42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41"/>
          <p:cNvSpPr/>
          <p:nvPr/>
        </p:nvSpPr>
        <p:spPr>
          <a:xfrm>
            <a:off x="8690974" y="3688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2" name="Google Shape;882;p41"/>
          <p:cNvGrpSpPr/>
          <p:nvPr/>
        </p:nvGrpSpPr>
        <p:grpSpPr>
          <a:xfrm>
            <a:off x="637434" y="1395694"/>
            <a:ext cx="75796" cy="72962"/>
            <a:chOff x="6053622" y="2610669"/>
            <a:chExt cx="75796" cy="72962"/>
          </a:xfrm>
        </p:grpSpPr>
        <p:sp>
          <p:nvSpPr>
            <p:cNvPr id="883" name="Google Shape;883;p41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1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5" name="Google Shape;885;p41"/>
          <p:cNvGrpSpPr/>
          <p:nvPr/>
        </p:nvGrpSpPr>
        <p:grpSpPr>
          <a:xfrm>
            <a:off x="5910048" y="3282544"/>
            <a:ext cx="111300" cy="113397"/>
            <a:chOff x="7476160" y="2457382"/>
            <a:chExt cx="111300" cy="113397"/>
          </a:xfrm>
        </p:grpSpPr>
        <p:sp>
          <p:nvSpPr>
            <p:cNvPr id="886" name="Google Shape;886;p41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1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1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1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41"/>
          <p:cNvGrpSpPr/>
          <p:nvPr/>
        </p:nvGrpSpPr>
        <p:grpSpPr>
          <a:xfrm>
            <a:off x="3239805" y="4919329"/>
            <a:ext cx="272704" cy="113685"/>
            <a:chOff x="5079805" y="2309104"/>
            <a:chExt cx="272704" cy="113685"/>
          </a:xfrm>
        </p:grpSpPr>
        <p:sp>
          <p:nvSpPr>
            <p:cNvPr id="891" name="Google Shape;891;p41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1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1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1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1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1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1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1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9" name="Google Shape;899;p41"/>
          <p:cNvGrpSpPr/>
          <p:nvPr/>
        </p:nvGrpSpPr>
        <p:grpSpPr>
          <a:xfrm>
            <a:off x="4430688" y="1500633"/>
            <a:ext cx="279952" cy="279239"/>
            <a:chOff x="-41111350" y="3239100"/>
            <a:chExt cx="318200" cy="317425"/>
          </a:xfrm>
        </p:grpSpPr>
        <p:sp>
          <p:nvSpPr>
            <p:cNvPr id="900" name="Google Shape;900;p41"/>
            <p:cNvSpPr/>
            <p:nvPr/>
          </p:nvSpPr>
          <p:spPr>
            <a:xfrm>
              <a:off x="-41111350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2930" y="1670"/>
                  </a:moveTo>
                  <a:cubicBezTo>
                    <a:pt x="3119" y="1670"/>
                    <a:pt x="3308" y="1859"/>
                    <a:pt x="3308" y="2048"/>
                  </a:cubicBezTo>
                  <a:lnTo>
                    <a:pt x="3308" y="2489"/>
                  </a:lnTo>
                  <a:lnTo>
                    <a:pt x="3749" y="2489"/>
                  </a:lnTo>
                  <a:cubicBezTo>
                    <a:pt x="4001" y="2489"/>
                    <a:pt x="4159" y="2678"/>
                    <a:pt x="4159" y="2930"/>
                  </a:cubicBezTo>
                  <a:cubicBezTo>
                    <a:pt x="4159" y="3151"/>
                    <a:pt x="3938" y="3340"/>
                    <a:pt x="3749" y="3340"/>
                  </a:cubicBezTo>
                  <a:lnTo>
                    <a:pt x="3308" y="3340"/>
                  </a:lnTo>
                  <a:lnTo>
                    <a:pt x="3308" y="3781"/>
                  </a:lnTo>
                  <a:cubicBezTo>
                    <a:pt x="3308" y="4001"/>
                    <a:pt x="3119" y="4159"/>
                    <a:pt x="2930" y="4159"/>
                  </a:cubicBezTo>
                  <a:cubicBezTo>
                    <a:pt x="2710" y="4159"/>
                    <a:pt x="2520" y="3970"/>
                    <a:pt x="2520" y="3781"/>
                  </a:cubicBezTo>
                  <a:lnTo>
                    <a:pt x="2520" y="3340"/>
                  </a:lnTo>
                  <a:lnTo>
                    <a:pt x="2079" y="3340"/>
                  </a:lnTo>
                  <a:cubicBezTo>
                    <a:pt x="1859" y="3340"/>
                    <a:pt x="1701" y="3151"/>
                    <a:pt x="1701" y="2930"/>
                  </a:cubicBezTo>
                  <a:cubicBezTo>
                    <a:pt x="1701" y="2678"/>
                    <a:pt x="1859" y="2489"/>
                    <a:pt x="2079" y="2489"/>
                  </a:cubicBezTo>
                  <a:lnTo>
                    <a:pt x="2520" y="2489"/>
                  </a:lnTo>
                  <a:lnTo>
                    <a:pt x="2520" y="2048"/>
                  </a:lnTo>
                  <a:cubicBezTo>
                    <a:pt x="2520" y="1827"/>
                    <a:pt x="2710" y="1670"/>
                    <a:pt x="2930" y="1670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441"/>
                  </a:cubicBezTo>
                  <a:lnTo>
                    <a:pt x="0" y="5387"/>
                  </a:lnTo>
                  <a:cubicBezTo>
                    <a:pt x="32" y="5639"/>
                    <a:pt x="221" y="5797"/>
                    <a:pt x="441" y="5797"/>
                  </a:cubicBezTo>
                  <a:lnTo>
                    <a:pt x="5387" y="5797"/>
                  </a:lnTo>
                  <a:cubicBezTo>
                    <a:pt x="5639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39" y="0"/>
                    <a:pt x="5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1"/>
            <p:cNvSpPr/>
            <p:nvPr/>
          </p:nvSpPr>
          <p:spPr>
            <a:xfrm>
              <a:off x="-41110575" y="3412375"/>
              <a:ext cx="146525" cy="144150"/>
            </a:xfrm>
            <a:custGeom>
              <a:avLst/>
              <a:gdLst/>
              <a:ahLst/>
              <a:cxnLst/>
              <a:rect l="l" t="t" r="r" b="b"/>
              <a:pathLst>
                <a:path w="5861" h="5766" extrusionOk="0">
                  <a:moveTo>
                    <a:pt x="3450" y="1859"/>
                  </a:moveTo>
                  <a:cubicBezTo>
                    <a:pt x="3561" y="1859"/>
                    <a:pt x="3671" y="1890"/>
                    <a:pt x="3750" y="1953"/>
                  </a:cubicBezTo>
                  <a:cubicBezTo>
                    <a:pt x="3907" y="2111"/>
                    <a:pt x="3907" y="2395"/>
                    <a:pt x="3750" y="2552"/>
                  </a:cubicBezTo>
                  <a:lnTo>
                    <a:pt x="3466" y="2836"/>
                  </a:lnTo>
                  <a:lnTo>
                    <a:pt x="3750" y="3119"/>
                  </a:lnTo>
                  <a:cubicBezTo>
                    <a:pt x="3907" y="3277"/>
                    <a:pt x="3907" y="3529"/>
                    <a:pt x="3750" y="3686"/>
                  </a:cubicBezTo>
                  <a:cubicBezTo>
                    <a:pt x="3671" y="3765"/>
                    <a:pt x="3561" y="3804"/>
                    <a:pt x="3450" y="3804"/>
                  </a:cubicBezTo>
                  <a:cubicBezTo>
                    <a:pt x="3340" y="3804"/>
                    <a:pt x="3230" y="3765"/>
                    <a:pt x="3151" y="3686"/>
                  </a:cubicBezTo>
                  <a:lnTo>
                    <a:pt x="2899" y="3434"/>
                  </a:lnTo>
                  <a:lnTo>
                    <a:pt x="2616" y="3686"/>
                  </a:lnTo>
                  <a:cubicBezTo>
                    <a:pt x="2537" y="3765"/>
                    <a:pt x="2426" y="3804"/>
                    <a:pt x="2316" y="3804"/>
                  </a:cubicBezTo>
                  <a:cubicBezTo>
                    <a:pt x="2206" y="3804"/>
                    <a:pt x="2096" y="3765"/>
                    <a:pt x="2017" y="3686"/>
                  </a:cubicBezTo>
                  <a:cubicBezTo>
                    <a:pt x="1859" y="3529"/>
                    <a:pt x="1859" y="3277"/>
                    <a:pt x="2017" y="3119"/>
                  </a:cubicBezTo>
                  <a:lnTo>
                    <a:pt x="2300" y="2836"/>
                  </a:lnTo>
                  <a:lnTo>
                    <a:pt x="2017" y="2552"/>
                  </a:lnTo>
                  <a:cubicBezTo>
                    <a:pt x="1859" y="2395"/>
                    <a:pt x="1859" y="2111"/>
                    <a:pt x="2017" y="1953"/>
                  </a:cubicBezTo>
                  <a:cubicBezTo>
                    <a:pt x="2096" y="1890"/>
                    <a:pt x="2206" y="1859"/>
                    <a:pt x="2316" y="1859"/>
                  </a:cubicBezTo>
                  <a:cubicBezTo>
                    <a:pt x="2426" y="1859"/>
                    <a:pt x="2537" y="1890"/>
                    <a:pt x="2616" y="1953"/>
                  </a:cubicBezTo>
                  <a:lnTo>
                    <a:pt x="2899" y="2237"/>
                  </a:lnTo>
                  <a:lnTo>
                    <a:pt x="3151" y="1953"/>
                  </a:lnTo>
                  <a:cubicBezTo>
                    <a:pt x="3230" y="1890"/>
                    <a:pt x="3340" y="1859"/>
                    <a:pt x="3450" y="1859"/>
                  </a:cubicBez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lnTo>
                    <a:pt x="1" y="5356"/>
                  </a:lnTo>
                  <a:cubicBezTo>
                    <a:pt x="1" y="5608"/>
                    <a:pt x="221" y="5766"/>
                    <a:pt x="442" y="5766"/>
                  </a:cubicBezTo>
                  <a:lnTo>
                    <a:pt x="5419" y="5766"/>
                  </a:lnTo>
                  <a:cubicBezTo>
                    <a:pt x="5640" y="5766"/>
                    <a:pt x="5861" y="5545"/>
                    <a:pt x="5861" y="5356"/>
                  </a:cubicBezTo>
                  <a:lnTo>
                    <a:pt x="5861" y="378"/>
                  </a:lnTo>
                  <a:cubicBezTo>
                    <a:pt x="5861" y="158"/>
                    <a:pt x="5640" y="0"/>
                    <a:pt x="5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1"/>
            <p:cNvSpPr/>
            <p:nvPr/>
          </p:nvSpPr>
          <p:spPr>
            <a:xfrm>
              <a:off x="-40938875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3750" y="2457"/>
                  </a:moveTo>
                  <a:cubicBezTo>
                    <a:pt x="3970" y="2457"/>
                    <a:pt x="4128" y="2646"/>
                    <a:pt x="4128" y="2867"/>
                  </a:cubicBezTo>
                  <a:cubicBezTo>
                    <a:pt x="4159" y="3151"/>
                    <a:pt x="3970" y="3308"/>
                    <a:pt x="3750" y="3308"/>
                  </a:cubicBezTo>
                  <a:lnTo>
                    <a:pt x="2080" y="3308"/>
                  </a:lnTo>
                  <a:cubicBezTo>
                    <a:pt x="1859" y="3308"/>
                    <a:pt x="1702" y="3119"/>
                    <a:pt x="1702" y="2867"/>
                  </a:cubicBezTo>
                  <a:cubicBezTo>
                    <a:pt x="1702" y="2646"/>
                    <a:pt x="1891" y="2457"/>
                    <a:pt x="2080" y="2457"/>
                  </a:cubicBezTo>
                  <a:close/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lnTo>
                    <a:pt x="1" y="5387"/>
                  </a:lnTo>
                  <a:cubicBezTo>
                    <a:pt x="1" y="5639"/>
                    <a:pt x="190" y="5797"/>
                    <a:pt x="442" y="5797"/>
                  </a:cubicBezTo>
                  <a:lnTo>
                    <a:pt x="5388" y="5797"/>
                  </a:lnTo>
                  <a:cubicBezTo>
                    <a:pt x="5640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1"/>
            <p:cNvSpPr/>
            <p:nvPr/>
          </p:nvSpPr>
          <p:spPr>
            <a:xfrm>
              <a:off x="-40938875" y="3411575"/>
              <a:ext cx="145725" cy="144950"/>
            </a:xfrm>
            <a:custGeom>
              <a:avLst/>
              <a:gdLst/>
              <a:ahLst/>
              <a:cxnLst/>
              <a:rect l="l" t="t" r="r" b="b"/>
              <a:pathLst>
                <a:path w="5829" h="5798" extrusionOk="0">
                  <a:moveTo>
                    <a:pt x="3750" y="1639"/>
                  </a:moveTo>
                  <a:cubicBezTo>
                    <a:pt x="3970" y="1639"/>
                    <a:pt x="4128" y="1859"/>
                    <a:pt x="4128" y="2080"/>
                  </a:cubicBezTo>
                  <a:cubicBezTo>
                    <a:pt x="4159" y="2332"/>
                    <a:pt x="3970" y="2490"/>
                    <a:pt x="3750" y="2490"/>
                  </a:cubicBezTo>
                  <a:lnTo>
                    <a:pt x="2080" y="2490"/>
                  </a:lnTo>
                  <a:cubicBezTo>
                    <a:pt x="1859" y="2490"/>
                    <a:pt x="1702" y="2269"/>
                    <a:pt x="1702" y="2080"/>
                  </a:cubicBezTo>
                  <a:cubicBezTo>
                    <a:pt x="1702" y="1859"/>
                    <a:pt x="1891" y="1639"/>
                    <a:pt x="2080" y="1639"/>
                  </a:cubicBezTo>
                  <a:close/>
                  <a:moveTo>
                    <a:pt x="3750" y="3309"/>
                  </a:moveTo>
                  <a:cubicBezTo>
                    <a:pt x="3970" y="3309"/>
                    <a:pt x="4128" y="3498"/>
                    <a:pt x="4128" y="3687"/>
                  </a:cubicBezTo>
                  <a:cubicBezTo>
                    <a:pt x="4159" y="3970"/>
                    <a:pt x="3970" y="4128"/>
                    <a:pt x="3750" y="4128"/>
                  </a:cubicBezTo>
                  <a:lnTo>
                    <a:pt x="2080" y="4128"/>
                  </a:lnTo>
                  <a:cubicBezTo>
                    <a:pt x="1859" y="4128"/>
                    <a:pt x="1702" y="3939"/>
                    <a:pt x="1702" y="3687"/>
                  </a:cubicBezTo>
                  <a:cubicBezTo>
                    <a:pt x="1702" y="3466"/>
                    <a:pt x="1891" y="3309"/>
                    <a:pt x="2080" y="3309"/>
                  </a:cubicBezTo>
                  <a:close/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5388"/>
                  </a:lnTo>
                  <a:cubicBezTo>
                    <a:pt x="1" y="5640"/>
                    <a:pt x="190" y="5798"/>
                    <a:pt x="442" y="5798"/>
                  </a:cubicBezTo>
                  <a:lnTo>
                    <a:pt x="5388" y="5798"/>
                  </a:lnTo>
                  <a:cubicBezTo>
                    <a:pt x="5640" y="5798"/>
                    <a:pt x="5829" y="5577"/>
                    <a:pt x="5829" y="5388"/>
                  </a:cubicBezTo>
                  <a:lnTo>
                    <a:pt x="5829" y="410"/>
                  </a:ln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4" name="Google Shape;904;p41"/>
          <p:cNvGrpSpPr/>
          <p:nvPr/>
        </p:nvGrpSpPr>
        <p:grpSpPr>
          <a:xfrm>
            <a:off x="4427632" y="3248764"/>
            <a:ext cx="286199" cy="276402"/>
            <a:chOff x="-38905225" y="3591875"/>
            <a:chExt cx="325300" cy="314200"/>
          </a:xfrm>
        </p:grpSpPr>
        <p:sp>
          <p:nvSpPr>
            <p:cNvPr id="905" name="Google Shape;905;p41"/>
            <p:cNvSpPr/>
            <p:nvPr/>
          </p:nvSpPr>
          <p:spPr>
            <a:xfrm>
              <a:off x="-38716975" y="3591875"/>
              <a:ext cx="137050" cy="131625"/>
            </a:xfrm>
            <a:custGeom>
              <a:avLst/>
              <a:gdLst/>
              <a:ahLst/>
              <a:cxnLst/>
              <a:rect l="l" t="t" r="r" b="b"/>
              <a:pathLst>
                <a:path w="5482" h="5265" extrusionOk="0">
                  <a:moveTo>
                    <a:pt x="1543" y="1"/>
                  </a:moveTo>
                  <a:cubicBezTo>
                    <a:pt x="987" y="1"/>
                    <a:pt x="447" y="38"/>
                    <a:pt x="0" y="98"/>
                  </a:cubicBezTo>
                  <a:lnTo>
                    <a:pt x="5167" y="5265"/>
                  </a:lnTo>
                  <a:cubicBezTo>
                    <a:pt x="5482" y="3311"/>
                    <a:pt x="5198" y="1326"/>
                    <a:pt x="4568" y="696"/>
                  </a:cubicBezTo>
                  <a:cubicBezTo>
                    <a:pt x="4029" y="178"/>
                    <a:pt x="2751" y="1"/>
                    <a:pt x="1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1"/>
            <p:cNvSpPr/>
            <p:nvPr/>
          </p:nvSpPr>
          <p:spPr>
            <a:xfrm>
              <a:off x="-38905225" y="3774675"/>
              <a:ext cx="137075" cy="131400"/>
            </a:xfrm>
            <a:custGeom>
              <a:avLst/>
              <a:gdLst/>
              <a:ahLst/>
              <a:cxnLst/>
              <a:rect l="l" t="t" r="r" b="b"/>
              <a:pathLst>
                <a:path w="5483" h="5256" extrusionOk="0">
                  <a:moveTo>
                    <a:pt x="316" y="0"/>
                  </a:moveTo>
                  <a:lnTo>
                    <a:pt x="316" y="0"/>
                  </a:lnTo>
                  <a:cubicBezTo>
                    <a:pt x="0" y="1922"/>
                    <a:pt x="253" y="3907"/>
                    <a:pt x="914" y="4569"/>
                  </a:cubicBezTo>
                  <a:cubicBezTo>
                    <a:pt x="1376" y="5031"/>
                    <a:pt x="2601" y="5256"/>
                    <a:pt x="3967" y="5256"/>
                  </a:cubicBezTo>
                  <a:cubicBezTo>
                    <a:pt x="4464" y="5256"/>
                    <a:pt x="4979" y="5226"/>
                    <a:pt x="5482" y="5167"/>
                  </a:cubicBezTo>
                  <a:lnTo>
                    <a:pt x="3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1"/>
            <p:cNvSpPr/>
            <p:nvPr/>
          </p:nvSpPr>
          <p:spPr>
            <a:xfrm>
              <a:off x="-38891050" y="3599025"/>
              <a:ext cx="298525" cy="300900"/>
            </a:xfrm>
            <a:custGeom>
              <a:avLst/>
              <a:gdLst/>
              <a:ahLst/>
              <a:cxnLst/>
              <a:rect l="l" t="t" r="r" b="b"/>
              <a:pathLst>
                <a:path w="11941" h="12036" extrusionOk="0">
                  <a:moveTo>
                    <a:pt x="6349" y="2687"/>
                  </a:moveTo>
                  <a:cubicBezTo>
                    <a:pt x="6459" y="2687"/>
                    <a:pt x="6569" y="2726"/>
                    <a:pt x="6648" y="2805"/>
                  </a:cubicBezTo>
                  <a:lnTo>
                    <a:pt x="7593" y="3750"/>
                  </a:lnTo>
                  <a:lnTo>
                    <a:pt x="7719" y="3655"/>
                  </a:lnTo>
                  <a:cubicBezTo>
                    <a:pt x="7798" y="3577"/>
                    <a:pt x="7908" y="3537"/>
                    <a:pt x="8019" y="3537"/>
                  </a:cubicBezTo>
                  <a:cubicBezTo>
                    <a:pt x="8129" y="3537"/>
                    <a:pt x="8239" y="3577"/>
                    <a:pt x="8318" y="3655"/>
                  </a:cubicBezTo>
                  <a:cubicBezTo>
                    <a:pt x="8475" y="3813"/>
                    <a:pt x="8475" y="4065"/>
                    <a:pt x="8318" y="4222"/>
                  </a:cubicBezTo>
                  <a:lnTo>
                    <a:pt x="8192" y="4348"/>
                  </a:lnTo>
                  <a:lnTo>
                    <a:pt x="9137" y="5294"/>
                  </a:lnTo>
                  <a:cubicBezTo>
                    <a:pt x="9295" y="5451"/>
                    <a:pt x="9295" y="5735"/>
                    <a:pt x="9137" y="5892"/>
                  </a:cubicBezTo>
                  <a:cubicBezTo>
                    <a:pt x="9058" y="5971"/>
                    <a:pt x="8948" y="6010"/>
                    <a:pt x="8838" y="6010"/>
                  </a:cubicBezTo>
                  <a:cubicBezTo>
                    <a:pt x="8727" y="6010"/>
                    <a:pt x="8617" y="5971"/>
                    <a:pt x="8538" y="5892"/>
                  </a:cubicBezTo>
                  <a:lnTo>
                    <a:pt x="7593" y="4947"/>
                  </a:lnTo>
                  <a:lnTo>
                    <a:pt x="6522" y="6018"/>
                  </a:lnTo>
                  <a:lnTo>
                    <a:pt x="7467" y="6963"/>
                  </a:lnTo>
                  <a:cubicBezTo>
                    <a:pt x="7625" y="7089"/>
                    <a:pt x="7625" y="7373"/>
                    <a:pt x="7467" y="7530"/>
                  </a:cubicBezTo>
                  <a:cubicBezTo>
                    <a:pt x="7388" y="7609"/>
                    <a:pt x="7286" y="7649"/>
                    <a:pt x="7184" y="7649"/>
                  </a:cubicBezTo>
                  <a:cubicBezTo>
                    <a:pt x="7081" y="7649"/>
                    <a:pt x="6979" y="7609"/>
                    <a:pt x="6900" y="7530"/>
                  </a:cubicBezTo>
                  <a:lnTo>
                    <a:pt x="5955" y="6585"/>
                  </a:lnTo>
                  <a:lnTo>
                    <a:pt x="4884" y="7656"/>
                  </a:lnTo>
                  <a:lnTo>
                    <a:pt x="5829" y="8602"/>
                  </a:lnTo>
                  <a:cubicBezTo>
                    <a:pt x="5987" y="8759"/>
                    <a:pt x="5987" y="9043"/>
                    <a:pt x="5829" y="9200"/>
                  </a:cubicBezTo>
                  <a:cubicBezTo>
                    <a:pt x="5750" y="9279"/>
                    <a:pt x="5640" y="9318"/>
                    <a:pt x="5530" y="9318"/>
                  </a:cubicBezTo>
                  <a:cubicBezTo>
                    <a:pt x="5419" y="9318"/>
                    <a:pt x="5309" y="9279"/>
                    <a:pt x="5230" y="9200"/>
                  </a:cubicBezTo>
                  <a:lnTo>
                    <a:pt x="4285" y="8255"/>
                  </a:lnTo>
                  <a:lnTo>
                    <a:pt x="4159" y="8381"/>
                  </a:lnTo>
                  <a:cubicBezTo>
                    <a:pt x="4080" y="8460"/>
                    <a:pt x="3978" y="8499"/>
                    <a:pt x="3876" y="8499"/>
                  </a:cubicBezTo>
                  <a:cubicBezTo>
                    <a:pt x="3773" y="8499"/>
                    <a:pt x="3671" y="8460"/>
                    <a:pt x="3592" y="8381"/>
                  </a:cubicBezTo>
                  <a:cubicBezTo>
                    <a:pt x="3435" y="8224"/>
                    <a:pt x="3435" y="7940"/>
                    <a:pt x="3592" y="7782"/>
                  </a:cubicBezTo>
                  <a:lnTo>
                    <a:pt x="3687" y="7656"/>
                  </a:lnTo>
                  <a:lnTo>
                    <a:pt x="2742" y="6711"/>
                  </a:lnTo>
                  <a:cubicBezTo>
                    <a:pt x="2584" y="6554"/>
                    <a:pt x="2584" y="6270"/>
                    <a:pt x="2742" y="6113"/>
                  </a:cubicBezTo>
                  <a:cubicBezTo>
                    <a:pt x="2820" y="6034"/>
                    <a:pt x="2931" y="5995"/>
                    <a:pt x="3041" y="5995"/>
                  </a:cubicBezTo>
                  <a:cubicBezTo>
                    <a:pt x="3151" y="5995"/>
                    <a:pt x="3261" y="6034"/>
                    <a:pt x="3340" y="6113"/>
                  </a:cubicBezTo>
                  <a:lnTo>
                    <a:pt x="4285" y="7058"/>
                  </a:lnTo>
                  <a:lnTo>
                    <a:pt x="5356" y="6018"/>
                  </a:lnTo>
                  <a:lnTo>
                    <a:pt x="4411" y="5073"/>
                  </a:lnTo>
                  <a:cubicBezTo>
                    <a:pt x="4254" y="4916"/>
                    <a:pt x="4254" y="4632"/>
                    <a:pt x="4411" y="4474"/>
                  </a:cubicBezTo>
                  <a:cubicBezTo>
                    <a:pt x="4490" y="4396"/>
                    <a:pt x="4600" y="4356"/>
                    <a:pt x="4711" y="4356"/>
                  </a:cubicBezTo>
                  <a:cubicBezTo>
                    <a:pt x="4821" y="4356"/>
                    <a:pt x="4931" y="4396"/>
                    <a:pt x="5010" y="4474"/>
                  </a:cubicBezTo>
                  <a:lnTo>
                    <a:pt x="5955" y="5420"/>
                  </a:lnTo>
                  <a:lnTo>
                    <a:pt x="6995" y="4348"/>
                  </a:lnTo>
                  <a:lnTo>
                    <a:pt x="6050" y="3403"/>
                  </a:lnTo>
                  <a:cubicBezTo>
                    <a:pt x="5892" y="3246"/>
                    <a:pt x="5892" y="2962"/>
                    <a:pt x="6050" y="2805"/>
                  </a:cubicBezTo>
                  <a:cubicBezTo>
                    <a:pt x="6128" y="2726"/>
                    <a:pt x="6239" y="2687"/>
                    <a:pt x="6349" y="2687"/>
                  </a:cubicBezTo>
                  <a:close/>
                  <a:moveTo>
                    <a:pt x="5987" y="1"/>
                  </a:moveTo>
                  <a:cubicBezTo>
                    <a:pt x="2805" y="757"/>
                    <a:pt x="788" y="3025"/>
                    <a:pt x="1" y="6081"/>
                  </a:cubicBezTo>
                  <a:lnTo>
                    <a:pt x="5955" y="12036"/>
                  </a:lnTo>
                  <a:cubicBezTo>
                    <a:pt x="9106" y="11248"/>
                    <a:pt x="11153" y="9043"/>
                    <a:pt x="11941" y="5955"/>
                  </a:cubicBezTo>
                  <a:lnTo>
                    <a:pt x="59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8" name="Google Shape;908;p41"/>
          <p:cNvSpPr/>
          <p:nvPr/>
        </p:nvSpPr>
        <p:spPr>
          <a:xfrm>
            <a:off x="6910195" y="3237916"/>
            <a:ext cx="278589" cy="235606"/>
          </a:xfrm>
          <a:custGeom>
            <a:avLst/>
            <a:gdLst/>
            <a:ahLst/>
            <a:cxnLst/>
            <a:rect l="l" t="t" r="r" b="b"/>
            <a:pathLst>
              <a:path w="12666" h="10713" extrusionOk="0">
                <a:moveTo>
                  <a:pt x="1765" y="3309"/>
                </a:moveTo>
                <a:lnTo>
                  <a:pt x="1765" y="7058"/>
                </a:lnTo>
                <a:cubicBezTo>
                  <a:pt x="1765" y="7278"/>
                  <a:pt x="1954" y="7436"/>
                  <a:pt x="2206" y="7436"/>
                </a:cubicBezTo>
                <a:lnTo>
                  <a:pt x="2615" y="7436"/>
                </a:lnTo>
                <a:lnTo>
                  <a:pt x="2615" y="9925"/>
                </a:lnTo>
                <a:lnTo>
                  <a:pt x="788" y="9925"/>
                </a:lnTo>
                <a:lnTo>
                  <a:pt x="788" y="3309"/>
                </a:lnTo>
                <a:close/>
                <a:moveTo>
                  <a:pt x="5073" y="3309"/>
                </a:moveTo>
                <a:lnTo>
                  <a:pt x="5073" y="7058"/>
                </a:lnTo>
                <a:cubicBezTo>
                  <a:pt x="5073" y="7278"/>
                  <a:pt x="5262" y="7436"/>
                  <a:pt x="5514" y="7436"/>
                </a:cubicBezTo>
                <a:lnTo>
                  <a:pt x="5892" y="7436"/>
                </a:lnTo>
                <a:lnTo>
                  <a:pt x="5892" y="9925"/>
                </a:lnTo>
                <a:lnTo>
                  <a:pt x="3403" y="9925"/>
                </a:lnTo>
                <a:lnTo>
                  <a:pt x="3403" y="7436"/>
                </a:lnTo>
                <a:lnTo>
                  <a:pt x="3813" y="7436"/>
                </a:lnTo>
                <a:cubicBezTo>
                  <a:pt x="4033" y="7436"/>
                  <a:pt x="4254" y="7247"/>
                  <a:pt x="4254" y="7058"/>
                </a:cubicBezTo>
                <a:lnTo>
                  <a:pt x="4254" y="3309"/>
                </a:lnTo>
                <a:close/>
                <a:moveTo>
                  <a:pt x="8412" y="3309"/>
                </a:moveTo>
                <a:lnTo>
                  <a:pt x="8412" y="7058"/>
                </a:lnTo>
                <a:cubicBezTo>
                  <a:pt x="8412" y="7278"/>
                  <a:pt x="8601" y="7436"/>
                  <a:pt x="8853" y="7436"/>
                </a:cubicBezTo>
                <a:lnTo>
                  <a:pt x="9294" y="7436"/>
                </a:lnTo>
                <a:lnTo>
                  <a:pt x="9294" y="9925"/>
                </a:lnTo>
                <a:lnTo>
                  <a:pt x="6711" y="9925"/>
                </a:lnTo>
                <a:lnTo>
                  <a:pt x="6711" y="7436"/>
                </a:lnTo>
                <a:lnTo>
                  <a:pt x="7152" y="7436"/>
                </a:lnTo>
                <a:cubicBezTo>
                  <a:pt x="7404" y="7436"/>
                  <a:pt x="7593" y="7247"/>
                  <a:pt x="7593" y="7058"/>
                </a:cubicBezTo>
                <a:lnTo>
                  <a:pt x="7593" y="3309"/>
                </a:lnTo>
                <a:close/>
                <a:moveTo>
                  <a:pt x="11815" y="3309"/>
                </a:moveTo>
                <a:lnTo>
                  <a:pt x="11815" y="9925"/>
                </a:lnTo>
                <a:lnTo>
                  <a:pt x="9988" y="9925"/>
                </a:lnTo>
                <a:lnTo>
                  <a:pt x="9988" y="7436"/>
                </a:lnTo>
                <a:lnTo>
                  <a:pt x="10429" y="7436"/>
                </a:lnTo>
                <a:cubicBezTo>
                  <a:pt x="10649" y="7436"/>
                  <a:pt x="10870" y="7247"/>
                  <a:pt x="10870" y="7058"/>
                </a:cubicBezTo>
                <a:lnTo>
                  <a:pt x="10870" y="3309"/>
                </a:lnTo>
                <a:close/>
                <a:moveTo>
                  <a:pt x="379" y="1"/>
                </a:moveTo>
                <a:cubicBezTo>
                  <a:pt x="158" y="1"/>
                  <a:pt x="1" y="190"/>
                  <a:pt x="1" y="379"/>
                </a:cubicBezTo>
                <a:lnTo>
                  <a:pt x="1" y="10334"/>
                </a:lnTo>
                <a:cubicBezTo>
                  <a:pt x="1" y="10555"/>
                  <a:pt x="190" y="10712"/>
                  <a:pt x="379" y="10712"/>
                </a:cubicBezTo>
                <a:lnTo>
                  <a:pt x="12224" y="10712"/>
                </a:lnTo>
                <a:cubicBezTo>
                  <a:pt x="12476" y="10712"/>
                  <a:pt x="12665" y="10523"/>
                  <a:pt x="12665" y="10334"/>
                </a:cubicBezTo>
                <a:lnTo>
                  <a:pt x="12665" y="379"/>
                </a:lnTo>
                <a:cubicBezTo>
                  <a:pt x="12634" y="190"/>
                  <a:pt x="12445" y="1"/>
                  <a:pt x="1222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9" name="Google Shape;909;p41"/>
          <p:cNvGrpSpPr/>
          <p:nvPr/>
        </p:nvGrpSpPr>
        <p:grpSpPr>
          <a:xfrm>
            <a:off x="1953229" y="3259815"/>
            <a:ext cx="279271" cy="254299"/>
            <a:chOff x="-40378075" y="3267450"/>
            <a:chExt cx="317425" cy="289075"/>
          </a:xfrm>
        </p:grpSpPr>
        <p:sp>
          <p:nvSpPr>
            <p:cNvPr id="910" name="Google Shape;910;p41"/>
            <p:cNvSpPr/>
            <p:nvPr/>
          </p:nvSpPr>
          <p:spPr>
            <a:xfrm>
              <a:off x="-40218975" y="3308400"/>
              <a:ext cx="158325" cy="248125"/>
            </a:xfrm>
            <a:custGeom>
              <a:avLst/>
              <a:gdLst/>
              <a:ahLst/>
              <a:cxnLst/>
              <a:rect l="l" t="t" r="r" b="b"/>
              <a:pathLst>
                <a:path w="6333" h="9925" extrusionOk="0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1"/>
            <p:cNvSpPr/>
            <p:nvPr/>
          </p:nvSpPr>
          <p:spPr>
            <a:xfrm>
              <a:off x="-40316650" y="3267450"/>
              <a:ext cx="86675" cy="257575"/>
            </a:xfrm>
            <a:custGeom>
              <a:avLst/>
              <a:gdLst/>
              <a:ahLst/>
              <a:cxnLst/>
              <a:rect l="l" t="t" r="r" b="b"/>
              <a:pathLst>
                <a:path w="3467" h="10303" extrusionOk="0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1"/>
            <p:cNvSpPr/>
            <p:nvPr/>
          </p:nvSpPr>
          <p:spPr>
            <a:xfrm>
              <a:off x="-40209525" y="3267450"/>
              <a:ext cx="86650" cy="257575"/>
            </a:xfrm>
            <a:custGeom>
              <a:avLst/>
              <a:gdLst/>
              <a:ahLst/>
              <a:cxnLst/>
              <a:rect l="l" t="t" r="r" b="b"/>
              <a:pathLst>
                <a:path w="3466" h="10303" extrusionOk="0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1"/>
            <p:cNvSpPr/>
            <p:nvPr/>
          </p:nvSpPr>
          <p:spPr>
            <a:xfrm>
              <a:off x="-40378075" y="3308400"/>
              <a:ext cx="157550" cy="248125"/>
            </a:xfrm>
            <a:custGeom>
              <a:avLst/>
              <a:gdLst/>
              <a:ahLst/>
              <a:cxnLst/>
              <a:rect l="l" t="t" r="r" b="b"/>
              <a:pathLst>
                <a:path w="6302" h="9925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4" name="Google Shape;914;p41"/>
          <p:cNvSpPr/>
          <p:nvPr/>
        </p:nvSpPr>
        <p:spPr>
          <a:xfrm>
            <a:off x="6910179" y="1461289"/>
            <a:ext cx="273046" cy="280009"/>
          </a:xfrm>
          <a:custGeom>
            <a:avLst/>
            <a:gdLst/>
            <a:ahLst/>
            <a:cxnLst/>
            <a:rect l="l" t="t" r="r" b="b"/>
            <a:pathLst>
              <a:path w="12414" h="12732" extrusionOk="0">
                <a:moveTo>
                  <a:pt x="11965" y="0"/>
                </a:moveTo>
                <a:cubicBezTo>
                  <a:pt x="11946" y="0"/>
                  <a:pt x="11928" y="1"/>
                  <a:pt x="11910" y="4"/>
                </a:cubicBezTo>
                <a:lnTo>
                  <a:pt x="4474" y="1642"/>
                </a:lnTo>
                <a:cubicBezTo>
                  <a:pt x="4254" y="1705"/>
                  <a:pt x="4128" y="1862"/>
                  <a:pt x="4128" y="2051"/>
                </a:cubicBezTo>
                <a:lnTo>
                  <a:pt x="4128" y="9108"/>
                </a:lnTo>
                <a:cubicBezTo>
                  <a:pt x="3718" y="8793"/>
                  <a:pt x="3120" y="8541"/>
                  <a:pt x="2490" y="8541"/>
                </a:cubicBezTo>
                <a:cubicBezTo>
                  <a:pt x="1103" y="8541"/>
                  <a:pt x="1" y="9486"/>
                  <a:pt x="1" y="10652"/>
                </a:cubicBezTo>
                <a:cubicBezTo>
                  <a:pt x="1" y="11786"/>
                  <a:pt x="1103" y="12731"/>
                  <a:pt x="2490" y="12731"/>
                </a:cubicBezTo>
                <a:cubicBezTo>
                  <a:pt x="3876" y="12731"/>
                  <a:pt x="4979" y="11786"/>
                  <a:pt x="4979" y="10652"/>
                </a:cubicBezTo>
                <a:lnTo>
                  <a:pt x="4979" y="4887"/>
                </a:lnTo>
                <a:lnTo>
                  <a:pt x="11595" y="3438"/>
                </a:lnTo>
                <a:lnTo>
                  <a:pt x="11595" y="7502"/>
                </a:lnTo>
                <a:cubicBezTo>
                  <a:pt x="11154" y="7187"/>
                  <a:pt x="10555" y="6935"/>
                  <a:pt x="9925" y="6935"/>
                </a:cubicBezTo>
                <a:cubicBezTo>
                  <a:pt x="8570" y="6935"/>
                  <a:pt x="7467" y="7880"/>
                  <a:pt x="7467" y="9014"/>
                </a:cubicBezTo>
                <a:cubicBezTo>
                  <a:pt x="7467" y="10180"/>
                  <a:pt x="8570" y="11125"/>
                  <a:pt x="9925" y="11125"/>
                </a:cubicBezTo>
                <a:cubicBezTo>
                  <a:pt x="11311" y="11125"/>
                  <a:pt x="12414" y="10180"/>
                  <a:pt x="12414" y="9014"/>
                </a:cubicBezTo>
                <a:lnTo>
                  <a:pt x="12414" y="445"/>
                </a:lnTo>
                <a:cubicBezTo>
                  <a:pt x="12414" y="182"/>
                  <a:pt x="12197" y="0"/>
                  <a:pt x="119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5" name="Google Shape;915;p41"/>
          <p:cNvGrpSpPr/>
          <p:nvPr/>
        </p:nvGrpSpPr>
        <p:grpSpPr>
          <a:xfrm>
            <a:off x="1953164" y="1481230"/>
            <a:ext cx="279293" cy="279085"/>
            <a:chOff x="-41895050" y="3217225"/>
            <a:chExt cx="317450" cy="317250"/>
          </a:xfrm>
        </p:grpSpPr>
        <p:sp>
          <p:nvSpPr>
            <p:cNvPr id="916" name="Google Shape;916;p41"/>
            <p:cNvSpPr/>
            <p:nvPr/>
          </p:nvSpPr>
          <p:spPr>
            <a:xfrm>
              <a:off x="-41895050" y="3273750"/>
              <a:ext cx="41775" cy="245750"/>
            </a:xfrm>
            <a:custGeom>
              <a:avLst/>
              <a:gdLst/>
              <a:ahLst/>
              <a:cxnLst/>
              <a:rect l="l" t="t" r="r" b="b"/>
              <a:pathLst>
                <a:path w="1671" h="9830" extrusionOk="0">
                  <a:moveTo>
                    <a:pt x="1" y="0"/>
                  </a:moveTo>
                  <a:lnTo>
                    <a:pt x="1" y="9830"/>
                  </a:lnTo>
                  <a:lnTo>
                    <a:pt x="1670" y="8192"/>
                  </a:lnTo>
                  <a:lnTo>
                    <a:pt x="1670" y="16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1"/>
            <p:cNvSpPr/>
            <p:nvPr/>
          </p:nvSpPr>
          <p:spPr>
            <a:xfrm>
              <a:off x="-41619375" y="3273750"/>
              <a:ext cx="41775" cy="245750"/>
            </a:xfrm>
            <a:custGeom>
              <a:avLst/>
              <a:gdLst/>
              <a:ahLst/>
              <a:cxnLst/>
              <a:rect l="l" t="t" r="r" b="b"/>
              <a:pathLst>
                <a:path w="1671" h="9830" extrusionOk="0">
                  <a:moveTo>
                    <a:pt x="1670" y="0"/>
                  </a:moveTo>
                  <a:lnTo>
                    <a:pt x="0" y="1639"/>
                  </a:lnTo>
                  <a:lnTo>
                    <a:pt x="0" y="8192"/>
                  </a:lnTo>
                  <a:lnTo>
                    <a:pt x="1670" y="9830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1"/>
            <p:cNvSpPr/>
            <p:nvPr/>
          </p:nvSpPr>
          <p:spPr>
            <a:xfrm>
              <a:off x="-41832825" y="3321000"/>
              <a:ext cx="193000" cy="151250"/>
            </a:xfrm>
            <a:custGeom>
              <a:avLst/>
              <a:gdLst/>
              <a:ahLst/>
              <a:cxnLst/>
              <a:rect l="l" t="t" r="r" b="b"/>
              <a:pathLst>
                <a:path w="7720" h="6050" extrusionOk="0">
                  <a:moveTo>
                    <a:pt x="1" y="1"/>
                  </a:moveTo>
                  <a:lnTo>
                    <a:pt x="1" y="6050"/>
                  </a:lnTo>
                  <a:lnTo>
                    <a:pt x="3592" y="6050"/>
                  </a:lnTo>
                  <a:lnTo>
                    <a:pt x="3592" y="4821"/>
                  </a:lnTo>
                  <a:cubicBezTo>
                    <a:pt x="3592" y="4600"/>
                    <a:pt x="3781" y="4411"/>
                    <a:pt x="4002" y="4411"/>
                  </a:cubicBezTo>
                  <a:lnTo>
                    <a:pt x="6491" y="4411"/>
                  </a:lnTo>
                  <a:cubicBezTo>
                    <a:pt x="6743" y="4411"/>
                    <a:pt x="6932" y="4600"/>
                    <a:pt x="6932" y="4821"/>
                  </a:cubicBezTo>
                  <a:lnTo>
                    <a:pt x="6932" y="6050"/>
                  </a:lnTo>
                  <a:lnTo>
                    <a:pt x="7719" y="6050"/>
                  </a:lnTo>
                  <a:lnTo>
                    <a:pt x="77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1"/>
            <p:cNvSpPr/>
            <p:nvPr/>
          </p:nvSpPr>
          <p:spPr>
            <a:xfrm>
              <a:off x="-41880075" y="3493500"/>
              <a:ext cx="287500" cy="40975"/>
            </a:xfrm>
            <a:custGeom>
              <a:avLst/>
              <a:gdLst/>
              <a:ahLst/>
              <a:cxnLst/>
              <a:rect l="l" t="t" r="r" b="b"/>
              <a:pathLst>
                <a:path w="11500" h="1639" extrusionOk="0">
                  <a:moveTo>
                    <a:pt x="1639" y="0"/>
                  </a:moveTo>
                  <a:lnTo>
                    <a:pt x="0" y="1638"/>
                  </a:lnTo>
                  <a:lnTo>
                    <a:pt x="11500" y="1638"/>
                  </a:lnTo>
                  <a:lnTo>
                    <a:pt x="98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1"/>
            <p:cNvSpPr/>
            <p:nvPr/>
          </p:nvSpPr>
          <p:spPr>
            <a:xfrm>
              <a:off x="-41880875" y="3217225"/>
              <a:ext cx="288300" cy="83325"/>
            </a:xfrm>
            <a:custGeom>
              <a:avLst/>
              <a:gdLst/>
              <a:ahLst/>
              <a:cxnLst/>
              <a:rect l="l" t="t" r="r" b="b"/>
              <a:pathLst>
                <a:path w="11532" h="3333" extrusionOk="0">
                  <a:moveTo>
                    <a:pt x="5798" y="1033"/>
                  </a:moveTo>
                  <a:lnTo>
                    <a:pt x="6459" y="1694"/>
                  </a:lnTo>
                  <a:lnTo>
                    <a:pt x="5136" y="1694"/>
                  </a:lnTo>
                  <a:lnTo>
                    <a:pt x="5798" y="1033"/>
                  </a:lnTo>
                  <a:close/>
                  <a:moveTo>
                    <a:pt x="5750" y="1"/>
                  </a:moveTo>
                  <a:cubicBezTo>
                    <a:pt x="5640" y="1"/>
                    <a:pt x="5530" y="40"/>
                    <a:pt x="5451" y="119"/>
                  </a:cubicBezTo>
                  <a:lnTo>
                    <a:pt x="3939" y="1663"/>
                  </a:lnTo>
                  <a:lnTo>
                    <a:pt x="1" y="1663"/>
                  </a:lnTo>
                  <a:lnTo>
                    <a:pt x="1639" y="3332"/>
                  </a:lnTo>
                  <a:lnTo>
                    <a:pt x="9862" y="3332"/>
                  </a:lnTo>
                  <a:lnTo>
                    <a:pt x="11532" y="1663"/>
                  </a:lnTo>
                  <a:lnTo>
                    <a:pt x="7593" y="1663"/>
                  </a:lnTo>
                  <a:lnTo>
                    <a:pt x="6050" y="119"/>
                  </a:lnTo>
                  <a:cubicBezTo>
                    <a:pt x="5971" y="40"/>
                    <a:pt x="5861" y="1"/>
                    <a:pt x="57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2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mission and vision</a:t>
            </a:r>
            <a:endParaRPr/>
          </a:p>
        </p:txBody>
      </p:sp>
      <p:sp>
        <p:nvSpPr>
          <p:cNvPr id="926" name="Google Shape;926;p42"/>
          <p:cNvSpPr txBox="1">
            <a:spLocks noGrp="1"/>
          </p:cNvSpPr>
          <p:nvPr>
            <p:ph type="subTitle" idx="1"/>
          </p:nvPr>
        </p:nvSpPr>
        <p:spPr>
          <a:xfrm>
            <a:off x="4800641" y="2861538"/>
            <a:ext cx="25896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</a:t>
            </a:r>
            <a:r>
              <a:rPr lang="en-GB" b="1"/>
              <a:t>beautiful name</a:t>
            </a:r>
            <a:r>
              <a:rPr lang="en-GB"/>
              <a:t> and is the second planet from the Sun. It’s hot and has a poisonous </a:t>
            </a:r>
            <a:r>
              <a:rPr lang="en-GB" b="1"/>
              <a:t>atmosphere</a:t>
            </a:r>
            <a:endParaRPr b="1"/>
          </a:p>
        </p:txBody>
      </p:sp>
      <p:sp>
        <p:nvSpPr>
          <p:cNvPr id="927" name="Google Shape;927;p42"/>
          <p:cNvSpPr txBox="1">
            <a:spLocks noGrp="1"/>
          </p:cNvSpPr>
          <p:nvPr>
            <p:ph type="subTitle" idx="2"/>
          </p:nvPr>
        </p:nvSpPr>
        <p:spPr>
          <a:xfrm>
            <a:off x="1771382" y="2861538"/>
            <a:ext cx="2589600" cy="12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Mercury is the closest</a:t>
            </a:r>
            <a:r>
              <a:rPr lang="en-GB"/>
              <a:t> planet to the Sun and the smallest one in the Solar System—it’s only a bit larger than the </a:t>
            </a:r>
            <a:r>
              <a:rPr lang="en-GB" b="1"/>
              <a:t>Moon</a:t>
            </a:r>
            <a:endParaRPr b="1"/>
          </a:p>
        </p:txBody>
      </p:sp>
      <p:sp>
        <p:nvSpPr>
          <p:cNvPr id="928" name="Google Shape;928;p42"/>
          <p:cNvSpPr txBox="1">
            <a:spLocks noGrp="1"/>
          </p:cNvSpPr>
          <p:nvPr>
            <p:ph type="subTitle" idx="3"/>
          </p:nvPr>
        </p:nvSpPr>
        <p:spPr>
          <a:xfrm>
            <a:off x="4800642" y="2584038"/>
            <a:ext cx="2589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Vision</a:t>
            </a:r>
            <a:endParaRPr/>
          </a:p>
        </p:txBody>
      </p:sp>
      <p:sp>
        <p:nvSpPr>
          <p:cNvPr id="929" name="Google Shape;929;p42"/>
          <p:cNvSpPr/>
          <p:nvPr/>
        </p:nvSpPr>
        <p:spPr>
          <a:xfrm>
            <a:off x="2779832" y="1698875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42"/>
          <p:cNvSpPr/>
          <p:nvPr/>
        </p:nvSpPr>
        <p:spPr>
          <a:xfrm>
            <a:off x="5809082" y="1698875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42"/>
          <p:cNvSpPr/>
          <p:nvPr/>
        </p:nvSpPr>
        <p:spPr>
          <a:xfrm>
            <a:off x="3738487" y="841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2" name="Google Shape;932;p42"/>
          <p:cNvGrpSpPr/>
          <p:nvPr/>
        </p:nvGrpSpPr>
        <p:grpSpPr>
          <a:xfrm>
            <a:off x="8153934" y="4917894"/>
            <a:ext cx="75796" cy="72962"/>
            <a:chOff x="6053622" y="2610669"/>
            <a:chExt cx="75796" cy="72962"/>
          </a:xfrm>
        </p:grpSpPr>
        <p:sp>
          <p:nvSpPr>
            <p:cNvPr id="933" name="Google Shape;933;p42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" name="Google Shape;935;p42"/>
          <p:cNvGrpSpPr/>
          <p:nvPr/>
        </p:nvGrpSpPr>
        <p:grpSpPr>
          <a:xfrm>
            <a:off x="7038048" y="1053019"/>
            <a:ext cx="111300" cy="113397"/>
            <a:chOff x="7476160" y="2457382"/>
            <a:chExt cx="111300" cy="113397"/>
          </a:xfrm>
        </p:grpSpPr>
        <p:sp>
          <p:nvSpPr>
            <p:cNvPr id="936" name="Google Shape;936;p42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0" name="Google Shape;940;p42"/>
          <p:cNvGrpSpPr/>
          <p:nvPr/>
        </p:nvGrpSpPr>
        <p:grpSpPr>
          <a:xfrm>
            <a:off x="1762580" y="4494879"/>
            <a:ext cx="272704" cy="113685"/>
            <a:chOff x="5079805" y="2309104"/>
            <a:chExt cx="272704" cy="113685"/>
          </a:xfrm>
        </p:grpSpPr>
        <p:sp>
          <p:nvSpPr>
            <p:cNvPr id="941" name="Google Shape;941;p42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2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2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2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2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9" name="Google Shape;949;p42"/>
          <p:cNvSpPr/>
          <p:nvPr/>
        </p:nvSpPr>
        <p:spPr>
          <a:xfrm>
            <a:off x="2879257" y="1803845"/>
            <a:ext cx="373868" cy="362762"/>
          </a:xfrm>
          <a:custGeom>
            <a:avLst/>
            <a:gdLst/>
            <a:ahLst/>
            <a:cxnLst/>
            <a:rect l="l" t="t" r="r" b="b"/>
            <a:pathLst>
              <a:path w="12760" h="12382" extrusionOk="0">
                <a:moveTo>
                  <a:pt x="2080" y="1"/>
                </a:moveTo>
                <a:cubicBezTo>
                  <a:pt x="946" y="1"/>
                  <a:pt x="32" y="946"/>
                  <a:pt x="1" y="2080"/>
                </a:cubicBezTo>
                <a:lnTo>
                  <a:pt x="1" y="9515"/>
                </a:lnTo>
                <a:cubicBezTo>
                  <a:pt x="1" y="11090"/>
                  <a:pt x="1261" y="12382"/>
                  <a:pt x="2899" y="12382"/>
                </a:cubicBezTo>
                <a:cubicBezTo>
                  <a:pt x="4537" y="12382"/>
                  <a:pt x="5798" y="11090"/>
                  <a:pt x="5829" y="9515"/>
                </a:cubicBezTo>
                <a:cubicBezTo>
                  <a:pt x="5829" y="9295"/>
                  <a:pt x="6144" y="9137"/>
                  <a:pt x="6365" y="9074"/>
                </a:cubicBezTo>
                <a:cubicBezTo>
                  <a:pt x="6617" y="9074"/>
                  <a:pt x="6932" y="9295"/>
                  <a:pt x="6932" y="9515"/>
                </a:cubicBezTo>
                <a:cubicBezTo>
                  <a:pt x="6932" y="11122"/>
                  <a:pt x="8223" y="12382"/>
                  <a:pt x="9830" y="12382"/>
                </a:cubicBezTo>
                <a:cubicBezTo>
                  <a:pt x="11374" y="12382"/>
                  <a:pt x="12760" y="11216"/>
                  <a:pt x="12760" y="9452"/>
                </a:cubicBezTo>
                <a:lnTo>
                  <a:pt x="12760" y="2080"/>
                </a:lnTo>
                <a:cubicBezTo>
                  <a:pt x="12760" y="946"/>
                  <a:pt x="11815" y="32"/>
                  <a:pt x="10681" y="1"/>
                </a:cubicBezTo>
                <a:cubicBezTo>
                  <a:pt x="10114" y="1"/>
                  <a:pt x="9578" y="221"/>
                  <a:pt x="9200" y="568"/>
                </a:cubicBezTo>
                <a:cubicBezTo>
                  <a:pt x="9043" y="725"/>
                  <a:pt x="9043" y="1009"/>
                  <a:pt x="9200" y="1166"/>
                </a:cubicBezTo>
                <a:cubicBezTo>
                  <a:pt x="9279" y="1245"/>
                  <a:pt x="9389" y="1284"/>
                  <a:pt x="9499" y="1284"/>
                </a:cubicBezTo>
                <a:cubicBezTo>
                  <a:pt x="9610" y="1284"/>
                  <a:pt x="9720" y="1245"/>
                  <a:pt x="9799" y="1166"/>
                </a:cubicBezTo>
                <a:cubicBezTo>
                  <a:pt x="10051" y="946"/>
                  <a:pt x="10366" y="820"/>
                  <a:pt x="10681" y="820"/>
                </a:cubicBezTo>
                <a:cubicBezTo>
                  <a:pt x="11342" y="820"/>
                  <a:pt x="11878" y="1355"/>
                  <a:pt x="11878" y="2080"/>
                </a:cubicBezTo>
                <a:lnTo>
                  <a:pt x="11878" y="7499"/>
                </a:lnTo>
                <a:cubicBezTo>
                  <a:pt x="11374" y="6963"/>
                  <a:pt x="10618" y="6648"/>
                  <a:pt x="9799" y="6648"/>
                </a:cubicBezTo>
                <a:cubicBezTo>
                  <a:pt x="8570" y="6648"/>
                  <a:pt x="7562" y="7404"/>
                  <a:pt x="7121" y="8444"/>
                </a:cubicBezTo>
                <a:cubicBezTo>
                  <a:pt x="6932" y="8349"/>
                  <a:pt x="6585" y="8286"/>
                  <a:pt x="6365" y="8286"/>
                </a:cubicBezTo>
                <a:cubicBezTo>
                  <a:pt x="6144" y="8286"/>
                  <a:pt x="5798" y="8381"/>
                  <a:pt x="5640" y="8444"/>
                </a:cubicBezTo>
                <a:cubicBezTo>
                  <a:pt x="5199" y="7404"/>
                  <a:pt x="4191" y="6648"/>
                  <a:pt x="2962" y="6648"/>
                </a:cubicBezTo>
                <a:cubicBezTo>
                  <a:pt x="2111" y="6648"/>
                  <a:pt x="1418" y="6995"/>
                  <a:pt x="851" y="7499"/>
                </a:cubicBezTo>
                <a:lnTo>
                  <a:pt x="851" y="2080"/>
                </a:lnTo>
                <a:cubicBezTo>
                  <a:pt x="851" y="1418"/>
                  <a:pt x="1418" y="851"/>
                  <a:pt x="2080" y="820"/>
                </a:cubicBezTo>
                <a:cubicBezTo>
                  <a:pt x="2426" y="820"/>
                  <a:pt x="2742" y="977"/>
                  <a:pt x="2962" y="1166"/>
                </a:cubicBezTo>
                <a:cubicBezTo>
                  <a:pt x="3041" y="1245"/>
                  <a:pt x="3151" y="1284"/>
                  <a:pt x="3257" y="1284"/>
                </a:cubicBezTo>
                <a:cubicBezTo>
                  <a:pt x="3364" y="1284"/>
                  <a:pt x="3466" y="1245"/>
                  <a:pt x="3529" y="1166"/>
                </a:cubicBezTo>
                <a:cubicBezTo>
                  <a:pt x="3687" y="1009"/>
                  <a:pt x="3687" y="725"/>
                  <a:pt x="3529" y="568"/>
                </a:cubicBezTo>
                <a:cubicBezTo>
                  <a:pt x="3183" y="221"/>
                  <a:pt x="2647" y="1"/>
                  <a:pt x="208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0" name="Google Shape;950;p42"/>
          <p:cNvGrpSpPr/>
          <p:nvPr/>
        </p:nvGrpSpPr>
        <p:grpSpPr>
          <a:xfrm>
            <a:off x="5910802" y="1798763"/>
            <a:ext cx="369268" cy="372928"/>
            <a:chOff x="-37804925" y="3953450"/>
            <a:chExt cx="315075" cy="318225"/>
          </a:xfrm>
        </p:grpSpPr>
        <p:sp>
          <p:nvSpPr>
            <p:cNvPr id="951" name="Google Shape;951;p42"/>
            <p:cNvSpPr/>
            <p:nvPr/>
          </p:nvSpPr>
          <p:spPr>
            <a:xfrm>
              <a:off x="-37614300" y="3955025"/>
              <a:ext cx="124450" cy="186200"/>
            </a:xfrm>
            <a:custGeom>
              <a:avLst/>
              <a:gdLst/>
              <a:ahLst/>
              <a:cxnLst/>
              <a:rect l="l" t="t" r="r" b="b"/>
              <a:pathLst>
                <a:path w="4978" h="7448" extrusionOk="0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2"/>
            <p:cNvSpPr/>
            <p:nvPr/>
          </p:nvSpPr>
          <p:spPr>
            <a:xfrm>
              <a:off x="-37761600" y="4230700"/>
              <a:ext cx="270175" cy="40975"/>
            </a:xfrm>
            <a:custGeom>
              <a:avLst/>
              <a:gdLst/>
              <a:ahLst/>
              <a:cxnLst/>
              <a:rect l="l" t="t" r="r" b="b"/>
              <a:pathLst>
                <a:path w="10807" h="1639" extrusionOk="0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2"/>
            <p:cNvSpPr/>
            <p:nvPr/>
          </p:nvSpPr>
          <p:spPr>
            <a:xfrm>
              <a:off x="-37804925" y="3953450"/>
              <a:ext cx="274125" cy="295675"/>
            </a:xfrm>
            <a:custGeom>
              <a:avLst/>
              <a:gdLst/>
              <a:ahLst/>
              <a:cxnLst/>
              <a:rect l="l" t="t" r="r" b="b"/>
              <a:pathLst>
                <a:path w="10965" h="11827" extrusionOk="0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4" name="Google Shape;954;p42"/>
          <p:cNvSpPr txBox="1">
            <a:spLocks noGrp="1"/>
          </p:cNvSpPr>
          <p:nvPr>
            <p:ph type="subTitle" idx="4"/>
          </p:nvPr>
        </p:nvSpPr>
        <p:spPr>
          <a:xfrm>
            <a:off x="1771373" y="2584038"/>
            <a:ext cx="2589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44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values</a:t>
            </a:r>
            <a:endParaRPr/>
          </a:p>
        </p:txBody>
      </p:sp>
      <p:sp>
        <p:nvSpPr>
          <p:cNvPr id="984" name="Google Shape;984;p44"/>
          <p:cNvSpPr txBox="1">
            <a:spLocks noGrp="1"/>
          </p:cNvSpPr>
          <p:nvPr>
            <p:ph type="subTitle" idx="1"/>
          </p:nvPr>
        </p:nvSpPr>
        <p:spPr>
          <a:xfrm>
            <a:off x="1936350" y="1910350"/>
            <a:ext cx="2207400" cy="8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5EFDF"/>
              </a:buClr>
              <a:buSzPts val="1100"/>
              <a:buFont typeface="Arial"/>
              <a:buNone/>
            </a:pPr>
            <a:r>
              <a:rPr lang="en-GB" b="1"/>
              <a:t>Mercury</a:t>
            </a:r>
            <a:r>
              <a:rPr lang="en-GB"/>
              <a:t> is the closest planet to the </a:t>
            </a:r>
            <a:r>
              <a:rPr lang="en-GB" b="1"/>
              <a:t>Sun </a:t>
            </a:r>
            <a:r>
              <a:rPr lang="en-GB"/>
              <a:t>and the smallest of them all</a:t>
            </a:r>
            <a:endParaRPr/>
          </a:p>
        </p:txBody>
      </p:sp>
      <p:sp>
        <p:nvSpPr>
          <p:cNvPr id="985" name="Google Shape;985;p44"/>
          <p:cNvSpPr txBox="1">
            <a:spLocks noGrp="1"/>
          </p:cNvSpPr>
          <p:nvPr>
            <p:ph type="subTitle" idx="2"/>
          </p:nvPr>
        </p:nvSpPr>
        <p:spPr>
          <a:xfrm>
            <a:off x="5007025" y="1910350"/>
            <a:ext cx="2207400" cy="8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 and is the s</a:t>
            </a:r>
            <a:r>
              <a:rPr lang="en-GB" b="1"/>
              <a:t>econd planet</a:t>
            </a:r>
            <a:r>
              <a:rPr lang="en-GB"/>
              <a:t> from the Sun</a:t>
            </a:r>
            <a:endParaRPr/>
          </a:p>
        </p:txBody>
      </p:sp>
      <p:sp>
        <p:nvSpPr>
          <p:cNvPr id="986" name="Google Shape;986;p44"/>
          <p:cNvSpPr txBox="1">
            <a:spLocks noGrp="1"/>
          </p:cNvSpPr>
          <p:nvPr>
            <p:ph type="subTitle" idx="3"/>
          </p:nvPr>
        </p:nvSpPr>
        <p:spPr>
          <a:xfrm>
            <a:off x="1936363" y="3467413"/>
            <a:ext cx="2207400" cy="8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Despite being red, </a:t>
            </a:r>
            <a:r>
              <a:rPr lang="en-GB" b="1"/>
              <a:t>Mars is actually</a:t>
            </a:r>
            <a:r>
              <a:rPr lang="en-GB"/>
              <a:t> a cold place. It's full of iron oxide dust</a:t>
            </a:r>
            <a:endParaRPr/>
          </a:p>
        </p:txBody>
      </p:sp>
      <p:sp>
        <p:nvSpPr>
          <p:cNvPr id="987" name="Google Shape;987;p44"/>
          <p:cNvSpPr txBox="1">
            <a:spLocks noGrp="1"/>
          </p:cNvSpPr>
          <p:nvPr>
            <p:ph type="subTitle" idx="4"/>
          </p:nvPr>
        </p:nvSpPr>
        <p:spPr>
          <a:xfrm>
            <a:off x="5007014" y="3467413"/>
            <a:ext cx="2207400" cy="8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It's also the fourth-largest object by diameter in the </a:t>
            </a:r>
            <a:r>
              <a:rPr lang="en-GB" b="1"/>
              <a:t>Solar System</a:t>
            </a:r>
            <a:endParaRPr b="1"/>
          </a:p>
        </p:txBody>
      </p:sp>
      <p:sp>
        <p:nvSpPr>
          <p:cNvPr id="988" name="Google Shape;988;p44"/>
          <p:cNvSpPr txBox="1">
            <a:spLocks noGrp="1"/>
          </p:cNvSpPr>
          <p:nvPr>
            <p:ph type="subTitle" idx="5"/>
          </p:nvPr>
        </p:nvSpPr>
        <p:spPr>
          <a:xfrm>
            <a:off x="1936362" y="1632850"/>
            <a:ext cx="22074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/>
          </a:p>
        </p:txBody>
      </p:sp>
      <p:sp>
        <p:nvSpPr>
          <p:cNvPr id="989" name="Google Shape;989;p44"/>
          <p:cNvSpPr txBox="1">
            <a:spLocks noGrp="1"/>
          </p:cNvSpPr>
          <p:nvPr>
            <p:ph type="subTitle" idx="6"/>
          </p:nvPr>
        </p:nvSpPr>
        <p:spPr>
          <a:xfrm>
            <a:off x="5007013" y="1632850"/>
            <a:ext cx="22074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</a:t>
            </a:r>
            <a:endParaRPr/>
          </a:p>
        </p:txBody>
      </p:sp>
      <p:sp>
        <p:nvSpPr>
          <p:cNvPr id="990" name="Google Shape;990;p44"/>
          <p:cNvSpPr txBox="1">
            <a:spLocks noGrp="1"/>
          </p:cNvSpPr>
          <p:nvPr>
            <p:ph type="subTitle" idx="7"/>
          </p:nvPr>
        </p:nvSpPr>
        <p:spPr>
          <a:xfrm>
            <a:off x="1936362" y="3189913"/>
            <a:ext cx="22074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</a:t>
            </a:r>
            <a:endParaRPr/>
          </a:p>
        </p:txBody>
      </p:sp>
      <p:sp>
        <p:nvSpPr>
          <p:cNvPr id="991" name="Google Shape;991;p44"/>
          <p:cNvSpPr txBox="1">
            <a:spLocks noGrp="1"/>
          </p:cNvSpPr>
          <p:nvPr>
            <p:ph type="subTitle" idx="8"/>
          </p:nvPr>
        </p:nvSpPr>
        <p:spPr>
          <a:xfrm>
            <a:off x="5007013" y="3189913"/>
            <a:ext cx="22074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Saturn</a:t>
            </a:r>
            <a:endParaRPr/>
          </a:p>
        </p:txBody>
      </p:sp>
      <p:sp>
        <p:nvSpPr>
          <p:cNvPr id="992" name="Google Shape;992;p44"/>
          <p:cNvSpPr/>
          <p:nvPr/>
        </p:nvSpPr>
        <p:spPr>
          <a:xfrm>
            <a:off x="1211250" y="1632850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44"/>
          <p:cNvSpPr/>
          <p:nvPr/>
        </p:nvSpPr>
        <p:spPr>
          <a:xfrm>
            <a:off x="1211250" y="3189913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44"/>
          <p:cNvSpPr/>
          <p:nvPr/>
        </p:nvSpPr>
        <p:spPr>
          <a:xfrm>
            <a:off x="7366825" y="1632850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44"/>
          <p:cNvSpPr/>
          <p:nvPr/>
        </p:nvSpPr>
        <p:spPr>
          <a:xfrm>
            <a:off x="7366825" y="3189913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44"/>
          <p:cNvSpPr/>
          <p:nvPr/>
        </p:nvSpPr>
        <p:spPr>
          <a:xfrm>
            <a:off x="274449" y="13096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7" name="Google Shape;997;p44"/>
          <p:cNvGrpSpPr/>
          <p:nvPr/>
        </p:nvGrpSpPr>
        <p:grpSpPr>
          <a:xfrm>
            <a:off x="6301834" y="4865044"/>
            <a:ext cx="75796" cy="72962"/>
            <a:chOff x="6053622" y="2610669"/>
            <a:chExt cx="75796" cy="72962"/>
          </a:xfrm>
        </p:grpSpPr>
        <p:sp>
          <p:nvSpPr>
            <p:cNvPr id="998" name="Google Shape;998;p44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4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0" name="Google Shape;1000;p44"/>
          <p:cNvGrpSpPr/>
          <p:nvPr/>
        </p:nvGrpSpPr>
        <p:grpSpPr>
          <a:xfrm>
            <a:off x="3865973" y="2892732"/>
            <a:ext cx="111300" cy="113397"/>
            <a:chOff x="7476160" y="2457382"/>
            <a:chExt cx="111300" cy="113397"/>
          </a:xfrm>
        </p:grpSpPr>
        <p:sp>
          <p:nvSpPr>
            <p:cNvPr id="1001" name="Google Shape;1001;p44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4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44"/>
          <p:cNvGrpSpPr/>
          <p:nvPr/>
        </p:nvGrpSpPr>
        <p:grpSpPr>
          <a:xfrm>
            <a:off x="8529680" y="1682404"/>
            <a:ext cx="272704" cy="113685"/>
            <a:chOff x="5079805" y="2309104"/>
            <a:chExt cx="272704" cy="113685"/>
          </a:xfrm>
        </p:grpSpPr>
        <p:sp>
          <p:nvSpPr>
            <p:cNvPr id="1006" name="Google Shape;1006;p44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4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4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4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4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4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4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4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4" name="Google Shape;1014;p44"/>
          <p:cNvSpPr/>
          <p:nvPr/>
        </p:nvSpPr>
        <p:spPr>
          <a:xfrm>
            <a:off x="1339727" y="3289800"/>
            <a:ext cx="315737" cy="372928"/>
          </a:xfrm>
          <a:custGeom>
            <a:avLst/>
            <a:gdLst/>
            <a:ahLst/>
            <a:cxnLst/>
            <a:rect l="l" t="t" r="r" b="b"/>
            <a:pathLst>
              <a:path w="10776" h="12729" extrusionOk="0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5" name="Google Shape;1015;p44"/>
          <p:cNvGrpSpPr/>
          <p:nvPr/>
        </p:nvGrpSpPr>
        <p:grpSpPr>
          <a:xfrm>
            <a:off x="7467614" y="3290742"/>
            <a:ext cx="371114" cy="371053"/>
            <a:chOff x="-40011050" y="3972375"/>
            <a:chExt cx="316650" cy="316625"/>
          </a:xfrm>
        </p:grpSpPr>
        <p:sp>
          <p:nvSpPr>
            <p:cNvPr id="1016" name="Google Shape;1016;p44"/>
            <p:cNvSpPr/>
            <p:nvPr/>
          </p:nvSpPr>
          <p:spPr>
            <a:xfrm>
              <a:off x="-40011050" y="3972375"/>
              <a:ext cx="316650" cy="232350"/>
            </a:xfrm>
            <a:custGeom>
              <a:avLst/>
              <a:gdLst/>
              <a:ahLst/>
              <a:cxnLst/>
              <a:rect l="l" t="t" r="r" b="b"/>
              <a:pathLst>
                <a:path w="12666" h="9294" extrusionOk="0">
                  <a:moveTo>
                    <a:pt x="11405" y="1701"/>
                  </a:moveTo>
                  <a:cubicBezTo>
                    <a:pt x="11626" y="1701"/>
                    <a:pt x="11846" y="1890"/>
                    <a:pt x="11846" y="2142"/>
                  </a:cubicBezTo>
                  <a:cubicBezTo>
                    <a:pt x="11846" y="3749"/>
                    <a:pt x="11090" y="4663"/>
                    <a:pt x="9956" y="4978"/>
                  </a:cubicBezTo>
                  <a:cubicBezTo>
                    <a:pt x="10051" y="4631"/>
                    <a:pt x="10145" y="4222"/>
                    <a:pt x="10145" y="3844"/>
                  </a:cubicBezTo>
                  <a:lnTo>
                    <a:pt x="10145" y="1701"/>
                  </a:lnTo>
                  <a:close/>
                  <a:moveTo>
                    <a:pt x="2584" y="1701"/>
                  </a:moveTo>
                  <a:lnTo>
                    <a:pt x="2584" y="3812"/>
                  </a:lnTo>
                  <a:cubicBezTo>
                    <a:pt x="2584" y="4222"/>
                    <a:pt x="2647" y="4600"/>
                    <a:pt x="2773" y="5009"/>
                  </a:cubicBezTo>
                  <a:cubicBezTo>
                    <a:pt x="1639" y="4694"/>
                    <a:pt x="851" y="3781"/>
                    <a:pt x="851" y="2142"/>
                  </a:cubicBezTo>
                  <a:cubicBezTo>
                    <a:pt x="851" y="1890"/>
                    <a:pt x="1040" y="1701"/>
                    <a:pt x="1292" y="1701"/>
                  </a:cubicBezTo>
                  <a:close/>
                  <a:moveTo>
                    <a:pt x="4065" y="3655"/>
                  </a:moveTo>
                  <a:cubicBezTo>
                    <a:pt x="4317" y="3655"/>
                    <a:pt x="4506" y="3875"/>
                    <a:pt x="4506" y="4096"/>
                  </a:cubicBezTo>
                  <a:cubicBezTo>
                    <a:pt x="4506" y="4631"/>
                    <a:pt x="4821" y="5041"/>
                    <a:pt x="5262" y="5261"/>
                  </a:cubicBezTo>
                  <a:cubicBezTo>
                    <a:pt x="5451" y="5324"/>
                    <a:pt x="5577" y="5608"/>
                    <a:pt x="5482" y="5797"/>
                  </a:cubicBezTo>
                  <a:cubicBezTo>
                    <a:pt x="5431" y="5952"/>
                    <a:pt x="5229" y="6065"/>
                    <a:pt x="5054" y="6065"/>
                  </a:cubicBezTo>
                  <a:cubicBezTo>
                    <a:pt x="5017" y="6065"/>
                    <a:pt x="4980" y="6060"/>
                    <a:pt x="4947" y="6049"/>
                  </a:cubicBezTo>
                  <a:cubicBezTo>
                    <a:pt x="4128" y="5734"/>
                    <a:pt x="3655" y="4946"/>
                    <a:pt x="3655" y="4096"/>
                  </a:cubicBezTo>
                  <a:cubicBezTo>
                    <a:pt x="3655" y="3875"/>
                    <a:pt x="3844" y="3655"/>
                    <a:pt x="4065" y="3655"/>
                  </a:cubicBezTo>
                  <a:close/>
                  <a:moveTo>
                    <a:pt x="2993" y="0"/>
                  </a:moveTo>
                  <a:cubicBezTo>
                    <a:pt x="2741" y="0"/>
                    <a:pt x="2552" y="189"/>
                    <a:pt x="2552" y="441"/>
                  </a:cubicBezTo>
                  <a:lnTo>
                    <a:pt x="2552" y="882"/>
                  </a:lnTo>
                  <a:lnTo>
                    <a:pt x="1261" y="882"/>
                  </a:lnTo>
                  <a:cubicBezTo>
                    <a:pt x="536" y="882"/>
                    <a:pt x="1" y="1418"/>
                    <a:pt x="1" y="2142"/>
                  </a:cubicBezTo>
                  <a:cubicBezTo>
                    <a:pt x="1" y="4568"/>
                    <a:pt x="1513" y="5797"/>
                    <a:pt x="3183" y="5923"/>
                  </a:cubicBezTo>
                  <a:cubicBezTo>
                    <a:pt x="4159" y="7372"/>
                    <a:pt x="5073" y="7089"/>
                    <a:pt x="5073" y="7687"/>
                  </a:cubicBezTo>
                  <a:cubicBezTo>
                    <a:pt x="5073" y="8286"/>
                    <a:pt x="4821" y="8884"/>
                    <a:pt x="4443" y="9294"/>
                  </a:cubicBezTo>
                  <a:lnTo>
                    <a:pt x="8192" y="9294"/>
                  </a:lnTo>
                  <a:cubicBezTo>
                    <a:pt x="7782" y="8884"/>
                    <a:pt x="7562" y="8286"/>
                    <a:pt x="7562" y="7687"/>
                  </a:cubicBezTo>
                  <a:cubicBezTo>
                    <a:pt x="7562" y="7089"/>
                    <a:pt x="8507" y="7372"/>
                    <a:pt x="9484" y="5923"/>
                  </a:cubicBezTo>
                  <a:cubicBezTo>
                    <a:pt x="11216" y="5797"/>
                    <a:pt x="12666" y="4537"/>
                    <a:pt x="12666" y="2142"/>
                  </a:cubicBezTo>
                  <a:cubicBezTo>
                    <a:pt x="12666" y="1418"/>
                    <a:pt x="12098" y="882"/>
                    <a:pt x="11405" y="882"/>
                  </a:cubicBezTo>
                  <a:lnTo>
                    <a:pt x="10145" y="882"/>
                  </a:lnTo>
                  <a:lnTo>
                    <a:pt x="10145" y="441"/>
                  </a:lnTo>
                  <a:cubicBezTo>
                    <a:pt x="10145" y="189"/>
                    <a:pt x="9956" y="0"/>
                    <a:pt x="97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4"/>
            <p:cNvSpPr/>
            <p:nvPr/>
          </p:nvSpPr>
          <p:spPr>
            <a:xfrm>
              <a:off x="-39950400" y="4225975"/>
              <a:ext cx="194575" cy="63025"/>
            </a:xfrm>
            <a:custGeom>
              <a:avLst/>
              <a:gdLst/>
              <a:ahLst/>
              <a:cxnLst/>
              <a:rect l="l" t="t" r="r" b="b"/>
              <a:pathLst>
                <a:path w="7783" h="2521" extrusionOk="0">
                  <a:moveTo>
                    <a:pt x="757" y="1"/>
                  </a:moveTo>
                  <a:lnTo>
                    <a:pt x="63" y="1954"/>
                  </a:lnTo>
                  <a:cubicBezTo>
                    <a:pt x="0" y="2237"/>
                    <a:pt x="158" y="2521"/>
                    <a:pt x="473" y="2521"/>
                  </a:cubicBezTo>
                  <a:lnTo>
                    <a:pt x="7278" y="2521"/>
                  </a:lnTo>
                  <a:cubicBezTo>
                    <a:pt x="7593" y="2521"/>
                    <a:pt x="7782" y="2237"/>
                    <a:pt x="7688" y="1954"/>
                  </a:cubicBezTo>
                  <a:lnTo>
                    <a:pt x="69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8" name="Google Shape;1018;p44"/>
          <p:cNvSpPr/>
          <p:nvPr/>
        </p:nvSpPr>
        <p:spPr>
          <a:xfrm>
            <a:off x="1305114" y="1717183"/>
            <a:ext cx="384973" cy="371375"/>
          </a:xfrm>
          <a:custGeom>
            <a:avLst/>
            <a:gdLst/>
            <a:ahLst/>
            <a:cxnLst/>
            <a:rect l="l" t="t" r="r" b="b"/>
            <a:pathLst>
              <a:path w="13139" h="12676" extrusionOk="0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44"/>
          <p:cNvSpPr/>
          <p:nvPr/>
        </p:nvSpPr>
        <p:spPr>
          <a:xfrm>
            <a:off x="7494851" y="1717339"/>
            <a:ext cx="316645" cy="371082"/>
          </a:xfrm>
          <a:custGeom>
            <a:avLst/>
            <a:gdLst/>
            <a:ahLst/>
            <a:cxnLst/>
            <a:rect l="l" t="t" r="r" b="b"/>
            <a:pathLst>
              <a:path w="10807" h="12666" extrusionOk="0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45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success</a:t>
            </a:r>
            <a:endParaRPr/>
          </a:p>
        </p:txBody>
      </p:sp>
      <p:sp>
        <p:nvSpPr>
          <p:cNvPr id="1025" name="Google Shape;1025;p45"/>
          <p:cNvSpPr txBox="1">
            <a:spLocks noGrp="1"/>
          </p:cNvSpPr>
          <p:nvPr>
            <p:ph type="subTitle" idx="1"/>
          </p:nvPr>
        </p:nvSpPr>
        <p:spPr>
          <a:xfrm>
            <a:off x="937625" y="3617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 is the closest </a:t>
            </a:r>
            <a:r>
              <a:rPr lang="en-GB" b="1"/>
              <a:t>planet</a:t>
            </a:r>
            <a:r>
              <a:rPr lang="en-GB"/>
              <a:t> to the </a:t>
            </a:r>
            <a:r>
              <a:rPr lang="en-GB" b="1"/>
              <a:t>Sun</a:t>
            </a:r>
            <a:r>
              <a:rPr lang="en-GB"/>
              <a:t> and the smallest of them all</a:t>
            </a:r>
            <a:endParaRPr/>
          </a:p>
        </p:txBody>
      </p:sp>
      <p:sp>
        <p:nvSpPr>
          <p:cNvPr id="1026" name="Google Shape;1026;p45"/>
          <p:cNvSpPr txBox="1">
            <a:spLocks noGrp="1"/>
          </p:cNvSpPr>
          <p:nvPr>
            <p:ph type="subTitle" idx="2"/>
          </p:nvPr>
        </p:nvSpPr>
        <p:spPr>
          <a:xfrm>
            <a:off x="3484345" y="3617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 and is the </a:t>
            </a:r>
            <a:r>
              <a:rPr lang="en-GB" b="1"/>
              <a:t>second planet</a:t>
            </a:r>
            <a:r>
              <a:rPr lang="en-GB"/>
              <a:t> from the Sun</a:t>
            </a:r>
            <a:endParaRPr/>
          </a:p>
        </p:txBody>
      </p:sp>
      <p:sp>
        <p:nvSpPr>
          <p:cNvPr id="1027" name="Google Shape;1027;p45"/>
          <p:cNvSpPr txBox="1">
            <a:spLocks noGrp="1"/>
          </p:cNvSpPr>
          <p:nvPr>
            <p:ph type="subTitle" idx="3"/>
          </p:nvPr>
        </p:nvSpPr>
        <p:spPr>
          <a:xfrm>
            <a:off x="6031072" y="3617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Despite being red, </a:t>
            </a:r>
            <a:r>
              <a:rPr lang="en-GB" b="1"/>
              <a:t>Mars is actually</a:t>
            </a:r>
            <a:r>
              <a:rPr lang="en-GB"/>
              <a:t> a cold place. It’s full of iron oxide dust</a:t>
            </a:r>
            <a:endParaRPr/>
          </a:p>
        </p:txBody>
      </p:sp>
      <p:sp>
        <p:nvSpPr>
          <p:cNvPr id="1028" name="Google Shape;1028;p45"/>
          <p:cNvSpPr txBox="1">
            <a:spLocks noGrp="1"/>
          </p:cNvSpPr>
          <p:nvPr>
            <p:ph type="title" idx="4"/>
          </p:nvPr>
        </p:nvSpPr>
        <p:spPr>
          <a:xfrm>
            <a:off x="1506150" y="1235325"/>
            <a:ext cx="1038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25%</a:t>
            </a:r>
            <a:endParaRPr/>
          </a:p>
        </p:txBody>
      </p:sp>
      <p:sp>
        <p:nvSpPr>
          <p:cNvPr id="1029" name="Google Shape;1029;p45"/>
          <p:cNvSpPr txBox="1">
            <a:spLocks noGrp="1"/>
          </p:cNvSpPr>
          <p:nvPr>
            <p:ph type="title" idx="5"/>
          </p:nvPr>
        </p:nvSpPr>
        <p:spPr>
          <a:xfrm>
            <a:off x="4052852" y="1235325"/>
            <a:ext cx="1038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50%</a:t>
            </a:r>
            <a:endParaRPr/>
          </a:p>
        </p:txBody>
      </p:sp>
      <p:sp>
        <p:nvSpPr>
          <p:cNvPr id="1030" name="Google Shape;1030;p45"/>
          <p:cNvSpPr txBox="1">
            <a:spLocks noGrp="1"/>
          </p:cNvSpPr>
          <p:nvPr>
            <p:ph type="title" idx="6"/>
          </p:nvPr>
        </p:nvSpPr>
        <p:spPr>
          <a:xfrm>
            <a:off x="6599576" y="1235325"/>
            <a:ext cx="1038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75%</a:t>
            </a:r>
            <a:endParaRPr/>
          </a:p>
        </p:txBody>
      </p:sp>
      <p:sp>
        <p:nvSpPr>
          <p:cNvPr id="1031" name="Google Shape;1031;p45"/>
          <p:cNvSpPr/>
          <p:nvPr/>
        </p:nvSpPr>
        <p:spPr>
          <a:xfrm>
            <a:off x="1743125" y="1852451"/>
            <a:ext cx="564300" cy="1357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45"/>
          <p:cNvSpPr/>
          <p:nvPr/>
        </p:nvSpPr>
        <p:spPr>
          <a:xfrm>
            <a:off x="1743125" y="2845582"/>
            <a:ext cx="564300" cy="363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45"/>
          <p:cNvSpPr/>
          <p:nvPr/>
        </p:nvSpPr>
        <p:spPr>
          <a:xfrm>
            <a:off x="4289847" y="1837450"/>
            <a:ext cx="564300" cy="1357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45"/>
          <p:cNvSpPr/>
          <p:nvPr/>
        </p:nvSpPr>
        <p:spPr>
          <a:xfrm>
            <a:off x="4289850" y="2504475"/>
            <a:ext cx="564300" cy="70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45"/>
          <p:cNvSpPr/>
          <p:nvPr/>
        </p:nvSpPr>
        <p:spPr>
          <a:xfrm>
            <a:off x="6836575" y="1852451"/>
            <a:ext cx="564300" cy="1357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45"/>
          <p:cNvSpPr/>
          <p:nvPr/>
        </p:nvSpPr>
        <p:spPr>
          <a:xfrm>
            <a:off x="6836575" y="2169000"/>
            <a:ext cx="564300" cy="1040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45"/>
          <p:cNvSpPr txBox="1">
            <a:spLocks noGrp="1"/>
          </p:cNvSpPr>
          <p:nvPr>
            <p:ph type="subTitle" idx="7"/>
          </p:nvPr>
        </p:nvSpPr>
        <p:spPr>
          <a:xfrm>
            <a:off x="937625" y="3339600"/>
            <a:ext cx="21753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</a:t>
            </a:r>
            <a:endParaRPr/>
          </a:p>
        </p:txBody>
      </p:sp>
      <p:sp>
        <p:nvSpPr>
          <p:cNvPr id="1038" name="Google Shape;1038;p45"/>
          <p:cNvSpPr txBox="1">
            <a:spLocks noGrp="1"/>
          </p:cNvSpPr>
          <p:nvPr>
            <p:ph type="subTitle" idx="8"/>
          </p:nvPr>
        </p:nvSpPr>
        <p:spPr>
          <a:xfrm>
            <a:off x="3484347" y="3339600"/>
            <a:ext cx="21753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/>
          </a:p>
        </p:txBody>
      </p:sp>
      <p:sp>
        <p:nvSpPr>
          <p:cNvPr id="1039" name="Google Shape;1039;p45"/>
          <p:cNvSpPr txBox="1">
            <a:spLocks noGrp="1"/>
          </p:cNvSpPr>
          <p:nvPr>
            <p:ph type="subTitle" idx="9"/>
          </p:nvPr>
        </p:nvSpPr>
        <p:spPr>
          <a:xfrm>
            <a:off x="6031075" y="3339600"/>
            <a:ext cx="21753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/>
          </a:p>
        </p:txBody>
      </p:sp>
      <p:sp>
        <p:nvSpPr>
          <p:cNvPr id="1040" name="Google Shape;1040;p45"/>
          <p:cNvSpPr/>
          <p:nvPr/>
        </p:nvSpPr>
        <p:spPr>
          <a:xfrm rot="-6300044">
            <a:off x="7489760" y="3694156"/>
            <a:ext cx="1486768" cy="2140875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45"/>
          <p:cNvSpPr/>
          <p:nvPr/>
        </p:nvSpPr>
        <p:spPr>
          <a:xfrm>
            <a:off x="283249" y="213696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2" name="Google Shape;1042;p45"/>
          <p:cNvGrpSpPr/>
          <p:nvPr/>
        </p:nvGrpSpPr>
        <p:grpSpPr>
          <a:xfrm>
            <a:off x="6523784" y="124807"/>
            <a:ext cx="75796" cy="72962"/>
            <a:chOff x="6053622" y="2610669"/>
            <a:chExt cx="75796" cy="72962"/>
          </a:xfrm>
        </p:grpSpPr>
        <p:sp>
          <p:nvSpPr>
            <p:cNvPr id="1043" name="Google Shape;1043;p45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5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5" name="Google Shape;1045;p45"/>
          <p:cNvGrpSpPr/>
          <p:nvPr/>
        </p:nvGrpSpPr>
        <p:grpSpPr>
          <a:xfrm>
            <a:off x="3046873" y="4746719"/>
            <a:ext cx="111300" cy="113397"/>
            <a:chOff x="7476160" y="2457382"/>
            <a:chExt cx="111300" cy="113397"/>
          </a:xfrm>
        </p:grpSpPr>
        <p:sp>
          <p:nvSpPr>
            <p:cNvPr id="1046" name="Google Shape;1046;p45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5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5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5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0" name="Google Shape;1050;p45"/>
          <p:cNvGrpSpPr/>
          <p:nvPr/>
        </p:nvGrpSpPr>
        <p:grpSpPr>
          <a:xfrm>
            <a:off x="8686205" y="2311529"/>
            <a:ext cx="272704" cy="113685"/>
            <a:chOff x="5079805" y="2309104"/>
            <a:chExt cx="272704" cy="113685"/>
          </a:xfrm>
        </p:grpSpPr>
        <p:sp>
          <p:nvSpPr>
            <p:cNvPr id="1051" name="Google Shape;1051;p45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5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5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5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5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5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5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5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46"/>
          <p:cNvSpPr txBox="1">
            <a:spLocks noGrp="1"/>
          </p:cNvSpPr>
          <p:nvPr>
            <p:ph type="title"/>
          </p:nvPr>
        </p:nvSpPr>
        <p:spPr>
          <a:xfrm>
            <a:off x="713225" y="1278000"/>
            <a:ext cx="4062000" cy="16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picture always reinforces the concept</a:t>
            </a:r>
            <a:endParaRPr/>
          </a:p>
        </p:txBody>
      </p:sp>
      <p:sp>
        <p:nvSpPr>
          <p:cNvPr id="1064" name="Google Shape;1064;p46"/>
          <p:cNvSpPr txBox="1">
            <a:spLocks noGrp="1"/>
          </p:cNvSpPr>
          <p:nvPr>
            <p:ph type="subTitle" idx="1"/>
          </p:nvPr>
        </p:nvSpPr>
        <p:spPr>
          <a:xfrm>
            <a:off x="713225" y="3042350"/>
            <a:ext cx="4062000" cy="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Images reveal</a:t>
            </a:r>
            <a:r>
              <a:rPr lang="en-GB"/>
              <a:t> large amounts of data, so remember: use an image instead of a long text. Your audience will appreciate it </a:t>
            </a:r>
            <a:endParaRPr/>
          </a:p>
        </p:txBody>
      </p:sp>
      <p:pic>
        <p:nvPicPr>
          <p:cNvPr id="1065" name="Google Shape;1065;p4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0867" r="30863"/>
          <a:stretch/>
        </p:blipFill>
        <p:spPr>
          <a:xfrm flipH="1">
            <a:off x="5637300" y="67950"/>
            <a:ext cx="3406800" cy="5007600"/>
          </a:xfrm>
          <a:prstGeom prst="round1Rect">
            <a:avLst>
              <a:gd name="adj" fmla="val 16667"/>
            </a:avLst>
          </a:prstGeom>
        </p:spPr>
      </p:pic>
      <p:sp>
        <p:nvSpPr>
          <p:cNvPr id="1066" name="Google Shape;1066;p46"/>
          <p:cNvSpPr/>
          <p:nvPr/>
        </p:nvSpPr>
        <p:spPr>
          <a:xfrm>
            <a:off x="1824524" y="9415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7" name="Google Shape;1067;p46"/>
          <p:cNvGrpSpPr/>
          <p:nvPr/>
        </p:nvGrpSpPr>
        <p:grpSpPr>
          <a:xfrm>
            <a:off x="2242209" y="4716144"/>
            <a:ext cx="75796" cy="72962"/>
            <a:chOff x="6053622" y="2610669"/>
            <a:chExt cx="75796" cy="72962"/>
          </a:xfrm>
        </p:grpSpPr>
        <p:sp>
          <p:nvSpPr>
            <p:cNvPr id="1068" name="Google Shape;1068;p46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6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0" name="Google Shape;1070;p46"/>
          <p:cNvGrpSpPr/>
          <p:nvPr/>
        </p:nvGrpSpPr>
        <p:grpSpPr>
          <a:xfrm>
            <a:off x="6009198" y="406594"/>
            <a:ext cx="111300" cy="113397"/>
            <a:chOff x="7476160" y="2457382"/>
            <a:chExt cx="111300" cy="113397"/>
          </a:xfrm>
        </p:grpSpPr>
        <p:sp>
          <p:nvSpPr>
            <p:cNvPr id="1071" name="Google Shape;1071;p46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6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6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6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5" name="Google Shape;1075;p46"/>
          <p:cNvGrpSpPr/>
          <p:nvPr/>
        </p:nvGrpSpPr>
        <p:grpSpPr>
          <a:xfrm>
            <a:off x="8294430" y="4418754"/>
            <a:ext cx="272704" cy="113685"/>
            <a:chOff x="5079805" y="2309104"/>
            <a:chExt cx="272704" cy="113685"/>
          </a:xfrm>
        </p:grpSpPr>
        <p:sp>
          <p:nvSpPr>
            <p:cNvPr id="1076" name="Google Shape;1076;p46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6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6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6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6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6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6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6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4" name="Google Shape;1084;p46"/>
          <p:cNvSpPr/>
          <p:nvPr/>
        </p:nvSpPr>
        <p:spPr>
          <a:xfrm rot="-1799871">
            <a:off x="6182119" y="4194513"/>
            <a:ext cx="2054933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47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Statistics</a:t>
            </a:r>
            <a:endParaRPr/>
          </a:p>
        </p:txBody>
      </p:sp>
      <p:sp>
        <p:nvSpPr>
          <p:cNvPr id="1090" name="Google Shape;1090;p47"/>
          <p:cNvSpPr txBox="1"/>
          <p:nvPr/>
        </p:nvSpPr>
        <p:spPr>
          <a:xfrm>
            <a:off x="720000" y="4424575"/>
            <a:ext cx="7704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Follow the link in the graph to modify its data and then paste the new one here.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2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1" name="Google Shape;1091;p47"/>
          <p:cNvSpPr txBox="1"/>
          <p:nvPr/>
        </p:nvSpPr>
        <p:spPr>
          <a:xfrm>
            <a:off x="6638575" y="1829175"/>
            <a:ext cx="17922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Venus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092" name="Google Shape;1092;p47"/>
          <p:cNvSpPr txBox="1"/>
          <p:nvPr/>
        </p:nvSpPr>
        <p:spPr>
          <a:xfrm>
            <a:off x="6638554" y="2147646"/>
            <a:ext cx="17922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Venus is the s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econd planet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from the Sun 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093" name="Google Shape;1093;p47"/>
          <p:cNvSpPr txBox="1"/>
          <p:nvPr/>
        </p:nvSpPr>
        <p:spPr>
          <a:xfrm>
            <a:off x="6638574" y="3276525"/>
            <a:ext cx="17922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Mars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094" name="Google Shape;1094;p47"/>
          <p:cNvSpPr txBox="1"/>
          <p:nvPr/>
        </p:nvSpPr>
        <p:spPr>
          <a:xfrm>
            <a:off x="6638554" y="3594996"/>
            <a:ext cx="17922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Despite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being red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Mars is a cold place  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095" name="Google Shape;1095;p47"/>
          <p:cNvSpPr txBox="1"/>
          <p:nvPr/>
        </p:nvSpPr>
        <p:spPr>
          <a:xfrm flipH="1">
            <a:off x="4736100" y="1829175"/>
            <a:ext cx="17922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Earth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096" name="Google Shape;1096;p47"/>
          <p:cNvSpPr txBox="1"/>
          <p:nvPr/>
        </p:nvSpPr>
        <p:spPr>
          <a:xfrm flipH="1">
            <a:off x="4736121" y="2147646"/>
            <a:ext cx="17922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Earth 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is the third planet from the Sun 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097" name="Google Shape;1097;p47"/>
          <p:cNvSpPr txBox="1"/>
          <p:nvPr/>
        </p:nvSpPr>
        <p:spPr>
          <a:xfrm flipH="1">
            <a:off x="4736101" y="3276525"/>
            <a:ext cx="17922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Saturn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098" name="Google Shape;1098;p47"/>
          <p:cNvSpPr txBox="1"/>
          <p:nvPr/>
        </p:nvSpPr>
        <p:spPr>
          <a:xfrm flipH="1">
            <a:off x="4736121" y="3594996"/>
            <a:ext cx="17922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Saturn was named after a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Roman god 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099" name="Google Shape;1099;p47"/>
          <p:cNvSpPr/>
          <p:nvPr/>
        </p:nvSpPr>
        <p:spPr>
          <a:xfrm>
            <a:off x="4830700" y="1430038"/>
            <a:ext cx="312000" cy="3120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47"/>
          <p:cNvSpPr/>
          <p:nvPr/>
        </p:nvSpPr>
        <p:spPr>
          <a:xfrm>
            <a:off x="6733125" y="1430038"/>
            <a:ext cx="312000" cy="31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47"/>
          <p:cNvSpPr/>
          <p:nvPr/>
        </p:nvSpPr>
        <p:spPr>
          <a:xfrm>
            <a:off x="4830700" y="2904713"/>
            <a:ext cx="312000" cy="312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47"/>
          <p:cNvSpPr/>
          <p:nvPr/>
        </p:nvSpPr>
        <p:spPr>
          <a:xfrm>
            <a:off x="6733125" y="2904713"/>
            <a:ext cx="312000" cy="31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3" name="Google Shape;1103;p47" title="Chart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l="2560" t="3616" r="2948" b="4825"/>
          <a:stretch/>
        </p:blipFill>
        <p:spPr>
          <a:xfrm>
            <a:off x="713225" y="1654643"/>
            <a:ext cx="3858774" cy="23120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4" name="Google Shape;1104;p47"/>
          <p:cNvGrpSpPr/>
          <p:nvPr/>
        </p:nvGrpSpPr>
        <p:grpSpPr>
          <a:xfrm flipH="1"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1105" name="Google Shape;1105;p47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1106" name="Google Shape;1106;p47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7" name="Google Shape;1107;p47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08" name="Google Shape;1108;p47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1109" name="Google Shape;1109;p47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0" name="Google Shape;1110;p47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11" name="Google Shape;1111;p47"/>
          <p:cNvSpPr/>
          <p:nvPr/>
        </p:nvSpPr>
        <p:spPr>
          <a:xfrm rot="6300044">
            <a:off x="7586632" y="-415259"/>
            <a:ext cx="1486768" cy="2140875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47"/>
          <p:cNvSpPr/>
          <p:nvPr/>
        </p:nvSpPr>
        <p:spPr>
          <a:xfrm rot="3600129">
            <a:off x="-1019018" y="3305896"/>
            <a:ext cx="2054933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47"/>
          <p:cNvSpPr/>
          <p:nvPr/>
        </p:nvSpPr>
        <p:spPr>
          <a:xfrm>
            <a:off x="71874" y="2571741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47"/>
          <p:cNvGrpSpPr/>
          <p:nvPr/>
        </p:nvGrpSpPr>
        <p:grpSpPr>
          <a:xfrm>
            <a:off x="5784759" y="144969"/>
            <a:ext cx="75796" cy="72962"/>
            <a:chOff x="6053622" y="2610669"/>
            <a:chExt cx="75796" cy="72962"/>
          </a:xfrm>
        </p:grpSpPr>
        <p:sp>
          <p:nvSpPr>
            <p:cNvPr id="1115" name="Google Shape;1115;p47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7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7" name="Google Shape;1117;p47"/>
          <p:cNvGrpSpPr/>
          <p:nvPr/>
        </p:nvGrpSpPr>
        <p:grpSpPr>
          <a:xfrm>
            <a:off x="5169473" y="4900844"/>
            <a:ext cx="111300" cy="113397"/>
            <a:chOff x="7476160" y="2457382"/>
            <a:chExt cx="111300" cy="113397"/>
          </a:xfrm>
        </p:grpSpPr>
        <p:sp>
          <p:nvSpPr>
            <p:cNvPr id="1118" name="Google Shape;1118;p47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7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7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7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2" name="Google Shape;1122;p47"/>
          <p:cNvGrpSpPr/>
          <p:nvPr/>
        </p:nvGrpSpPr>
        <p:grpSpPr>
          <a:xfrm>
            <a:off x="8734780" y="1161229"/>
            <a:ext cx="272704" cy="113685"/>
            <a:chOff x="5079805" y="2309104"/>
            <a:chExt cx="272704" cy="113685"/>
          </a:xfrm>
        </p:grpSpPr>
        <p:sp>
          <p:nvSpPr>
            <p:cNvPr id="1123" name="Google Shape;1123;p47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7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7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7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7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7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7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7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8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teachers</a:t>
            </a:r>
            <a:endParaRPr/>
          </a:p>
        </p:txBody>
      </p:sp>
      <p:sp>
        <p:nvSpPr>
          <p:cNvPr id="1136" name="Google Shape;1136;p48"/>
          <p:cNvSpPr txBox="1">
            <a:spLocks noGrp="1"/>
          </p:cNvSpPr>
          <p:nvPr>
            <p:ph type="subTitle" idx="4"/>
          </p:nvPr>
        </p:nvSpPr>
        <p:spPr>
          <a:xfrm>
            <a:off x="861538" y="3519875"/>
            <a:ext cx="2220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Kaliyah Harris</a:t>
            </a:r>
            <a:endParaRPr/>
          </a:p>
        </p:txBody>
      </p:sp>
      <p:sp>
        <p:nvSpPr>
          <p:cNvPr id="1137" name="Google Shape;1137;p48"/>
          <p:cNvSpPr txBox="1">
            <a:spLocks noGrp="1"/>
          </p:cNvSpPr>
          <p:nvPr>
            <p:ph type="subTitle" idx="5"/>
          </p:nvPr>
        </p:nvSpPr>
        <p:spPr>
          <a:xfrm>
            <a:off x="3461541" y="3519875"/>
            <a:ext cx="2220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Timmy Jimmy</a:t>
            </a:r>
            <a:endParaRPr/>
          </a:p>
        </p:txBody>
      </p:sp>
      <p:sp>
        <p:nvSpPr>
          <p:cNvPr id="1138" name="Google Shape;1138;p48"/>
          <p:cNvSpPr txBox="1">
            <a:spLocks noGrp="1"/>
          </p:cNvSpPr>
          <p:nvPr>
            <p:ph type="subTitle" idx="1"/>
          </p:nvPr>
        </p:nvSpPr>
        <p:spPr>
          <a:xfrm>
            <a:off x="861538" y="3798275"/>
            <a:ext cx="222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speak a bit about this person here</a:t>
            </a:r>
            <a:endParaRPr/>
          </a:p>
        </p:txBody>
      </p:sp>
      <p:sp>
        <p:nvSpPr>
          <p:cNvPr id="1139" name="Google Shape;1139;p48"/>
          <p:cNvSpPr txBox="1">
            <a:spLocks noGrp="1"/>
          </p:cNvSpPr>
          <p:nvPr>
            <p:ph type="subTitle" idx="2"/>
          </p:nvPr>
        </p:nvSpPr>
        <p:spPr>
          <a:xfrm>
            <a:off x="3461541" y="3798275"/>
            <a:ext cx="222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speak a bit about this person here</a:t>
            </a:r>
            <a:endParaRPr/>
          </a:p>
        </p:txBody>
      </p:sp>
      <p:sp>
        <p:nvSpPr>
          <p:cNvPr id="1140" name="Google Shape;1140;p48"/>
          <p:cNvSpPr txBox="1">
            <a:spLocks noGrp="1"/>
          </p:cNvSpPr>
          <p:nvPr>
            <p:ph type="subTitle" idx="3"/>
          </p:nvPr>
        </p:nvSpPr>
        <p:spPr>
          <a:xfrm>
            <a:off x="6061551" y="3798275"/>
            <a:ext cx="222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speak a bit about this person here</a:t>
            </a:r>
            <a:endParaRPr/>
          </a:p>
        </p:txBody>
      </p:sp>
      <p:sp>
        <p:nvSpPr>
          <p:cNvPr id="1141" name="Google Shape;1141;p48"/>
          <p:cNvSpPr txBox="1">
            <a:spLocks noGrp="1"/>
          </p:cNvSpPr>
          <p:nvPr>
            <p:ph type="subTitle" idx="6"/>
          </p:nvPr>
        </p:nvSpPr>
        <p:spPr>
          <a:xfrm>
            <a:off x="6061551" y="3519875"/>
            <a:ext cx="2220900" cy="43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Sofia Hill</a:t>
            </a:r>
            <a:endParaRPr/>
          </a:p>
        </p:txBody>
      </p:sp>
      <p:pic>
        <p:nvPicPr>
          <p:cNvPr id="1142" name="Google Shape;1142;p48"/>
          <p:cNvPicPr preferRelativeResize="0"/>
          <p:nvPr/>
        </p:nvPicPr>
        <p:blipFill rotWithShape="1">
          <a:blip r:embed="rId3">
            <a:alphaModFix/>
          </a:blip>
          <a:srcRect l="22239" r="22245"/>
          <a:stretch/>
        </p:blipFill>
        <p:spPr>
          <a:xfrm>
            <a:off x="6211050" y="1250363"/>
            <a:ext cx="2089500" cy="21171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43" name="Google Shape;1143;p48"/>
          <p:cNvPicPr preferRelativeResize="0"/>
          <p:nvPr/>
        </p:nvPicPr>
        <p:blipFill rotWithShape="1">
          <a:blip r:embed="rId4">
            <a:alphaModFix/>
          </a:blip>
          <a:srcRect l="22239" r="22245"/>
          <a:stretch/>
        </p:blipFill>
        <p:spPr>
          <a:xfrm>
            <a:off x="3527250" y="1250363"/>
            <a:ext cx="2089500" cy="21171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44" name="Google Shape;1144;p48"/>
          <p:cNvPicPr preferRelativeResize="0"/>
          <p:nvPr/>
        </p:nvPicPr>
        <p:blipFill rotWithShape="1">
          <a:blip r:embed="rId5">
            <a:alphaModFix/>
          </a:blip>
          <a:srcRect l="22239" r="22245"/>
          <a:stretch/>
        </p:blipFill>
        <p:spPr>
          <a:xfrm>
            <a:off x="819525" y="1250363"/>
            <a:ext cx="2089500" cy="21171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45" name="Google Shape;1145;p48"/>
          <p:cNvSpPr/>
          <p:nvPr/>
        </p:nvSpPr>
        <p:spPr>
          <a:xfrm>
            <a:off x="168749" y="1771091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6" name="Google Shape;1146;p48"/>
          <p:cNvGrpSpPr/>
          <p:nvPr/>
        </p:nvGrpSpPr>
        <p:grpSpPr>
          <a:xfrm>
            <a:off x="5360434" y="4608569"/>
            <a:ext cx="75796" cy="72962"/>
            <a:chOff x="6053622" y="2610669"/>
            <a:chExt cx="75796" cy="72962"/>
          </a:xfrm>
        </p:grpSpPr>
        <p:sp>
          <p:nvSpPr>
            <p:cNvPr id="1147" name="Google Shape;1147;p48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8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48"/>
          <p:cNvGrpSpPr/>
          <p:nvPr/>
        </p:nvGrpSpPr>
        <p:grpSpPr>
          <a:xfrm>
            <a:off x="6061548" y="93019"/>
            <a:ext cx="111300" cy="113397"/>
            <a:chOff x="7476160" y="2457382"/>
            <a:chExt cx="111300" cy="113397"/>
          </a:xfrm>
        </p:grpSpPr>
        <p:sp>
          <p:nvSpPr>
            <p:cNvPr id="1150" name="Google Shape;1150;p48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8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8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8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4" name="Google Shape;1154;p48"/>
          <p:cNvGrpSpPr/>
          <p:nvPr/>
        </p:nvGrpSpPr>
        <p:grpSpPr>
          <a:xfrm rot="5400000">
            <a:off x="8690755" y="2252079"/>
            <a:ext cx="272704" cy="113685"/>
            <a:chOff x="5079805" y="2309104"/>
            <a:chExt cx="272704" cy="113685"/>
          </a:xfrm>
        </p:grpSpPr>
        <p:sp>
          <p:nvSpPr>
            <p:cNvPr id="1155" name="Google Shape;1155;p48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8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8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8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8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8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8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8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49"/>
          <p:cNvSpPr txBox="1">
            <a:spLocks noGrp="1"/>
          </p:cNvSpPr>
          <p:nvPr>
            <p:ph type="title"/>
          </p:nvPr>
        </p:nvSpPr>
        <p:spPr>
          <a:xfrm>
            <a:off x="720013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goals</a:t>
            </a:r>
            <a:endParaRPr/>
          </a:p>
        </p:txBody>
      </p:sp>
      <p:sp>
        <p:nvSpPr>
          <p:cNvPr id="1168" name="Google Shape;1168;p49"/>
          <p:cNvSpPr txBox="1"/>
          <p:nvPr/>
        </p:nvSpPr>
        <p:spPr>
          <a:xfrm>
            <a:off x="1269913" y="1445500"/>
            <a:ext cx="20046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1xxx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169" name="Google Shape;1169;p49"/>
          <p:cNvSpPr txBox="1"/>
          <p:nvPr/>
        </p:nvSpPr>
        <p:spPr>
          <a:xfrm>
            <a:off x="2416397" y="3885578"/>
            <a:ext cx="2005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Jupiter is the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biggest planet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of them all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170" name="Google Shape;1170;p49"/>
          <p:cNvSpPr txBox="1"/>
          <p:nvPr/>
        </p:nvSpPr>
        <p:spPr>
          <a:xfrm>
            <a:off x="1270690" y="1672299"/>
            <a:ext cx="20046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Earth is the third planet from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the Sun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171" name="Google Shape;1171;p49"/>
          <p:cNvSpPr txBox="1"/>
          <p:nvPr/>
        </p:nvSpPr>
        <p:spPr>
          <a:xfrm>
            <a:off x="2416388" y="3658800"/>
            <a:ext cx="20055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2xxx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172" name="Google Shape;1172;p49"/>
          <p:cNvSpPr txBox="1"/>
          <p:nvPr/>
        </p:nvSpPr>
        <p:spPr>
          <a:xfrm>
            <a:off x="3569250" y="1445500"/>
            <a:ext cx="20055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2xxx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173" name="Google Shape;1173;p49"/>
          <p:cNvSpPr txBox="1"/>
          <p:nvPr/>
        </p:nvSpPr>
        <p:spPr>
          <a:xfrm>
            <a:off x="5869493" y="1445500"/>
            <a:ext cx="20046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2xxx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174" name="Google Shape;1174;p49"/>
          <p:cNvSpPr txBox="1"/>
          <p:nvPr/>
        </p:nvSpPr>
        <p:spPr>
          <a:xfrm>
            <a:off x="3569255" y="1672299"/>
            <a:ext cx="2005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Venus is the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second planet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from the Sun 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175" name="Google Shape;1175;p49"/>
          <p:cNvSpPr txBox="1"/>
          <p:nvPr/>
        </p:nvSpPr>
        <p:spPr>
          <a:xfrm>
            <a:off x="5868725" y="1672300"/>
            <a:ext cx="20046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Mars is actually a very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cold place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176" name="Google Shape;1176;p49"/>
          <p:cNvSpPr txBox="1"/>
          <p:nvPr/>
        </p:nvSpPr>
        <p:spPr>
          <a:xfrm>
            <a:off x="4717650" y="3885580"/>
            <a:ext cx="20046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Neptune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is very far away from the Sun  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177" name="Google Shape;1177;p49"/>
          <p:cNvSpPr txBox="1"/>
          <p:nvPr/>
        </p:nvSpPr>
        <p:spPr>
          <a:xfrm>
            <a:off x="4718402" y="3658800"/>
            <a:ext cx="20046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2xxx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178" name="Google Shape;1178;p49"/>
          <p:cNvSpPr/>
          <p:nvPr/>
        </p:nvSpPr>
        <p:spPr>
          <a:xfrm>
            <a:off x="1986075" y="2659550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49"/>
          <p:cNvSpPr/>
          <p:nvPr/>
        </p:nvSpPr>
        <p:spPr>
          <a:xfrm>
            <a:off x="3132775" y="2659550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49"/>
          <p:cNvSpPr/>
          <p:nvPr/>
        </p:nvSpPr>
        <p:spPr>
          <a:xfrm>
            <a:off x="4283400" y="2659550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49"/>
          <p:cNvSpPr/>
          <p:nvPr/>
        </p:nvSpPr>
        <p:spPr>
          <a:xfrm>
            <a:off x="5434025" y="2659550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49"/>
          <p:cNvSpPr/>
          <p:nvPr/>
        </p:nvSpPr>
        <p:spPr>
          <a:xfrm>
            <a:off x="6584650" y="2659550"/>
            <a:ext cx="57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3" name="Google Shape;1183;p49"/>
          <p:cNvCxnSpPr>
            <a:stCxn id="1170" idx="2"/>
            <a:endCxn id="1178" idx="0"/>
          </p:cNvCxnSpPr>
          <p:nvPr/>
        </p:nvCxnSpPr>
        <p:spPr>
          <a:xfrm flipH="1">
            <a:off x="2272390" y="2232999"/>
            <a:ext cx="600" cy="426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184" name="Google Shape;1184;p49"/>
          <p:cNvCxnSpPr>
            <a:stCxn id="1180" idx="0"/>
            <a:endCxn id="1174" idx="2"/>
          </p:cNvCxnSpPr>
          <p:nvPr/>
        </p:nvCxnSpPr>
        <p:spPr>
          <a:xfrm rot="10800000" flipH="1">
            <a:off x="4569750" y="2232950"/>
            <a:ext cx="2400" cy="426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85" name="Google Shape;1185;p49"/>
          <p:cNvCxnSpPr>
            <a:stCxn id="1181" idx="2"/>
            <a:endCxn id="1177" idx="0"/>
          </p:cNvCxnSpPr>
          <p:nvPr/>
        </p:nvCxnSpPr>
        <p:spPr>
          <a:xfrm>
            <a:off x="5720375" y="3232250"/>
            <a:ext cx="300" cy="426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86" name="Google Shape;1186;p49"/>
          <p:cNvCxnSpPr>
            <a:stCxn id="1178" idx="3"/>
            <a:endCxn id="1179" idx="1"/>
          </p:cNvCxnSpPr>
          <p:nvPr/>
        </p:nvCxnSpPr>
        <p:spPr>
          <a:xfrm>
            <a:off x="2558775" y="2945900"/>
            <a:ext cx="573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7" name="Google Shape;1187;p49"/>
          <p:cNvCxnSpPr>
            <a:stCxn id="1179" idx="3"/>
            <a:endCxn id="1180" idx="1"/>
          </p:cNvCxnSpPr>
          <p:nvPr/>
        </p:nvCxnSpPr>
        <p:spPr>
          <a:xfrm>
            <a:off x="3705475" y="2945900"/>
            <a:ext cx="577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8" name="Google Shape;1188;p49"/>
          <p:cNvCxnSpPr>
            <a:stCxn id="1180" idx="3"/>
            <a:endCxn id="1181" idx="1"/>
          </p:cNvCxnSpPr>
          <p:nvPr/>
        </p:nvCxnSpPr>
        <p:spPr>
          <a:xfrm>
            <a:off x="4856100" y="2945900"/>
            <a:ext cx="577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9" name="Google Shape;1189;p49"/>
          <p:cNvCxnSpPr>
            <a:stCxn id="1181" idx="3"/>
            <a:endCxn id="1182" idx="1"/>
          </p:cNvCxnSpPr>
          <p:nvPr/>
        </p:nvCxnSpPr>
        <p:spPr>
          <a:xfrm>
            <a:off x="6006725" y="2945900"/>
            <a:ext cx="577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0" name="Google Shape;1190;p49"/>
          <p:cNvCxnSpPr>
            <a:stCxn id="1182" idx="3"/>
          </p:cNvCxnSpPr>
          <p:nvPr/>
        </p:nvCxnSpPr>
        <p:spPr>
          <a:xfrm>
            <a:off x="7157350" y="2945900"/>
            <a:ext cx="578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1" name="Google Shape;1191;p49"/>
          <p:cNvCxnSpPr>
            <a:endCxn id="1178" idx="1"/>
          </p:cNvCxnSpPr>
          <p:nvPr/>
        </p:nvCxnSpPr>
        <p:spPr>
          <a:xfrm>
            <a:off x="1407975" y="2945900"/>
            <a:ext cx="578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192" name="Google Shape;1192;p49"/>
          <p:cNvCxnSpPr>
            <a:stCxn id="1182" idx="0"/>
            <a:endCxn id="1175" idx="2"/>
          </p:cNvCxnSpPr>
          <p:nvPr/>
        </p:nvCxnSpPr>
        <p:spPr>
          <a:xfrm rot="10800000">
            <a:off x="6871000" y="2232950"/>
            <a:ext cx="0" cy="426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3" name="Google Shape;1193;p49"/>
          <p:cNvCxnSpPr>
            <a:stCxn id="1179" idx="2"/>
            <a:endCxn id="1171" idx="0"/>
          </p:cNvCxnSpPr>
          <p:nvPr/>
        </p:nvCxnSpPr>
        <p:spPr>
          <a:xfrm>
            <a:off x="3419125" y="3232250"/>
            <a:ext cx="0" cy="426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194" name="Google Shape;1194;p49"/>
          <p:cNvSpPr/>
          <p:nvPr/>
        </p:nvSpPr>
        <p:spPr>
          <a:xfrm>
            <a:off x="-314270" y="3750353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49"/>
          <p:cNvSpPr/>
          <p:nvPr/>
        </p:nvSpPr>
        <p:spPr>
          <a:xfrm>
            <a:off x="7735454" y="-524050"/>
            <a:ext cx="1870246" cy="1785765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49"/>
          <p:cNvSpPr/>
          <p:nvPr/>
        </p:nvSpPr>
        <p:spPr>
          <a:xfrm>
            <a:off x="345349" y="19232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7" name="Google Shape;1197;p49"/>
          <p:cNvGrpSpPr/>
          <p:nvPr/>
        </p:nvGrpSpPr>
        <p:grpSpPr>
          <a:xfrm>
            <a:off x="6257734" y="430119"/>
            <a:ext cx="75796" cy="72962"/>
            <a:chOff x="6053622" y="2610669"/>
            <a:chExt cx="75796" cy="72962"/>
          </a:xfrm>
        </p:grpSpPr>
        <p:sp>
          <p:nvSpPr>
            <p:cNvPr id="1198" name="Google Shape;1198;p49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9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0" name="Google Shape;1200;p49"/>
          <p:cNvGrpSpPr/>
          <p:nvPr/>
        </p:nvGrpSpPr>
        <p:grpSpPr>
          <a:xfrm>
            <a:off x="3804748" y="4840019"/>
            <a:ext cx="111300" cy="113397"/>
            <a:chOff x="7476160" y="2457382"/>
            <a:chExt cx="111300" cy="113397"/>
          </a:xfrm>
        </p:grpSpPr>
        <p:sp>
          <p:nvSpPr>
            <p:cNvPr id="1201" name="Google Shape;1201;p49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9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9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9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5" name="Google Shape;1205;p49"/>
          <p:cNvGrpSpPr/>
          <p:nvPr/>
        </p:nvGrpSpPr>
        <p:grpSpPr>
          <a:xfrm rot="5400000">
            <a:off x="8534230" y="2458054"/>
            <a:ext cx="272704" cy="113685"/>
            <a:chOff x="5079805" y="2309104"/>
            <a:chExt cx="272704" cy="113685"/>
          </a:xfrm>
        </p:grpSpPr>
        <p:sp>
          <p:nvSpPr>
            <p:cNvPr id="1206" name="Google Shape;1206;p49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9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9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9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9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9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9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9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4" name="Google Shape;1214;p49"/>
          <p:cNvSpPr/>
          <p:nvPr/>
        </p:nvSpPr>
        <p:spPr>
          <a:xfrm rot="-5400000">
            <a:off x="8807794" y="404426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49"/>
          <p:cNvSpPr/>
          <p:nvPr/>
        </p:nvSpPr>
        <p:spPr>
          <a:xfrm rot="10800000">
            <a:off x="4194058" y="-12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49"/>
          <p:cNvSpPr/>
          <p:nvPr/>
        </p:nvSpPr>
        <p:spPr>
          <a:xfrm>
            <a:off x="516256" y="486503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7" name="Google Shape;1217;p49"/>
          <p:cNvGrpSpPr/>
          <p:nvPr/>
        </p:nvGrpSpPr>
        <p:grpSpPr>
          <a:xfrm flipH="1">
            <a:off x="-102" y="427363"/>
            <a:ext cx="720036" cy="220200"/>
            <a:chOff x="7373938" y="512225"/>
            <a:chExt cx="1770000" cy="220200"/>
          </a:xfrm>
        </p:grpSpPr>
        <p:cxnSp>
          <p:nvCxnSpPr>
            <p:cNvPr id="1218" name="Google Shape;1218;p49"/>
            <p:cNvCxnSpPr/>
            <p:nvPr/>
          </p:nvCxnSpPr>
          <p:spPr>
            <a:xfrm rot="10800000">
              <a:off x="7373938" y="512225"/>
              <a:ext cx="1770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9" name="Google Shape;1219;p49"/>
            <p:cNvCxnSpPr/>
            <p:nvPr/>
          </p:nvCxnSpPr>
          <p:spPr>
            <a:xfrm rot="10800000">
              <a:off x="8069938" y="732425"/>
              <a:ext cx="107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20" name="Google Shape;1220;p49"/>
          <p:cNvGrpSpPr/>
          <p:nvPr/>
        </p:nvGrpSpPr>
        <p:grpSpPr>
          <a:xfrm>
            <a:off x="8424079" y="4495938"/>
            <a:ext cx="720036" cy="220200"/>
            <a:chOff x="7373938" y="512225"/>
            <a:chExt cx="1770000" cy="220200"/>
          </a:xfrm>
        </p:grpSpPr>
        <p:cxnSp>
          <p:nvCxnSpPr>
            <p:cNvPr id="1221" name="Google Shape;1221;p49"/>
            <p:cNvCxnSpPr/>
            <p:nvPr/>
          </p:nvCxnSpPr>
          <p:spPr>
            <a:xfrm rot="10800000">
              <a:off x="7373938" y="512225"/>
              <a:ext cx="1770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2" name="Google Shape;1222;p49"/>
            <p:cNvCxnSpPr/>
            <p:nvPr/>
          </p:nvCxnSpPr>
          <p:spPr>
            <a:xfrm rot="10800000">
              <a:off x="8069938" y="732425"/>
              <a:ext cx="107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23" name="Google Shape;1223;p49"/>
          <p:cNvGrpSpPr/>
          <p:nvPr/>
        </p:nvGrpSpPr>
        <p:grpSpPr>
          <a:xfrm>
            <a:off x="4380642" y="2760188"/>
            <a:ext cx="378087" cy="371434"/>
            <a:chOff x="-40748275" y="3238700"/>
            <a:chExt cx="322600" cy="316950"/>
          </a:xfrm>
        </p:grpSpPr>
        <p:sp>
          <p:nvSpPr>
            <p:cNvPr id="1224" name="Google Shape;1224;p49"/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9"/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9"/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9"/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9"/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9"/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0" name="Google Shape;1230;p49"/>
          <p:cNvGrpSpPr/>
          <p:nvPr/>
        </p:nvGrpSpPr>
        <p:grpSpPr>
          <a:xfrm>
            <a:off x="3232593" y="2776048"/>
            <a:ext cx="372960" cy="339705"/>
            <a:chOff x="-40745125" y="3632900"/>
            <a:chExt cx="318225" cy="289875"/>
          </a:xfrm>
        </p:grpSpPr>
        <p:sp>
          <p:nvSpPr>
            <p:cNvPr id="1231" name="Google Shape;1231;p49"/>
            <p:cNvSpPr/>
            <p:nvPr/>
          </p:nvSpPr>
          <p:spPr>
            <a:xfrm>
              <a:off x="-40745125" y="3632900"/>
              <a:ext cx="300125" cy="82725"/>
            </a:xfrm>
            <a:custGeom>
              <a:avLst/>
              <a:gdLst/>
              <a:ahLst/>
              <a:cxnLst/>
              <a:rect l="l" t="t" r="r" b="b"/>
              <a:pathLst>
                <a:path w="12005" h="3309" extrusionOk="0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9"/>
            <p:cNvSpPr/>
            <p:nvPr/>
          </p:nvSpPr>
          <p:spPr>
            <a:xfrm>
              <a:off x="-40508050" y="3736075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9"/>
            <p:cNvSpPr/>
            <p:nvPr/>
          </p:nvSpPr>
          <p:spPr>
            <a:xfrm>
              <a:off x="-40466300" y="3736875"/>
              <a:ext cx="39400" cy="82725"/>
            </a:xfrm>
            <a:custGeom>
              <a:avLst/>
              <a:gdLst/>
              <a:ahLst/>
              <a:cxnLst/>
              <a:rect l="l" t="t" r="r" b="b"/>
              <a:pathLst>
                <a:path w="1576" h="3309" extrusionOk="0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9"/>
            <p:cNvSpPr/>
            <p:nvPr/>
          </p:nvSpPr>
          <p:spPr>
            <a:xfrm>
              <a:off x="-40723050" y="3736075"/>
              <a:ext cx="194550" cy="82725"/>
            </a:xfrm>
            <a:custGeom>
              <a:avLst/>
              <a:gdLst/>
              <a:ahLst/>
              <a:cxnLst/>
              <a:rect l="l" t="t" r="r" b="b"/>
              <a:pathLst>
                <a:path w="7782" h="3309" extrusionOk="0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9"/>
            <p:cNvSpPr/>
            <p:nvPr/>
          </p:nvSpPr>
          <p:spPr>
            <a:xfrm>
              <a:off x="-40681325" y="3839250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9"/>
            <p:cNvSpPr/>
            <p:nvPr/>
          </p:nvSpPr>
          <p:spPr>
            <a:xfrm>
              <a:off x="-40639575" y="3840825"/>
              <a:ext cx="190625" cy="81950"/>
            </a:xfrm>
            <a:custGeom>
              <a:avLst/>
              <a:gdLst/>
              <a:ahLst/>
              <a:cxnLst/>
              <a:rect l="l" t="t" r="r" b="b"/>
              <a:pathLst>
                <a:path w="7625" h="3278" extrusionOk="0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9"/>
            <p:cNvSpPr/>
            <p:nvPr/>
          </p:nvSpPr>
          <p:spPr>
            <a:xfrm>
              <a:off x="-40745125" y="3840050"/>
              <a:ext cx="43350" cy="82725"/>
            </a:xfrm>
            <a:custGeom>
              <a:avLst/>
              <a:gdLst/>
              <a:ahLst/>
              <a:cxnLst/>
              <a:rect l="l" t="t" r="r" b="b"/>
              <a:pathLst>
                <a:path w="1734" h="3309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8" name="Google Shape;1238;p49"/>
          <p:cNvSpPr/>
          <p:nvPr/>
        </p:nvSpPr>
        <p:spPr>
          <a:xfrm>
            <a:off x="2089649" y="2760641"/>
            <a:ext cx="365576" cy="370525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9" name="Google Shape;1239;p49"/>
          <p:cNvGrpSpPr/>
          <p:nvPr/>
        </p:nvGrpSpPr>
        <p:grpSpPr>
          <a:xfrm>
            <a:off x="6684452" y="2760364"/>
            <a:ext cx="372960" cy="371082"/>
            <a:chOff x="-41893475" y="3584850"/>
            <a:chExt cx="318225" cy="316650"/>
          </a:xfrm>
        </p:grpSpPr>
        <p:sp>
          <p:nvSpPr>
            <p:cNvPr id="1240" name="Google Shape;1240;p49"/>
            <p:cNvSpPr/>
            <p:nvPr/>
          </p:nvSpPr>
          <p:spPr>
            <a:xfrm>
              <a:off x="-41827300" y="371560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9"/>
            <p:cNvSpPr/>
            <p:nvPr/>
          </p:nvSpPr>
          <p:spPr>
            <a:xfrm>
              <a:off x="-41726500" y="3586725"/>
              <a:ext cx="151250" cy="147800"/>
            </a:xfrm>
            <a:custGeom>
              <a:avLst/>
              <a:gdLst/>
              <a:ahLst/>
              <a:cxnLst/>
              <a:rect l="l" t="t" r="r" b="b"/>
              <a:pathLst>
                <a:path w="6050" h="5912" extrusionOk="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9"/>
            <p:cNvSpPr/>
            <p:nvPr/>
          </p:nvSpPr>
          <p:spPr>
            <a:xfrm>
              <a:off x="-41808400" y="3584850"/>
              <a:ext cx="148100" cy="89825"/>
            </a:xfrm>
            <a:custGeom>
              <a:avLst/>
              <a:gdLst/>
              <a:ahLst/>
              <a:cxnLst/>
              <a:rect l="l" t="t" r="r" b="b"/>
              <a:pathLst>
                <a:path w="5924" h="3593" extrusionOk="0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9"/>
            <p:cNvSpPr/>
            <p:nvPr/>
          </p:nvSpPr>
          <p:spPr>
            <a:xfrm>
              <a:off x="-41893475" y="3586725"/>
              <a:ext cx="148875" cy="147025"/>
            </a:xfrm>
            <a:custGeom>
              <a:avLst/>
              <a:gdLst/>
              <a:ahLst/>
              <a:cxnLst/>
              <a:rect l="l" t="t" r="r" b="b"/>
              <a:pathLst>
                <a:path w="5955" h="5881" extrusionOk="0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49"/>
          <p:cNvGrpSpPr/>
          <p:nvPr/>
        </p:nvGrpSpPr>
        <p:grpSpPr>
          <a:xfrm>
            <a:off x="5535210" y="2800968"/>
            <a:ext cx="370205" cy="289869"/>
            <a:chOff x="-41526450" y="3653375"/>
            <a:chExt cx="315875" cy="247350"/>
          </a:xfrm>
        </p:grpSpPr>
        <p:sp>
          <p:nvSpPr>
            <p:cNvPr id="1245" name="Google Shape;1245;p49"/>
            <p:cNvSpPr/>
            <p:nvPr/>
          </p:nvSpPr>
          <p:spPr>
            <a:xfrm>
              <a:off x="-41526450" y="3860525"/>
              <a:ext cx="315875" cy="40200"/>
            </a:xfrm>
            <a:custGeom>
              <a:avLst/>
              <a:gdLst/>
              <a:ahLst/>
              <a:cxnLst/>
              <a:rect l="l" t="t" r="r" b="b"/>
              <a:pathLst>
                <a:path w="12635" h="1608" extrusionOk="0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9"/>
            <p:cNvSpPr/>
            <p:nvPr/>
          </p:nvSpPr>
          <p:spPr>
            <a:xfrm>
              <a:off x="-41506750" y="3653375"/>
              <a:ext cx="275700" cy="186700"/>
            </a:xfrm>
            <a:custGeom>
              <a:avLst/>
              <a:gdLst/>
              <a:ahLst/>
              <a:cxnLst/>
              <a:rect l="l" t="t" r="r" b="b"/>
              <a:pathLst>
                <a:path w="11028" h="7468" extrusionOk="0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50"/>
          <p:cNvSpPr txBox="1">
            <a:spLocks noGrp="1"/>
          </p:cNvSpPr>
          <p:nvPr>
            <p:ph type="title"/>
          </p:nvPr>
        </p:nvSpPr>
        <p:spPr>
          <a:xfrm>
            <a:off x="1162500" y="1457250"/>
            <a:ext cx="6819000" cy="17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450.000</a:t>
            </a:r>
            <a:endParaRPr/>
          </a:p>
        </p:txBody>
      </p:sp>
      <p:sp>
        <p:nvSpPr>
          <p:cNvPr id="1252" name="Google Shape;1252;p50"/>
          <p:cNvSpPr txBox="1">
            <a:spLocks noGrp="1"/>
          </p:cNvSpPr>
          <p:nvPr>
            <p:ph type="subTitle" idx="1"/>
          </p:nvPr>
        </p:nvSpPr>
        <p:spPr>
          <a:xfrm>
            <a:off x="2462250" y="3234150"/>
            <a:ext cx="4227900" cy="4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Big numbers</a:t>
            </a:r>
            <a:r>
              <a:rPr lang="en-GB"/>
              <a:t> catch your </a:t>
            </a:r>
            <a:r>
              <a:rPr lang="en-GB" b="1"/>
              <a:t>audience’s attention</a:t>
            </a:r>
            <a:endParaRPr b="1"/>
          </a:p>
        </p:txBody>
      </p:sp>
      <p:sp>
        <p:nvSpPr>
          <p:cNvPr id="1253" name="Google Shape;1253;p50"/>
          <p:cNvSpPr/>
          <p:nvPr/>
        </p:nvSpPr>
        <p:spPr>
          <a:xfrm>
            <a:off x="800174" y="3688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4" name="Google Shape;1254;p50"/>
          <p:cNvGrpSpPr/>
          <p:nvPr/>
        </p:nvGrpSpPr>
        <p:grpSpPr>
          <a:xfrm>
            <a:off x="2593834" y="4572082"/>
            <a:ext cx="75796" cy="72962"/>
            <a:chOff x="6053622" y="2610669"/>
            <a:chExt cx="75796" cy="72962"/>
          </a:xfrm>
        </p:grpSpPr>
        <p:sp>
          <p:nvSpPr>
            <p:cNvPr id="1255" name="Google Shape;1255;p50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50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50"/>
          <p:cNvGrpSpPr/>
          <p:nvPr/>
        </p:nvGrpSpPr>
        <p:grpSpPr>
          <a:xfrm>
            <a:off x="6672823" y="941519"/>
            <a:ext cx="111300" cy="113397"/>
            <a:chOff x="7476160" y="2457382"/>
            <a:chExt cx="111300" cy="113397"/>
          </a:xfrm>
        </p:grpSpPr>
        <p:sp>
          <p:nvSpPr>
            <p:cNvPr id="1258" name="Google Shape;1258;p50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50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50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50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2" name="Google Shape;1262;p50"/>
          <p:cNvGrpSpPr/>
          <p:nvPr/>
        </p:nvGrpSpPr>
        <p:grpSpPr>
          <a:xfrm>
            <a:off x="7814555" y="4804804"/>
            <a:ext cx="272704" cy="113685"/>
            <a:chOff x="5079805" y="2309104"/>
            <a:chExt cx="272704" cy="113685"/>
          </a:xfrm>
        </p:grpSpPr>
        <p:sp>
          <p:nvSpPr>
            <p:cNvPr id="1263" name="Google Shape;1263;p50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50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50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50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50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50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50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50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1" name="Google Shape;1271;p50"/>
          <p:cNvSpPr/>
          <p:nvPr/>
        </p:nvSpPr>
        <p:spPr>
          <a:xfrm>
            <a:off x="8676649" y="33729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51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Student progress</a:t>
            </a:r>
            <a:endParaRPr/>
          </a:p>
        </p:txBody>
      </p:sp>
      <p:sp>
        <p:nvSpPr>
          <p:cNvPr id="1277" name="Google Shape;1277;p51"/>
          <p:cNvSpPr txBox="1"/>
          <p:nvPr/>
        </p:nvSpPr>
        <p:spPr>
          <a:xfrm>
            <a:off x="956089" y="3088025"/>
            <a:ext cx="14577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Saturn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278" name="Google Shape;1278;p51"/>
          <p:cNvSpPr txBox="1"/>
          <p:nvPr/>
        </p:nvSpPr>
        <p:spPr>
          <a:xfrm>
            <a:off x="956075" y="3387707"/>
            <a:ext cx="1457700" cy="8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Saturn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is a gas giant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and has several rings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79" name="Google Shape;1279;p51"/>
          <p:cNvSpPr/>
          <p:nvPr/>
        </p:nvSpPr>
        <p:spPr>
          <a:xfrm>
            <a:off x="849728" y="2816725"/>
            <a:ext cx="1856238" cy="113075"/>
          </a:xfrm>
          <a:custGeom>
            <a:avLst/>
            <a:gdLst/>
            <a:ahLst/>
            <a:cxnLst/>
            <a:rect l="l" t="t" r="r" b="b"/>
            <a:pathLst>
              <a:path w="8876" h="747" extrusionOk="0">
                <a:moveTo>
                  <a:pt x="0" y="0"/>
                </a:moveTo>
                <a:lnTo>
                  <a:pt x="0" y="747"/>
                </a:lnTo>
                <a:lnTo>
                  <a:pt x="8876" y="747"/>
                </a:lnTo>
                <a:lnTo>
                  <a:pt x="8876" y="0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51"/>
          <p:cNvSpPr txBox="1"/>
          <p:nvPr/>
        </p:nvSpPr>
        <p:spPr>
          <a:xfrm>
            <a:off x="956075" y="2249525"/>
            <a:ext cx="1457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1st term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cxnSp>
        <p:nvCxnSpPr>
          <p:cNvPr id="1281" name="Google Shape;1281;p51"/>
          <p:cNvCxnSpPr/>
          <p:nvPr/>
        </p:nvCxnSpPr>
        <p:spPr>
          <a:xfrm rot="10800000">
            <a:off x="849730" y="2325723"/>
            <a:ext cx="0" cy="197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282" name="Google Shape;1282;p51"/>
          <p:cNvSpPr/>
          <p:nvPr/>
        </p:nvSpPr>
        <p:spPr>
          <a:xfrm>
            <a:off x="2713152" y="2816750"/>
            <a:ext cx="1856222" cy="113049"/>
          </a:xfrm>
          <a:custGeom>
            <a:avLst/>
            <a:gdLst/>
            <a:ahLst/>
            <a:cxnLst/>
            <a:rect l="l" t="t" r="r" b="b"/>
            <a:pathLst>
              <a:path w="8872" h="747" extrusionOk="0">
                <a:moveTo>
                  <a:pt x="1" y="0"/>
                </a:moveTo>
                <a:lnTo>
                  <a:pt x="1" y="747"/>
                </a:lnTo>
                <a:lnTo>
                  <a:pt x="8871" y="747"/>
                </a:lnTo>
                <a:lnTo>
                  <a:pt x="8871" y="0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51"/>
          <p:cNvSpPr txBox="1"/>
          <p:nvPr/>
        </p:nvSpPr>
        <p:spPr>
          <a:xfrm>
            <a:off x="2824608" y="3006000"/>
            <a:ext cx="1457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2nd term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cxnSp>
        <p:nvCxnSpPr>
          <p:cNvPr id="1284" name="Google Shape;1284;p51"/>
          <p:cNvCxnSpPr/>
          <p:nvPr/>
        </p:nvCxnSpPr>
        <p:spPr>
          <a:xfrm rot="10800000">
            <a:off x="2705974" y="1448998"/>
            <a:ext cx="0" cy="197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85" name="Google Shape;1285;p51"/>
          <p:cNvSpPr txBox="1"/>
          <p:nvPr/>
        </p:nvSpPr>
        <p:spPr>
          <a:xfrm>
            <a:off x="2824608" y="1323725"/>
            <a:ext cx="14577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Mercury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286" name="Google Shape;1286;p51"/>
          <p:cNvSpPr txBox="1"/>
          <p:nvPr/>
        </p:nvSpPr>
        <p:spPr>
          <a:xfrm>
            <a:off x="2824616" y="1618613"/>
            <a:ext cx="1457700" cy="8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Mercury is the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closest planet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to the Sun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87" name="Google Shape;1287;p51"/>
          <p:cNvSpPr/>
          <p:nvPr/>
        </p:nvSpPr>
        <p:spPr>
          <a:xfrm>
            <a:off x="4576564" y="2816725"/>
            <a:ext cx="1858856" cy="113075"/>
          </a:xfrm>
          <a:custGeom>
            <a:avLst/>
            <a:gdLst/>
            <a:ahLst/>
            <a:cxnLst/>
            <a:rect l="l" t="t" r="r" b="b"/>
            <a:pathLst>
              <a:path w="8876" h="747" extrusionOk="0">
                <a:moveTo>
                  <a:pt x="0" y="0"/>
                </a:moveTo>
                <a:lnTo>
                  <a:pt x="0" y="747"/>
                </a:lnTo>
                <a:lnTo>
                  <a:pt x="8876" y="747"/>
                </a:lnTo>
                <a:lnTo>
                  <a:pt x="8876" y="0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51"/>
          <p:cNvSpPr txBox="1"/>
          <p:nvPr/>
        </p:nvSpPr>
        <p:spPr>
          <a:xfrm>
            <a:off x="4681860" y="2249525"/>
            <a:ext cx="1457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3rd term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cxnSp>
        <p:nvCxnSpPr>
          <p:cNvPr id="1289" name="Google Shape;1289;p51"/>
          <p:cNvCxnSpPr/>
          <p:nvPr/>
        </p:nvCxnSpPr>
        <p:spPr>
          <a:xfrm rot="10800000">
            <a:off x="4569382" y="2325723"/>
            <a:ext cx="0" cy="197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290" name="Google Shape;1290;p51"/>
          <p:cNvSpPr txBox="1"/>
          <p:nvPr/>
        </p:nvSpPr>
        <p:spPr>
          <a:xfrm>
            <a:off x="4681860" y="3088025"/>
            <a:ext cx="14577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Mars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291" name="Google Shape;1291;p51"/>
          <p:cNvSpPr txBox="1"/>
          <p:nvPr/>
        </p:nvSpPr>
        <p:spPr>
          <a:xfrm>
            <a:off x="4681871" y="3387702"/>
            <a:ext cx="1457700" cy="8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Despite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being red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it’s actually a cold place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92" name="Google Shape;1292;p51"/>
          <p:cNvSpPr/>
          <p:nvPr/>
        </p:nvSpPr>
        <p:spPr>
          <a:xfrm>
            <a:off x="6442800" y="2816750"/>
            <a:ext cx="1851475" cy="113049"/>
          </a:xfrm>
          <a:custGeom>
            <a:avLst/>
            <a:gdLst/>
            <a:ahLst/>
            <a:cxnLst/>
            <a:rect l="l" t="t" r="r" b="b"/>
            <a:pathLst>
              <a:path w="8872" h="747" extrusionOk="0">
                <a:moveTo>
                  <a:pt x="1" y="0"/>
                </a:moveTo>
                <a:lnTo>
                  <a:pt x="1" y="747"/>
                </a:lnTo>
                <a:lnTo>
                  <a:pt x="8871" y="747"/>
                </a:lnTo>
                <a:lnTo>
                  <a:pt x="8871" y="0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51"/>
          <p:cNvSpPr txBox="1"/>
          <p:nvPr/>
        </p:nvSpPr>
        <p:spPr>
          <a:xfrm>
            <a:off x="6541725" y="3006000"/>
            <a:ext cx="1457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4th term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cxnSp>
        <p:nvCxnSpPr>
          <p:cNvPr id="1294" name="Google Shape;1294;p51"/>
          <p:cNvCxnSpPr/>
          <p:nvPr/>
        </p:nvCxnSpPr>
        <p:spPr>
          <a:xfrm rot="10800000">
            <a:off x="6435428" y="1448998"/>
            <a:ext cx="0" cy="1971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95" name="Google Shape;1295;p51"/>
          <p:cNvSpPr txBox="1"/>
          <p:nvPr/>
        </p:nvSpPr>
        <p:spPr>
          <a:xfrm>
            <a:off x="6541725" y="1323725"/>
            <a:ext cx="14577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Venus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296" name="Google Shape;1296;p51"/>
          <p:cNvSpPr txBox="1"/>
          <p:nvPr/>
        </p:nvSpPr>
        <p:spPr>
          <a:xfrm>
            <a:off x="6541725" y="1618627"/>
            <a:ext cx="1457700" cy="8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Venus is the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second planet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from the Sun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297" name="Google Shape;1297;p51"/>
          <p:cNvSpPr/>
          <p:nvPr/>
        </p:nvSpPr>
        <p:spPr>
          <a:xfrm rot="-814731">
            <a:off x="657426" y="4473794"/>
            <a:ext cx="2054896" cy="1578352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8" name="Google Shape;1298;p51"/>
          <p:cNvSpPr/>
          <p:nvPr/>
        </p:nvSpPr>
        <p:spPr>
          <a:xfrm rot="-9899956">
            <a:off x="7491346" y="-249633"/>
            <a:ext cx="2054988" cy="1578285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9" name="Google Shape;1299;p51"/>
          <p:cNvSpPr/>
          <p:nvPr/>
        </p:nvSpPr>
        <p:spPr>
          <a:xfrm>
            <a:off x="441799" y="4344541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0" name="Google Shape;1300;p51"/>
          <p:cNvGrpSpPr/>
          <p:nvPr/>
        </p:nvGrpSpPr>
        <p:grpSpPr>
          <a:xfrm>
            <a:off x="1988784" y="1323719"/>
            <a:ext cx="75796" cy="72962"/>
            <a:chOff x="6053622" y="2610669"/>
            <a:chExt cx="75796" cy="72962"/>
          </a:xfrm>
        </p:grpSpPr>
        <p:sp>
          <p:nvSpPr>
            <p:cNvPr id="1301" name="Google Shape;1301;p51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51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3" name="Google Shape;1303;p51"/>
          <p:cNvGrpSpPr/>
          <p:nvPr/>
        </p:nvGrpSpPr>
        <p:grpSpPr>
          <a:xfrm>
            <a:off x="6379773" y="4608569"/>
            <a:ext cx="111300" cy="113397"/>
            <a:chOff x="7476160" y="2457382"/>
            <a:chExt cx="111300" cy="113397"/>
          </a:xfrm>
        </p:grpSpPr>
        <p:sp>
          <p:nvSpPr>
            <p:cNvPr id="1304" name="Google Shape;1304;p51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51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1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1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8" name="Google Shape;1308;p51"/>
          <p:cNvGrpSpPr/>
          <p:nvPr/>
        </p:nvGrpSpPr>
        <p:grpSpPr>
          <a:xfrm>
            <a:off x="5866855" y="112229"/>
            <a:ext cx="272704" cy="113685"/>
            <a:chOff x="5079805" y="2309104"/>
            <a:chExt cx="272704" cy="113685"/>
          </a:xfrm>
        </p:grpSpPr>
        <p:sp>
          <p:nvSpPr>
            <p:cNvPr id="1309" name="Google Shape;1309;p51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1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51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51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51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1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51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51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7" name="Google Shape;1317;p51"/>
          <p:cNvSpPr/>
          <p:nvPr/>
        </p:nvSpPr>
        <p:spPr>
          <a:xfrm rot="-5400000">
            <a:off x="8807794" y="429258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51"/>
          <p:cNvSpPr/>
          <p:nvPr/>
        </p:nvSpPr>
        <p:spPr>
          <a:xfrm rot="10800000">
            <a:off x="5198958" y="-12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51"/>
          <p:cNvSpPr/>
          <p:nvPr/>
        </p:nvSpPr>
        <p:spPr>
          <a:xfrm rot="5400000">
            <a:off x="-62981" y="306373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0" name="Google Shape;1320;p51"/>
          <p:cNvGrpSpPr/>
          <p:nvPr/>
        </p:nvGrpSpPr>
        <p:grpSpPr>
          <a:xfrm flipH="1"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1321" name="Google Shape;1321;p51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1322" name="Google Shape;1322;p51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3" name="Google Shape;1323;p51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24" name="Google Shape;1324;p51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1325" name="Google Shape;1325;p51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6" name="Google Shape;1326;p51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52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Enrollment process</a:t>
            </a:r>
            <a:endParaRPr/>
          </a:p>
        </p:txBody>
      </p:sp>
      <p:sp>
        <p:nvSpPr>
          <p:cNvPr id="1332" name="Google Shape;1332;p52"/>
          <p:cNvSpPr txBox="1"/>
          <p:nvPr/>
        </p:nvSpPr>
        <p:spPr>
          <a:xfrm>
            <a:off x="2061300" y="1884798"/>
            <a:ext cx="23388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Venus has a beautiful name and is the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second planet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from the Sun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333" name="Google Shape;1333;p52"/>
          <p:cNvSpPr txBox="1"/>
          <p:nvPr/>
        </p:nvSpPr>
        <p:spPr>
          <a:xfrm>
            <a:off x="2061300" y="1423875"/>
            <a:ext cx="2338800" cy="47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01</a:t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334" name="Google Shape;1334;p52"/>
          <p:cNvSpPr txBox="1"/>
          <p:nvPr/>
        </p:nvSpPr>
        <p:spPr>
          <a:xfrm>
            <a:off x="4743900" y="1884798"/>
            <a:ext cx="23388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Neptune is the fourth-largest planet in the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Solar System 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335" name="Google Shape;1335;p52"/>
          <p:cNvSpPr txBox="1"/>
          <p:nvPr/>
        </p:nvSpPr>
        <p:spPr>
          <a:xfrm>
            <a:off x="4743900" y="1423875"/>
            <a:ext cx="2338800" cy="47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02</a:t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336" name="Google Shape;1336;p52"/>
          <p:cNvSpPr txBox="1"/>
          <p:nvPr/>
        </p:nvSpPr>
        <p:spPr>
          <a:xfrm>
            <a:off x="720000" y="3715941"/>
            <a:ext cx="23388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Despite being red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Mars is actually a cold place. It's full of iron oxide dust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337" name="Google Shape;1337;p52"/>
          <p:cNvSpPr txBox="1"/>
          <p:nvPr/>
        </p:nvSpPr>
        <p:spPr>
          <a:xfrm>
            <a:off x="720000" y="3255018"/>
            <a:ext cx="2338800" cy="47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03</a:t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338" name="Google Shape;1338;p52"/>
          <p:cNvSpPr txBox="1"/>
          <p:nvPr/>
        </p:nvSpPr>
        <p:spPr>
          <a:xfrm>
            <a:off x="3402600" y="3715941"/>
            <a:ext cx="23388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Mercury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is the closest planet to the Sun and the smallest of them all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339" name="Google Shape;1339;p52"/>
          <p:cNvSpPr txBox="1"/>
          <p:nvPr/>
        </p:nvSpPr>
        <p:spPr>
          <a:xfrm>
            <a:off x="3402600" y="3255018"/>
            <a:ext cx="2338800" cy="47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04</a:t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340" name="Google Shape;1340;p52"/>
          <p:cNvSpPr txBox="1"/>
          <p:nvPr/>
        </p:nvSpPr>
        <p:spPr>
          <a:xfrm>
            <a:off x="6125400" y="3715950"/>
            <a:ext cx="22584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Jupiter is a gas giant and the biggest planet in the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Solar System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341" name="Google Shape;1341;p52"/>
          <p:cNvSpPr txBox="1"/>
          <p:nvPr/>
        </p:nvSpPr>
        <p:spPr>
          <a:xfrm>
            <a:off x="6085200" y="3255018"/>
            <a:ext cx="2338800" cy="47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05</a:t>
            </a:r>
            <a:endParaRPr sz="22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cxnSp>
        <p:nvCxnSpPr>
          <p:cNvPr id="1342" name="Google Shape;1342;p52"/>
          <p:cNvCxnSpPr>
            <a:stCxn id="1334" idx="2"/>
            <a:endCxn id="1337" idx="0"/>
          </p:cNvCxnSpPr>
          <p:nvPr/>
        </p:nvCxnSpPr>
        <p:spPr>
          <a:xfrm rot="5400000">
            <a:off x="3645600" y="987198"/>
            <a:ext cx="511500" cy="40239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3" name="Google Shape;1343;p52"/>
          <p:cNvCxnSpPr>
            <a:stCxn id="1337" idx="3"/>
            <a:endCxn id="1339" idx="1"/>
          </p:cNvCxnSpPr>
          <p:nvPr/>
        </p:nvCxnSpPr>
        <p:spPr>
          <a:xfrm>
            <a:off x="3058800" y="3492318"/>
            <a:ext cx="3438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4" name="Google Shape;1344;p52"/>
          <p:cNvCxnSpPr>
            <a:stCxn id="1339" idx="3"/>
            <a:endCxn id="1341" idx="1"/>
          </p:cNvCxnSpPr>
          <p:nvPr/>
        </p:nvCxnSpPr>
        <p:spPr>
          <a:xfrm>
            <a:off x="5741400" y="3492318"/>
            <a:ext cx="3438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45" name="Google Shape;1345;p52"/>
          <p:cNvSpPr/>
          <p:nvPr/>
        </p:nvSpPr>
        <p:spPr>
          <a:xfrm>
            <a:off x="8343499" y="6776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6" name="Google Shape;1346;p52"/>
          <p:cNvGrpSpPr/>
          <p:nvPr/>
        </p:nvGrpSpPr>
        <p:grpSpPr>
          <a:xfrm>
            <a:off x="7334834" y="4913494"/>
            <a:ext cx="75796" cy="72962"/>
            <a:chOff x="6053622" y="2610669"/>
            <a:chExt cx="75796" cy="72962"/>
          </a:xfrm>
        </p:grpSpPr>
        <p:sp>
          <p:nvSpPr>
            <p:cNvPr id="1347" name="Google Shape;1347;p52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52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9" name="Google Shape;1349;p52"/>
          <p:cNvGrpSpPr/>
          <p:nvPr/>
        </p:nvGrpSpPr>
        <p:grpSpPr>
          <a:xfrm>
            <a:off x="3628148" y="135719"/>
            <a:ext cx="111300" cy="113397"/>
            <a:chOff x="7476160" y="2457382"/>
            <a:chExt cx="111300" cy="113397"/>
          </a:xfrm>
        </p:grpSpPr>
        <p:sp>
          <p:nvSpPr>
            <p:cNvPr id="1350" name="Google Shape;1350;p52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2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52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52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52"/>
          <p:cNvGrpSpPr/>
          <p:nvPr/>
        </p:nvGrpSpPr>
        <p:grpSpPr>
          <a:xfrm rot="5400000">
            <a:off x="94730" y="2753829"/>
            <a:ext cx="272704" cy="113685"/>
            <a:chOff x="5079805" y="2309104"/>
            <a:chExt cx="272704" cy="113685"/>
          </a:xfrm>
        </p:grpSpPr>
        <p:sp>
          <p:nvSpPr>
            <p:cNvPr id="1355" name="Google Shape;1355;p52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52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52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52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52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52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52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52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3" name="Google Shape;1363;p52"/>
          <p:cNvSpPr/>
          <p:nvPr/>
        </p:nvSpPr>
        <p:spPr>
          <a:xfrm rot="-1799871">
            <a:off x="6031603" y="4578763"/>
            <a:ext cx="2054933" cy="1578436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52"/>
          <p:cNvSpPr/>
          <p:nvPr/>
        </p:nvSpPr>
        <p:spPr>
          <a:xfrm rot="1743963">
            <a:off x="-621923" y="-415257"/>
            <a:ext cx="1486786" cy="2140883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" name="Google Shape;1365;p52"/>
          <p:cNvSpPr/>
          <p:nvPr/>
        </p:nvSpPr>
        <p:spPr>
          <a:xfrm rot="-5400000">
            <a:off x="8807794" y="300476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6" name="Google Shape;1366;p52"/>
          <p:cNvSpPr/>
          <p:nvPr/>
        </p:nvSpPr>
        <p:spPr>
          <a:xfrm rot="10800000">
            <a:off x="1764083" y="-12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52"/>
          <p:cNvSpPr/>
          <p:nvPr/>
        </p:nvSpPr>
        <p:spPr>
          <a:xfrm>
            <a:off x="3834994" y="4871713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8" name="Google Shape;1368;p52"/>
          <p:cNvGrpSpPr/>
          <p:nvPr/>
        </p:nvGrpSpPr>
        <p:grpSpPr>
          <a:xfrm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1369" name="Google Shape;1369;p52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1370" name="Google Shape;1370;p52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1" name="Google Shape;1371;p52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72" name="Google Shape;1372;p52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1373" name="Google Shape;1373;p52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4" name="Google Shape;1374;p52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53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map</a:t>
            </a:r>
            <a:endParaRPr/>
          </a:p>
        </p:txBody>
      </p:sp>
      <p:grpSp>
        <p:nvGrpSpPr>
          <p:cNvPr id="1380" name="Google Shape;1380;p53"/>
          <p:cNvGrpSpPr/>
          <p:nvPr/>
        </p:nvGrpSpPr>
        <p:grpSpPr>
          <a:xfrm>
            <a:off x="895869" y="1560486"/>
            <a:ext cx="4638941" cy="2500392"/>
            <a:chOff x="233350" y="949250"/>
            <a:chExt cx="7054350" cy="3802300"/>
          </a:xfrm>
        </p:grpSpPr>
        <p:sp>
          <p:nvSpPr>
            <p:cNvPr id="1381" name="Google Shape;1381;p53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53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53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53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53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53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53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53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53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3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3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3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3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3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3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3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3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53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53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53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53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53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53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53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53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53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53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53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53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53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53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53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53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53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53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53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53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53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53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53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53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53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53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53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53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53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53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53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53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53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1" name="Google Shape;1431;p53"/>
          <p:cNvSpPr txBox="1"/>
          <p:nvPr/>
        </p:nvSpPr>
        <p:spPr>
          <a:xfrm>
            <a:off x="6244961" y="1687948"/>
            <a:ext cx="18246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It’s the biggest planet in the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Solar System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432" name="Google Shape;1432;p53"/>
          <p:cNvSpPr txBox="1"/>
          <p:nvPr/>
        </p:nvSpPr>
        <p:spPr>
          <a:xfrm>
            <a:off x="6244961" y="3664900"/>
            <a:ext cx="1824600" cy="5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Despite being </a:t>
            </a: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red, Mars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is a cold place 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433" name="Google Shape;1433;p53"/>
          <p:cNvSpPr txBox="1"/>
          <p:nvPr/>
        </p:nvSpPr>
        <p:spPr>
          <a:xfrm>
            <a:off x="6244961" y="2676424"/>
            <a:ext cx="18246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Saturn is a gas</a:t>
            </a:r>
            <a:r>
              <a:rPr lang="en-GB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giant and has several rings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434" name="Google Shape;1434;p53"/>
          <p:cNvSpPr txBox="1"/>
          <p:nvPr/>
        </p:nvSpPr>
        <p:spPr>
          <a:xfrm>
            <a:off x="6244950" y="3389514"/>
            <a:ext cx="18246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Mars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435" name="Google Shape;1435;p53"/>
          <p:cNvSpPr txBox="1"/>
          <p:nvPr/>
        </p:nvSpPr>
        <p:spPr>
          <a:xfrm>
            <a:off x="6244950" y="1412575"/>
            <a:ext cx="18246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Jupiter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436" name="Google Shape;1436;p53"/>
          <p:cNvSpPr txBox="1"/>
          <p:nvPr/>
        </p:nvSpPr>
        <p:spPr>
          <a:xfrm>
            <a:off x="6244950" y="2401045"/>
            <a:ext cx="18246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Saturn</a:t>
            </a:r>
            <a:endParaRPr sz="2100" b="1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437" name="Google Shape;1437;p53"/>
          <p:cNvSpPr/>
          <p:nvPr/>
        </p:nvSpPr>
        <p:spPr>
          <a:xfrm flipH="1">
            <a:off x="8069556" y="3389517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8" name="Google Shape;1438;p53"/>
          <p:cNvSpPr/>
          <p:nvPr/>
        </p:nvSpPr>
        <p:spPr>
          <a:xfrm flipH="1">
            <a:off x="8069556" y="2401042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53"/>
          <p:cNvSpPr/>
          <p:nvPr/>
        </p:nvSpPr>
        <p:spPr>
          <a:xfrm flipH="1">
            <a:off x="8069556" y="1412567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53"/>
          <p:cNvSpPr/>
          <p:nvPr/>
        </p:nvSpPr>
        <p:spPr>
          <a:xfrm>
            <a:off x="-314270" y="3819353"/>
            <a:ext cx="2054984" cy="1578423"/>
          </a:xfrm>
          <a:custGeom>
            <a:avLst/>
            <a:gdLst/>
            <a:ahLst/>
            <a:cxnLst/>
            <a:rect l="l" t="t" r="r" b="b"/>
            <a:pathLst>
              <a:path w="73517" h="56463" extrusionOk="0">
                <a:moveTo>
                  <a:pt x="34144" y="0"/>
                </a:moveTo>
                <a:cubicBezTo>
                  <a:pt x="21236" y="0"/>
                  <a:pt x="8091" y="6207"/>
                  <a:pt x="0" y="19122"/>
                </a:cubicBezTo>
                <a:lnTo>
                  <a:pt x="10768" y="25145"/>
                </a:lnTo>
                <a:cubicBezTo>
                  <a:pt x="12409" y="21690"/>
                  <a:pt x="14740" y="18531"/>
                  <a:pt x="17637" y="15913"/>
                </a:cubicBezTo>
                <a:cubicBezTo>
                  <a:pt x="23125" y="10928"/>
                  <a:pt x="30561" y="8116"/>
                  <a:pt x="38043" y="8116"/>
                </a:cubicBezTo>
                <a:cubicBezTo>
                  <a:pt x="38616" y="8116"/>
                  <a:pt x="39189" y="8132"/>
                  <a:pt x="39762" y="8166"/>
                </a:cubicBezTo>
                <a:cubicBezTo>
                  <a:pt x="52597" y="8732"/>
                  <a:pt x="64357" y="17866"/>
                  <a:pt x="68428" y="30127"/>
                </a:cubicBezTo>
                <a:cubicBezTo>
                  <a:pt x="71399" y="38621"/>
                  <a:pt x="70767" y="48305"/>
                  <a:pt x="66737" y="56462"/>
                </a:cubicBezTo>
                <a:cubicBezTo>
                  <a:pt x="71817" y="48543"/>
                  <a:pt x="73516" y="38539"/>
                  <a:pt x="71399" y="29282"/>
                </a:cubicBezTo>
                <a:cubicBezTo>
                  <a:pt x="66701" y="10108"/>
                  <a:pt x="50616" y="0"/>
                  <a:pt x="3414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1" name="Google Shape;1441;p53"/>
          <p:cNvSpPr/>
          <p:nvPr/>
        </p:nvSpPr>
        <p:spPr>
          <a:xfrm rot="7199871">
            <a:off x="8194386" y="-836868"/>
            <a:ext cx="1486729" cy="2140895"/>
          </a:xfrm>
          <a:custGeom>
            <a:avLst/>
            <a:gdLst/>
            <a:ahLst/>
            <a:cxnLst/>
            <a:rect l="l" t="t" r="r" b="b"/>
            <a:pathLst>
              <a:path w="53189" h="76583" extrusionOk="0">
                <a:moveTo>
                  <a:pt x="3423" y="0"/>
                </a:moveTo>
                <a:lnTo>
                  <a:pt x="2873" y="12327"/>
                </a:lnTo>
                <a:cubicBezTo>
                  <a:pt x="3083" y="12322"/>
                  <a:pt x="3293" y="12320"/>
                  <a:pt x="3503" y="12320"/>
                </a:cubicBezTo>
                <a:cubicBezTo>
                  <a:pt x="7121" y="12320"/>
                  <a:pt x="10763" y="12988"/>
                  <a:pt x="14206" y="14329"/>
                </a:cubicBezTo>
                <a:cubicBezTo>
                  <a:pt x="21650" y="17193"/>
                  <a:pt x="27862" y="23217"/>
                  <a:pt x="31055" y="30611"/>
                </a:cubicBezTo>
                <a:cubicBezTo>
                  <a:pt x="36315" y="42339"/>
                  <a:pt x="33426" y="56955"/>
                  <a:pt x="24301" y="66089"/>
                </a:cubicBezTo>
                <a:cubicBezTo>
                  <a:pt x="18039" y="72556"/>
                  <a:pt x="9102" y="76339"/>
                  <a:pt x="0" y="76397"/>
                </a:cubicBezTo>
                <a:cubicBezTo>
                  <a:pt x="1183" y="76521"/>
                  <a:pt x="2370" y="76582"/>
                  <a:pt x="3558" y="76582"/>
                </a:cubicBezTo>
                <a:cubicBezTo>
                  <a:pt x="11776" y="76582"/>
                  <a:pt x="19989" y="73648"/>
                  <a:pt x="26385" y="68371"/>
                </a:cubicBezTo>
                <a:cubicBezTo>
                  <a:pt x="53188" y="45523"/>
                  <a:pt x="37957" y="3267"/>
                  <a:pt x="34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53"/>
          <p:cNvSpPr/>
          <p:nvPr/>
        </p:nvSpPr>
        <p:spPr>
          <a:xfrm>
            <a:off x="318499" y="248446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3" name="Google Shape;1443;p53"/>
          <p:cNvGrpSpPr/>
          <p:nvPr/>
        </p:nvGrpSpPr>
        <p:grpSpPr>
          <a:xfrm>
            <a:off x="3732684" y="4608569"/>
            <a:ext cx="75796" cy="72962"/>
            <a:chOff x="6053622" y="2610669"/>
            <a:chExt cx="75796" cy="72962"/>
          </a:xfrm>
        </p:grpSpPr>
        <p:sp>
          <p:nvSpPr>
            <p:cNvPr id="1444" name="Google Shape;1444;p53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53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6" name="Google Shape;1446;p53"/>
          <p:cNvGrpSpPr/>
          <p:nvPr/>
        </p:nvGrpSpPr>
        <p:grpSpPr>
          <a:xfrm>
            <a:off x="5460123" y="1055219"/>
            <a:ext cx="111300" cy="113397"/>
            <a:chOff x="7476160" y="2457382"/>
            <a:chExt cx="111300" cy="113397"/>
          </a:xfrm>
        </p:grpSpPr>
        <p:sp>
          <p:nvSpPr>
            <p:cNvPr id="1447" name="Google Shape;1447;p53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53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53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53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1" name="Google Shape;1451;p53"/>
          <p:cNvGrpSpPr/>
          <p:nvPr/>
        </p:nvGrpSpPr>
        <p:grpSpPr>
          <a:xfrm>
            <a:off x="8664355" y="941529"/>
            <a:ext cx="272704" cy="113685"/>
            <a:chOff x="5079805" y="2309104"/>
            <a:chExt cx="272704" cy="113685"/>
          </a:xfrm>
        </p:grpSpPr>
        <p:sp>
          <p:nvSpPr>
            <p:cNvPr id="1452" name="Google Shape;1452;p53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53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53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53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53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53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53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53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0" name="Google Shape;1460;p53"/>
          <p:cNvSpPr/>
          <p:nvPr/>
        </p:nvSpPr>
        <p:spPr>
          <a:xfrm rot="10800000">
            <a:off x="2935019" y="-12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53"/>
          <p:cNvSpPr/>
          <p:nvPr/>
        </p:nvSpPr>
        <p:spPr>
          <a:xfrm rot="-5400000">
            <a:off x="8821296" y="1792013"/>
            <a:ext cx="378091" cy="267311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2" name="Google Shape;1462;p53"/>
          <p:cNvSpPr/>
          <p:nvPr/>
        </p:nvSpPr>
        <p:spPr>
          <a:xfrm>
            <a:off x="2762944" y="4865038"/>
            <a:ext cx="393932" cy="278468"/>
          </a:xfrm>
          <a:custGeom>
            <a:avLst/>
            <a:gdLst/>
            <a:ahLst/>
            <a:cxnLst/>
            <a:rect l="l" t="t" r="r" b="b"/>
            <a:pathLst>
              <a:path w="23210" h="16407" extrusionOk="0">
                <a:moveTo>
                  <a:pt x="5671" y="1"/>
                </a:moveTo>
                <a:cubicBezTo>
                  <a:pt x="2545" y="1"/>
                  <a:pt x="1" y="2537"/>
                  <a:pt x="1" y="5672"/>
                </a:cubicBezTo>
                <a:lnTo>
                  <a:pt x="1" y="16406"/>
                </a:lnTo>
                <a:lnTo>
                  <a:pt x="23209" y="16406"/>
                </a:lnTo>
                <a:lnTo>
                  <a:pt x="23209" y="5672"/>
                </a:lnTo>
                <a:cubicBezTo>
                  <a:pt x="23209" y="2537"/>
                  <a:pt x="20673" y="1"/>
                  <a:pt x="175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3" name="Google Shape;1463;p53"/>
          <p:cNvGrpSpPr/>
          <p:nvPr/>
        </p:nvGrpSpPr>
        <p:grpSpPr>
          <a:xfrm flipH="1">
            <a:off x="-102" y="427363"/>
            <a:ext cx="9144217" cy="4288775"/>
            <a:chOff x="-102" y="427363"/>
            <a:chExt cx="9144217" cy="4288775"/>
          </a:xfrm>
        </p:grpSpPr>
        <p:grpSp>
          <p:nvGrpSpPr>
            <p:cNvPr id="1464" name="Google Shape;1464;p53"/>
            <p:cNvGrpSpPr/>
            <p:nvPr/>
          </p:nvGrpSpPr>
          <p:grpSpPr>
            <a:xfrm>
              <a:off x="8424079" y="427363"/>
              <a:ext cx="720036" cy="220200"/>
              <a:chOff x="7373938" y="512225"/>
              <a:chExt cx="1770000" cy="220200"/>
            </a:xfrm>
          </p:grpSpPr>
          <p:cxnSp>
            <p:nvCxnSpPr>
              <p:cNvPr id="1465" name="Google Shape;1465;p53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6" name="Google Shape;1466;p53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67" name="Google Shape;1467;p53"/>
            <p:cNvGrpSpPr/>
            <p:nvPr/>
          </p:nvGrpSpPr>
          <p:grpSpPr>
            <a:xfrm flipH="1">
              <a:off x="-102" y="4495938"/>
              <a:ext cx="720036" cy="220200"/>
              <a:chOff x="7373938" y="512225"/>
              <a:chExt cx="1770000" cy="220200"/>
            </a:xfrm>
          </p:grpSpPr>
          <p:cxnSp>
            <p:nvCxnSpPr>
              <p:cNvPr id="1468" name="Google Shape;1468;p53"/>
              <p:cNvCxnSpPr/>
              <p:nvPr/>
            </p:nvCxnSpPr>
            <p:spPr>
              <a:xfrm rot="10800000">
                <a:off x="7373938" y="512225"/>
                <a:ext cx="177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9" name="Google Shape;1469;p53"/>
              <p:cNvCxnSpPr/>
              <p:nvPr/>
            </p:nvCxnSpPr>
            <p:spPr>
              <a:xfrm rot="10800000">
                <a:off x="8069938" y="732425"/>
                <a:ext cx="1074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70" name="Google Shape;1470;p53"/>
          <p:cNvSpPr/>
          <p:nvPr/>
        </p:nvSpPr>
        <p:spPr>
          <a:xfrm flipH="1">
            <a:off x="3328956" y="3126717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53"/>
          <p:cNvSpPr/>
          <p:nvPr/>
        </p:nvSpPr>
        <p:spPr>
          <a:xfrm flipH="1">
            <a:off x="4285056" y="2114717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2" name="Google Shape;1472;p53"/>
          <p:cNvSpPr/>
          <p:nvPr/>
        </p:nvSpPr>
        <p:spPr>
          <a:xfrm flipH="1">
            <a:off x="1440281" y="2055517"/>
            <a:ext cx="178589" cy="262805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54"/>
          <p:cNvSpPr/>
          <p:nvPr/>
        </p:nvSpPr>
        <p:spPr>
          <a:xfrm>
            <a:off x="4907917" y="-642288"/>
            <a:ext cx="1870246" cy="1785765"/>
          </a:xfrm>
          <a:custGeom>
            <a:avLst/>
            <a:gdLst/>
            <a:ahLst/>
            <a:cxnLst/>
            <a:rect l="l" t="t" r="r" b="b"/>
            <a:pathLst>
              <a:path w="66908" h="63880" extrusionOk="0">
                <a:moveTo>
                  <a:pt x="11217" y="0"/>
                </a:moveTo>
                <a:cubicBezTo>
                  <a:pt x="4373" y="6459"/>
                  <a:pt x="294" y="15749"/>
                  <a:pt x="105" y="25244"/>
                </a:cubicBezTo>
                <a:cubicBezTo>
                  <a:pt x="0" y="48895"/>
                  <a:pt x="18905" y="63879"/>
                  <a:pt x="38902" y="63879"/>
                </a:cubicBezTo>
                <a:cubicBezTo>
                  <a:pt x="48673" y="63879"/>
                  <a:pt x="58705" y="60301"/>
                  <a:pt x="66908" y="52409"/>
                </a:cubicBezTo>
                <a:lnTo>
                  <a:pt x="57921" y="43956"/>
                </a:lnTo>
                <a:cubicBezTo>
                  <a:pt x="55492" y="46902"/>
                  <a:pt x="52472" y="49405"/>
                  <a:pt x="49025" y="51243"/>
                </a:cubicBezTo>
                <a:cubicBezTo>
                  <a:pt x="44675" y="53578"/>
                  <a:pt x="39721" y="54767"/>
                  <a:pt x="34753" y="54767"/>
                </a:cubicBezTo>
                <a:cubicBezTo>
                  <a:pt x="31690" y="54767"/>
                  <a:pt x="28621" y="54315"/>
                  <a:pt x="25685" y="53402"/>
                </a:cubicBezTo>
                <a:cubicBezTo>
                  <a:pt x="13367" y="49733"/>
                  <a:pt x="4167" y="38022"/>
                  <a:pt x="3191" y="25146"/>
                </a:cubicBezTo>
                <a:cubicBezTo>
                  <a:pt x="2370" y="16184"/>
                  <a:pt x="5333" y="6943"/>
                  <a:pt x="1121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8" name="Google Shape;1478;p54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444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Special reminders</a:t>
            </a:r>
            <a:endParaRPr/>
          </a:p>
        </p:txBody>
      </p:sp>
      <p:sp>
        <p:nvSpPr>
          <p:cNvPr id="1479" name="Google Shape;1479;p54"/>
          <p:cNvSpPr txBox="1">
            <a:spLocks noGrp="1"/>
          </p:cNvSpPr>
          <p:nvPr>
            <p:ph type="subTitle" idx="1"/>
          </p:nvPr>
        </p:nvSpPr>
        <p:spPr>
          <a:xfrm>
            <a:off x="720000" y="1705988"/>
            <a:ext cx="4442700" cy="22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you know what helps you make your </a:t>
            </a:r>
            <a:r>
              <a:rPr lang="en-GB" b="1"/>
              <a:t>point clear</a:t>
            </a:r>
            <a:r>
              <a:rPr lang="en-GB"/>
              <a:t>?</a:t>
            </a:r>
            <a:br>
              <a:rPr lang="en-GB"/>
            </a:br>
            <a:r>
              <a:rPr lang="en-GB"/>
              <a:t>Lists like this one:</a:t>
            </a:r>
            <a:endParaRPr/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GB"/>
              <a:t>They’re simple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GB"/>
              <a:t>You can organize your ideas clearly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Char char="●"/>
            </a:pPr>
            <a:r>
              <a:rPr lang="en-GB"/>
              <a:t>You’ll never forget to buy milk!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GB" b="1"/>
              <a:t>And the most important thing</a:t>
            </a:r>
            <a:r>
              <a:rPr lang="en-GB"/>
              <a:t>: the audience won’t miss the point of your presentation</a:t>
            </a:r>
            <a:endParaRPr/>
          </a:p>
        </p:txBody>
      </p:sp>
      <p:sp>
        <p:nvSpPr>
          <p:cNvPr id="1480" name="Google Shape;1480;p54"/>
          <p:cNvSpPr/>
          <p:nvPr/>
        </p:nvSpPr>
        <p:spPr>
          <a:xfrm>
            <a:off x="8343499" y="4522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1" name="Google Shape;1481;p54"/>
          <p:cNvGrpSpPr/>
          <p:nvPr/>
        </p:nvGrpSpPr>
        <p:grpSpPr>
          <a:xfrm>
            <a:off x="4003034" y="4679819"/>
            <a:ext cx="75796" cy="72962"/>
            <a:chOff x="6053622" y="2610669"/>
            <a:chExt cx="75796" cy="72962"/>
          </a:xfrm>
        </p:grpSpPr>
        <p:sp>
          <p:nvSpPr>
            <p:cNvPr id="1482" name="Google Shape;1482;p54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54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4" name="Google Shape;1484;p54"/>
          <p:cNvGrpSpPr/>
          <p:nvPr/>
        </p:nvGrpSpPr>
        <p:grpSpPr>
          <a:xfrm>
            <a:off x="5312548" y="1143469"/>
            <a:ext cx="111300" cy="113397"/>
            <a:chOff x="7476160" y="2457382"/>
            <a:chExt cx="111300" cy="113397"/>
          </a:xfrm>
        </p:grpSpPr>
        <p:sp>
          <p:nvSpPr>
            <p:cNvPr id="1485" name="Google Shape;1485;p54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54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54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54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9" name="Google Shape;1489;p54"/>
          <p:cNvGrpSpPr/>
          <p:nvPr/>
        </p:nvGrpSpPr>
        <p:grpSpPr>
          <a:xfrm>
            <a:off x="180180" y="2884454"/>
            <a:ext cx="272704" cy="113685"/>
            <a:chOff x="5079805" y="2309104"/>
            <a:chExt cx="272704" cy="113685"/>
          </a:xfrm>
        </p:grpSpPr>
        <p:sp>
          <p:nvSpPr>
            <p:cNvPr id="1490" name="Google Shape;1490;p54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54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54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54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54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54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54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54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98" name="Google Shape;1498;p5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0867" r="30863"/>
          <a:stretch/>
        </p:blipFill>
        <p:spPr>
          <a:xfrm flipH="1">
            <a:off x="5637300" y="67950"/>
            <a:ext cx="3406800" cy="5007600"/>
          </a:xfrm>
          <a:prstGeom prst="round1Rect">
            <a:avLst>
              <a:gd name="adj" fmla="val 16667"/>
            </a:avLst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5"/>
          <p:cNvSpPr txBox="1">
            <a:spLocks noGrp="1"/>
          </p:cNvSpPr>
          <p:nvPr>
            <p:ph type="title"/>
          </p:nvPr>
        </p:nvSpPr>
        <p:spPr>
          <a:xfrm>
            <a:off x="720000" y="47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Product demo</a:t>
            </a:r>
            <a:endParaRPr/>
          </a:p>
        </p:txBody>
      </p:sp>
      <p:sp>
        <p:nvSpPr>
          <p:cNvPr id="1504" name="Google Shape;1504;p55"/>
          <p:cNvSpPr txBox="1">
            <a:spLocks noGrp="1"/>
          </p:cNvSpPr>
          <p:nvPr>
            <p:ph type="subTitle" idx="1"/>
          </p:nvPr>
        </p:nvSpPr>
        <p:spPr>
          <a:xfrm>
            <a:off x="713225" y="2356175"/>
            <a:ext cx="33162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</a:t>
            </a:r>
            <a:r>
              <a:rPr lang="en-GB" b="1"/>
              <a:t>replace the image</a:t>
            </a:r>
            <a:r>
              <a:rPr lang="en-GB"/>
              <a:t> on the screen with your own work. Just right-click on it and select “</a:t>
            </a:r>
            <a:r>
              <a:rPr lang="en-GB" b="1"/>
              <a:t>Replace image</a:t>
            </a:r>
            <a:r>
              <a:rPr lang="en-GB"/>
              <a:t>”</a:t>
            </a:r>
            <a:endParaRPr/>
          </a:p>
        </p:txBody>
      </p:sp>
      <p:grpSp>
        <p:nvGrpSpPr>
          <p:cNvPr id="1505" name="Google Shape;1505;p55"/>
          <p:cNvGrpSpPr/>
          <p:nvPr/>
        </p:nvGrpSpPr>
        <p:grpSpPr>
          <a:xfrm>
            <a:off x="4078243" y="1615009"/>
            <a:ext cx="4346142" cy="2396199"/>
            <a:chOff x="1366426" y="1191153"/>
            <a:chExt cx="6414969" cy="3536825"/>
          </a:xfrm>
        </p:grpSpPr>
        <p:sp>
          <p:nvSpPr>
            <p:cNvPr id="1506" name="Google Shape;1506;p55"/>
            <p:cNvSpPr/>
            <p:nvPr/>
          </p:nvSpPr>
          <p:spPr>
            <a:xfrm>
              <a:off x="1366525" y="4538323"/>
              <a:ext cx="6414772" cy="112498"/>
            </a:xfrm>
            <a:custGeom>
              <a:avLst/>
              <a:gdLst/>
              <a:ahLst/>
              <a:cxnLst/>
              <a:rect l="l" t="t" r="r" b="b"/>
              <a:pathLst>
                <a:path w="65209" h="1165" extrusionOk="0">
                  <a:moveTo>
                    <a:pt x="0" y="0"/>
                  </a:moveTo>
                  <a:lnTo>
                    <a:pt x="0" y="1165"/>
                  </a:lnTo>
                  <a:lnTo>
                    <a:pt x="65209" y="1165"/>
                  </a:lnTo>
                  <a:lnTo>
                    <a:pt x="652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55"/>
            <p:cNvSpPr/>
            <p:nvPr/>
          </p:nvSpPr>
          <p:spPr>
            <a:xfrm>
              <a:off x="1366525" y="4650726"/>
              <a:ext cx="6414871" cy="77252"/>
            </a:xfrm>
            <a:custGeom>
              <a:avLst/>
              <a:gdLst/>
              <a:ahLst/>
              <a:cxnLst/>
              <a:rect l="l" t="t" r="r" b="b"/>
              <a:pathLst>
                <a:path w="65210" h="800" extrusionOk="0">
                  <a:moveTo>
                    <a:pt x="0" y="1"/>
                  </a:moveTo>
                  <a:lnTo>
                    <a:pt x="0" y="48"/>
                  </a:lnTo>
                  <a:cubicBezTo>
                    <a:pt x="0" y="463"/>
                    <a:pt x="337" y="800"/>
                    <a:pt x="752" y="800"/>
                  </a:cubicBezTo>
                  <a:lnTo>
                    <a:pt x="64460" y="800"/>
                  </a:lnTo>
                  <a:cubicBezTo>
                    <a:pt x="64874" y="800"/>
                    <a:pt x="65210" y="465"/>
                    <a:pt x="65210" y="51"/>
                  </a:cubicBezTo>
                  <a:lnTo>
                    <a:pt x="65210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55"/>
            <p:cNvSpPr/>
            <p:nvPr/>
          </p:nvSpPr>
          <p:spPr>
            <a:xfrm>
              <a:off x="1366426" y="4650726"/>
              <a:ext cx="6414871" cy="77252"/>
            </a:xfrm>
            <a:custGeom>
              <a:avLst/>
              <a:gdLst/>
              <a:ahLst/>
              <a:cxnLst/>
              <a:rect l="l" t="t" r="r" b="b"/>
              <a:pathLst>
                <a:path w="65210" h="800" extrusionOk="0">
                  <a:moveTo>
                    <a:pt x="0" y="1"/>
                  </a:moveTo>
                  <a:lnTo>
                    <a:pt x="0" y="800"/>
                  </a:lnTo>
                  <a:lnTo>
                    <a:pt x="65210" y="800"/>
                  </a:lnTo>
                  <a:lnTo>
                    <a:pt x="652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55"/>
            <p:cNvSpPr/>
            <p:nvPr/>
          </p:nvSpPr>
          <p:spPr>
            <a:xfrm>
              <a:off x="2011357" y="1191153"/>
              <a:ext cx="5125109" cy="3347233"/>
            </a:xfrm>
            <a:custGeom>
              <a:avLst/>
              <a:gdLst/>
              <a:ahLst/>
              <a:cxnLst/>
              <a:rect l="l" t="t" r="r" b="b"/>
              <a:pathLst>
                <a:path w="52099" h="34663" extrusionOk="0">
                  <a:moveTo>
                    <a:pt x="845" y="1"/>
                  </a:moveTo>
                  <a:cubicBezTo>
                    <a:pt x="379" y="1"/>
                    <a:pt x="1" y="378"/>
                    <a:pt x="1" y="844"/>
                  </a:cubicBezTo>
                  <a:lnTo>
                    <a:pt x="1" y="34662"/>
                  </a:lnTo>
                  <a:lnTo>
                    <a:pt x="52097" y="34662"/>
                  </a:lnTo>
                  <a:lnTo>
                    <a:pt x="52097" y="844"/>
                  </a:lnTo>
                  <a:cubicBezTo>
                    <a:pt x="52098" y="378"/>
                    <a:pt x="51720" y="1"/>
                    <a:pt x="51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55"/>
            <p:cNvSpPr/>
            <p:nvPr/>
          </p:nvSpPr>
          <p:spPr>
            <a:xfrm>
              <a:off x="2011357" y="4455662"/>
              <a:ext cx="5125011" cy="82756"/>
            </a:xfrm>
            <a:custGeom>
              <a:avLst/>
              <a:gdLst/>
              <a:ahLst/>
              <a:cxnLst/>
              <a:rect l="l" t="t" r="r" b="b"/>
              <a:pathLst>
                <a:path w="52098" h="857" extrusionOk="0">
                  <a:moveTo>
                    <a:pt x="1" y="0"/>
                  </a:moveTo>
                  <a:lnTo>
                    <a:pt x="1" y="856"/>
                  </a:lnTo>
                  <a:lnTo>
                    <a:pt x="52097" y="856"/>
                  </a:lnTo>
                  <a:lnTo>
                    <a:pt x="520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11" name="Google Shape;1511;p55"/>
          <p:cNvPicPr preferRelativeResize="0"/>
          <p:nvPr/>
        </p:nvPicPr>
        <p:blipFill rotWithShape="1">
          <a:blip r:embed="rId3">
            <a:alphaModFix/>
          </a:blip>
          <a:srcRect l="3925" r="3925"/>
          <a:stretch/>
        </p:blipFill>
        <p:spPr>
          <a:xfrm>
            <a:off x="4599899" y="1726312"/>
            <a:ext cx="3316301" cy="202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2" name="Google Shape;1512;p55"/>
          <p:cNvSpPr/>
          <p:nvPr/>
        </p:nvSpPr>
        <p:spPr>
          <a:xfrm>
            <a:off x="212824" y="2571741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3" name="Google Shape;1513;p55"/>
          <p:cNvGrpSpPr/>
          <p:nvPr/>
        </p:nvGrpSpPr>
        <p:grpSpPr>
          <a:xfrm>
            <a:off x="2138534" y="4365194"/>
            <a:ext cx="75796" cy="72962"/>
            <a:chOff x="6053622" y="2610669"/>
            <a:chExt cx="75796" cy="72962"/>
          </a:xfrm>
        </p:grpSpPr>
        <p:sp>
          <p:nvSpPr>
            <p:cNvPr id="1514" name="Google Shape;1514;p55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55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6" name="Google Shape;1516;p55"/>
          <p:cNvGrpSpPr/>
          <p:nvPr/>
        </p:nvGrpSpPr>
        <p:grpSpPr>
          <a:xfrm>
            <a:off x="8888035" y="2356169"/>
            <a:ext cx="111300" cy="113397"/>
            <a:chOff x="7476160" y="2457382"/>
            <a:chExt cx="111300" cy="113397"/>
          </a:xfrm>
        </p:grpSpPr>
        <p:sp>
          <p:nvSpPr>
            <p:cNvPr id="1517" name="Google Shape;1517;p55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55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55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55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1" name="Google Shape;1521;p55"/>
          <p:cNvGrpSpPr/>
          <p:nvPr/>
        </p:nvGrpSpPr>
        <p:grpSpPr>
          <a:xfrm>
            <a:off x="6524155" y="598329"/>
            <a:ext cx="272704" cy="113685"/>
            <a:chOff x="5079805" y="2309104"/>
            <a:chExt cx="272704" cy="113685"/>
          </a:xfrm>
        </p:grpSpPr>
        <p:sp>
          <p:nvSpPr>
            <p:cNvPr id="1522" name="Google Shape;1522;p55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55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55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55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55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55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55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55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56"/>
          <p:cNvSpPr txBox="1">
            <a:spLocks noGrp="1"/>
          </p:cNvSpPr>
          <p:nvPr>
            <p:ph type="title"/>
          </p:nvPr>
        </p:nvSpPr>
        <p:spPr>
          <a:xfrm>
            <a:off x="1782150" y="545550"/>
            <a:ext cx="5579700" cy="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  <a:endParaRPr/>
          </a:p>
        </p:txBody>
      </p:sp>
      <p:sp>
        <p:nvSpPr>
          <p:cNvPr id="1535" name="Google Shape;1535;p56"/>
          <p:cNvSpPr txBox="1">
            <a:spLocks noGrp="1"/>
          </p:cNvSpPr>
          <p:nvPr>
            <p:ph type="subTitle" idx="1"/>
          </p:nvPr>
        </p:nvSpPr>
        <p:spPr>
          <a:xfrm>
            <a:off x="2811350" y="1660350"/>
            <a:ext cx="34857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Be Vietnam Pro"/>
                <a:ea typeface="Be Vietnam Pro"/>
                <a:cs typeface="Be Vietnam Pro"/>
                <a:sym typeface="Be Vietnam Pro"/>
              </a:rPr>
              <a:t>Do you have any questions?</a:t>
            </a:r>
            <a:endParaRPr sz="1600" b="1">
              <a:latin typeface="Be Vietnam Pro"/>
              <a:ea typeface="Be Vietnam Pro"/>
              <a:cs typeface="Be Vietnam Pro"/>
              <a:sym typeface="Be Vietnam P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youremail@freepik.com</a:t>
            </a: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+34 654 321 432</a:t>
            </a: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yourwebsite.com</a:t>
            </a:r>
            <a:endParaRPr sz="1500"/>
          </a:p>
        </p:txBody>
      </p:sp>
      <p:sp>
        <p:nvSpPr>
          <p:cNvPr id="1536" name="Google Shape;1536;p56"/>
          <p:cNvSpPr txBox="1"/>
          <p:nvPr/>
        </p:nvSpPr>
        <p:spPr>
          <a:xfrm>
            <a:off x="2846900" y="4337550"/>
            <a:ext cx="34503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Please keep this slide for attribution</a:t>
            </a:r>
            <a:endParaRPr sz="12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537" name="Google Shape;1537;p56"/>
          <p:cNvSpPr txBox="1"/>
          <p:nvPr/>
        </p:nvSpPr>
        <p:spPr>
          <a:xfrm>
            <a:off x="2846900" y="3481950"/>
            <a:ext cx="3450300" cy="7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CREDITS:</a:t>
            </a:r>
            <a:r>
              <a:rPr lang="en-GB" sz="11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This presentation template was created by </a:t>
            </a:r>
            <a:r>
              <a:rPr lang="en-GB" sz="1100" b="1" u="sng">
                <a:solidFill>
                  <a:schemeClr val="hlink"/>
                </a:solidFill>
                <a:latin typeface="Actor"/>
                <a:ea typeface="Actor"/>
                <a:cs typeface="Actor"/>
                <a:sym typeface="Actor"/>
                <a:hlinkClick r:id="rId3"/>
              </a:rPr>
              <a:t>Slidesgo</a:t>
            </a:r>
            <a:r>
              <a:rPr lang="en-GB" sz="11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and includes icons by </a:t>
            </a:r>
            <a:r>
              <a:rPr lang="en-GB" sz="1100" b="1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-GB" sz="11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and infographics &amp; images by </a:t>
            </a:r>
            <a:r>
              <a:rPr lang="en-GB" sz="1100" b="1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-GB" sz="1100" u="sng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</a:t>
            </a:r>
            <a:endParaRPr sz="1100" b="1" u="sng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538" name="Google Shape;1538;p56"/>
          <p:cNvSpPr/>
          <p:nvPr/>
        </p:nvSpPr>
        <p:spPr>
          <a:xfrm>
            <a:off x="3365325" y="2871450"/>
            <a:ext cx="458100" cy="45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9" name="Google Shape;1539;p56"/>
          <p:cNvSpPr/>
          <p:nvPr/>
        </p:nvSpPr>
        <p:spPr>
          <a:xfrm>
            <a:off x="4017075" y="2871450"/>
            <a:ext cx="458100" cy="45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0" name="Google Shape;1540;p56"/>
          <p:cNvSpPr/>
          <p:nvPr/>
        </p:nvSpPr>
        <p:spPr>
          <a:xfrm>
            <a:off x="4668825" y="2871450"/>
            <a:ext cx="458100" cy="45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56"/>
          <p:cNvSpPr/>
          <p:nvPr/>
        </p:nvSpPr>
        <p:spPr>
          <a:xfrm>
            <a:off x="5320575" y="2871450"/>
            <a:ext cx="458100" cy="45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2" name="Google Shape;1542;p56"/>
          <p:cNvGrpSpPr/>
          <p:nvPr/>
        </p:nvGrpSpPr>
        <p:grpSpPr>
          <a:xfrm>
            <a:off x="5399425" y="2950292"/>
            <a:ext cx="300420" cy="300420"/>
            <a:chOff x="4933458" y="1687279"/>
            <a:chExt cx="397907" cy="397907"/>
          </a:xfrm>
        </p:grpSpPr>
        <p:sp>
          <p:nvSpPr>
            <p:cNvPr id="1543" name="Google Shape;1543;p56"/>
            <p:cNvSpPr/>
            <p:nvPr/>
          </p:nvSpPr>
          <p:spPr>
            <a:xfrm>
              <a:off x="5071801" y="1766541"/>
              <a:ext cx="125867" cy="241215"/>
            </a:xfrm>
            <a:custGeom>
              <a:avLst/>
              <a:gdLst/>
              <a:ahLst/>
              <a:cxnLst/>
              <a:rect l="l" t="t" r="r" b="b"/>
              <a:pathLst>
                <a:path w="6031" h="11558" extrusionOk="0">
                  <a:moveTo>
                    <a:pt x="2415" y="1"/>
                  </a:moveTo>
                  <a:cubicBezTo>
                    <a:pt x="2233" y="993"/>
                    <a:pt x="1808" y="2415"/>
                    <a:pt x="0" y="2785"/>
                  </a:cubicBezTo>
                  <a:lnTo>
                    <a:pt x="0" y="4244"/>
                  </a:lnTo>
                  <a:lnTo>
                    <a:pt x="1228" y="4244"/>
                  </a:lnTo>
                  <a:cubicBezTo>
                    <a:pt x="1537" y="4244"/>
                    <a:pt x="1787" y="4496"/>
                    <a:pt x="1787" y="4803"/>
                  </a:cubicBezTo>
                  <a:lnTo>
                    <a:pt x="1787" y="9077"/>
                  </a:lnTo>
                  <a:cubicBezTo>
                    <a:pt x="1787" y="10222"/>
                    <a:pt x="2553" y="11558"/>
                    <a:pt x="4714" y="11558"/>
                  </a:cubicBezTo>
                  <a:cubicBezTo>
                    <a:pt x="5212" y="11558"/>
                    <a:pt x="5689" y="11535"/>
                    <a:pt x="6031" y="11512"/>
                  </a:cubicBezTo>
                  <a:lnTo>
                    <a:pt x="6031" y="9905"/>
                  </a:lnTo>
                  <a:lnTo>
                    <a:pt x="4891" y="9905"/>
                  </a:lnTo>
                  <a:cubicBezTo>
                    <a:pt x="3535" y="9905"/>
                    <a:pt x="3351" y="9125"/>
                    <a:pt x="3351" y="8363"/>
                  </a:cubicBezTo>
                  <a:lnTo>
                    <a:pt x="3351" y="4803"/>
                  </a:lnTo>
                  <a:cubicBezTo>
                    <a:pt x="3351" y="4496"/>
                    <a:pt x="3600" y="4244"/>
                    <a:pt x="3910" y="4244"/>
                  </a:cubicBezTo>
                  <a:lnTo>
                    <a:pt x="6031" y="4244"/>
                  </a:lnTo>
                  <a:lnTo>
                    <a:pt x="6031" y="2681"/>
                  </a:lnTo>
                  <a:lnTo>
                    <a:pt x="3910" y="2681"/>
                  </a:lnTo>
                  <a:cubicBezTo>
                    <a:pt x="3600" y="2681"/>
                    <a:pt x="3351" y="2431"/>
                    <a:pt x="3351" y="2122"/>
                  </a:cubicBezTo>
                  <a:lnTo>
                    <a:pt x="33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56"/>
            <p:cNvSpPr/>
            <p:nvPr/>
          </p:nvSpPr>
          <p:spPr>
            <a:xfrm>
              <a:off x="4933458" y="1687279"/>
              <a:ext cx="397907" cy="397907"/>
            </a:xfrm>
            <a:custGeom>
              <a:avLst/>
              <a:gdLst/>
              <a:ahLst/>
              <a:cxnLst/>
              <a:rect l="l" t="t" r="r" b="b"/>
              <a:pathLst>
                <a:path w="19066" h="19066" extrusionOk="0">
                  <a:moveTo>
                    <a:pt x="10539" y="2681"/>
                  </a:moveTo>
                  <a:cubicBezTo>
                    <a:pt x="10846" y="2681"/>
                    <a:pt x="11059" y="2932"/>
                    <a:pt x="11059" y="3240"/>
                  </a:cubicBezTo>
                  <a:lnTo>
                    <a:pt x="11059" y="5362"/>
                  </a:lnTo>
                  <a:lnTo>
                    <a:pt x="13219" y="5362"/>
                  </a:lnTo>
                  <a:cubicBezTo>
                    <a:pt x="13528" y="5362"/>
                    <a:pt x="13778" y="5612"/>
                    <a:pt x="13778" y="5921"/>
                  </a:cubicBezTo>
                  <a:lnTo>
                    <a:pt x="13778" y="8601"/>
                  </a:lnTo>
                  <a:cubicBezTo>
                    <a:pt x="13778" y="8911"/>
                    <a:pt x="13528" y="9160"/>
                    <a:pt x="13219" y="9160"/>
                  </a:cubicBezTo>
                  <a:lnTo>
                    <a:pt x="11096" y="9160"/>
                  </a:lnTo>
                  <a:lnTo>
                    <a:pt x="11096" y="12161"/>
                  </a:lnTo>
                  <a:cubicBezTo>
                    <a:pt x="11096" y="12440"/>
                    <a:pt x="11121" y="12520"/>
                    <a:pt x="11133" y="12541"/>
                  </a:cubicBezTo>
                  <a:cubicBezTo>
                    <a:pt x="11140" y="12541"/>
                    <a:pt x="11234" y="12585"/>
                    <a:pt x="11520" y="12585"/>
                  </a:cubicBezTo>
                  <a:lnTo>
                    <a:pt x="13219" y="12585"/>
                  </a:lnTo>
                  <a:cubicBezTo>
                    <a:pt x="13528" y="12585"/>
                    <a:pt x="13741" y="12836"/>
                    <a:pt x="13741" y="13144"/>
                  </a:cubicBezTo>
                  <a:lnTo>
                    <a:pt x="13741" y="15826"/>
                  </a:lnTo>
                  <a:cubicBezTo>
                    <a:pt x="13741" y="16113"/>
                    <a:pt x="13560" y="16351"/>
                    <a:pt x="13273" y="16382"/>
                  </a:cubicBezTo>
                  <a:cubicBezTo>
                    <a:pt x="13236" y="16385"/>
                    <a:pt x="12341" y="16474"/>
                    <a:pt x="11342" y="16474"/>
                  </a:cubicBezTo>
                  <a:cubicBezTo>
                    <a:pt x="8564" y="16474"/>
                    <a:pt x="7298" y="14609"/>
                    <a:pt x="7298" y="12877"/>
                  </a:cubicBezTo>
                  <a:lnTo>
                    <a:pt x="7298" y="9160"/>
                  </a:lnTo>
                  <a:lnTo>
                    <a:pt x="6070" y="9160"/>
                  </a:lnTo>
                  <a:cubicBezTo>
                    <a:pt x="5760" y="9160"/>
                    <a:pt x="5511" y="8911"/>
                    <a:pt x="5511" y="8601"/>
                  </a:cubicBezTo>
                  <a:lnTo>
                    <a:pt x="5511" y="6100"/>
                  </a:lnTo>
                  <a:cubicBezTo>
                    <a:pt x="5511" y="5808"/>
                    <a:pt x="5734" y="5568"/>
                    <a:pt x="6024" y="5543"/>
                  </a:cubicBezTo>
                  <a:cubicBezTo>
                    <a:pt x="7535" y="5417"/>
                    <a:pt x="7797" y="4524"/>
                    <a:pt x="8000" y="3275"/>
                  </a:cubicBezTo>
                  <a:lnTo>
                    <a:pt x="8021" y="3148"/>
                  </a:lnTo>
                  <a:cubicBezTo>
                    <a:pt x="8066" y="2879"/>
                    <a:pt x="8299" y="2681"/>
                    <a:pt x="8571" y="2681"/>
                  </a:cubicBezTo>
                  <a:close/>
                  <a:moveTo>
                    <a:pt x="2794" y="1"/>
                  </a:moveTo>
                  <a:cubicBezTo>
                    <a:pt x="1253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3" y="19065"/>
                    <a:pt x="2794" y="19065"/>
                  </a:cubicBezTo>
                  <a:lnTo>
                    <a:pt x="16272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5" name="Google Shape;1545;p56"/>
          <p:cNvGrpSpPr/>
          <p:nvPr/>
        </p:nvGrpSpPr>
        <p:grpSpPr>
          <a:xfrm>
            <a:off x="3444157" y="2950298"/>
            <a:ext cx="300420" cy="300404"/>
            <a:chOff x="266768" y="1721375"/>
            <a:chExt cx="397907" cy="397887"/>
          </a:xfrm>
        </p:grpSpPr>
        <p:sp>
          <p:nvSpPr>
            <p:cNvPr id="1546" name="Google Shape;1546;p56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56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8" name="Google Shape;1548;p56"/>
          <p:cNvGrpSpPr/>
          <p:nvPr/>
        </p:nvGrpSpPr>
        <p:grpSpPr>
          <a:xfrm>
            <a:off x="4747670" y="2950302"/>
            <a:ext cx="300404" cy="300404"/>
            <a:chOff x="1379798" y="1723250"/>
            <a:chExt cx="397887" cy="397887"/>
          </a:xfrm>
        </p:grpSpPr>
        <p:sp>
          <p:nvSpPr>
            <p:cNvPr id="1549" name="Google Shape;1549;p56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56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56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56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3" name="Google Shape;1553;p56"/>
          <p:cNvGrpSpPr/>
          <p:nvPr/>
        </p:nvGrpSpPr>
        <p:grpSpPr>
          <a:xfrm>
            <a:off x="4095935" y="2950302"/>
            <a:ext cx="300389" cy="300404"/>
            <a:chOff x="864491" y="1723250"/>
            <a:chExt cx="397866" cy="397887"/>
          </a:xfrm>
        </p:grpSpPr>
        <p:sp>
          <p:nvSpPr>
            <p:cNvPr id="1554" name="Google Shape;1554;p56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56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56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7" name="Google Shape;1557;p56"/>
          <p:cNvSpPr/>
          <p:nvPr/>
        </p:nvSpPr>
        <p:spPr>
          <a:xfrm>
            <a:off x="1782149" y="4052191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8" name="Google Shape;1558;p56"/>
          <p:cNvGrpSpPr/>
          <p:nvPr/>
        </p:nvGrpSpPr>
        <p:grpSpPr>
          <a:xfrm>
            <a:off x="561784" y="503019"/>
            <a:ext cx="75796" cy="72962"/>
            <a:chOff x="6053622" y="2610669"/>
            <a:chExt cx="75796" cy="72962"/>
          </a:xfrm>
        </p:grpSpPr>
        <p:sp>
          <p:nvSpPr>
            <p:cNvPr id="1559" name="Google Shape;1559;p56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997" y="0"/>
                  </a:moveTo>
                  <a:cubicBezTo>
                    <a:pt x="764" y="0"/>
                    <a:pt x="532" y="89"/>
                    <a:pt x="354" y="266"/>
                  </a:cubicBezTo>
                  <a:cubicBezTo>
                    <a:pt x="0" y="620"/>
                    <a:pt x="0" y="1198"/>
                    <a:pt x="354" y="1552"/>
                  </a:cubicBezTo>
                  <a:lnTo>
                    <a:pt x="3094" y="4291"/>
                  </a:lnTo>
                  <a:cubicBezTo>
                    <a:pt x="3271" y="4469"/>
                    <a:pt x="3504" y="4557"/>
                    <a:pt x="3737" y="4557"/>
                  </a:cubicBezTo>
                  <a:cubicBezTo>
                    <a:pt x="3970" y="4557"/>
                    <a:pt x="4203" y="4469"/>
                    <a:pt x="4380" y="4291"/>
                  </a:cubicBezTo>
                  <a:cubicBezTo>
                    <a:pt x="4734" y="3937"/>
                    <a:pt x="4734" y="3360"/>
                    <a:pt x="4380" y="3005"/>
                  </a:cubicBezTo>
                  <a:lnTo>
                    <a:pt x="1640" y="266"/>
                  </a:lnTo>
                  <a:cubicBezTo>
                    <a:pt x="1463" y="89"/>
                    <a:pt x="1230" y="0"/>
                    <a:pt x="9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56"/>
            <p:cNvSpPr/>
            <p:nvPr/>
          </p:nvSpPr>
          <p:spPr>
            <a:xfrm>
              <a:off x="6053622" y="2610669"/>
              <a:ext cx="75796" cy="72962"/>
            </a:xfrm>
            <a:custGeom>
              <a:avLst/>
              <a:gdLst/>
              <a:ahLst/>
              <a:cxnLst/>
              <a:rect l="l" t="t" r="r" b="b"/>
              <a:pathLst>
                <a:path w="4735" h="4558" extrusionOk="0">
                  <a:moveTo>
                    <a:pt x="3737" y="0"/>
                  </a:moveTo>
                  <a:cubicBezTo>
                    <a:pt x="3504" y="0"/>
                    <a:pt x="3271" y="89"/>
                    <a:pt x="3094" y="266"/>
                  </a:cubicBezTo>
                  <a:lnTo>
                    <a:pt x="354" y="3005"/>
                  </a:lnTo>
                  <a:cubicBezTo>
                    <a:pt x="0" y="3360"/>
                    <a:pt x="0" y="3937"/>
                    <a:pt x="354" y="4291"/>
                  </a:cubicBezTo>
                  <a:cubicBezTo>
                    <a:pt x="532" y="4469"/>
                    <a:pt x="764" y="4557"/>
                    <a:pt x="997" y="4557"/>
                  </a:cubicBezTo>
                  <a:cubicBezTo>
                    <a:pt x="1230" y="4557"/>
                    <a:pt x="1463" y="4469"/>
                    <a:pt x="1640" y="4291"/>
                  </a:cubicBezTo>
                  <a:lnTo>
                    <a:pt x="4380" y="1552"/>
                  </a:lnTo>
                  <a:cubicBezTo>
                    <a:pt x="4734" y="1198"/>
                    <a:pt x="4734" y="620"/>
                    <a:pt x="4380" y="266"/>
                  </a:cubicBezTo>
                  <a:cubicBezTo>
                    <a:pt x="4203" y="89"/>
                    <a:pt x="3970" y="0"/>
                    <a:pt x="37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1" name="Google Shape;1561;p56"/>
          <p:cNvGrpSpPr/>
          <p:nvPr/>
        </p:nvGrpSpPr>
        <p:grpSpPr>
          <a:xfrm>
            <a:off x="7246473" y="3834394"/>
            <a:ext cx="111300" cy="113397"/>
            <a:chOff x="7476160" y="2457382"/>
            <a:chExt cx="111300" cy="113397"/>
          </a:xfrm>
        </p:grpSpPr>
        <p:sp>
          <p:nvSpPr>
            <p:cNvPr id="1562" name="Google Shape;1562;p56"/>
            <p:cNvSpPr/>
            <p:nvPr/>
          </p:nvSpPr>
          <p:spPr>
            <a:xfrm>
              <a:off x="7476160" y="2457382"/>
              <a:ext cx="31631" cy="31343"/>
            </a:xfrm>
            <a:custGeom>
              <a:avLst/>
              <a:gdLst/>
              <a:ahLst/>
              <a:cxnLst/>
              <a:rect l="l" t="t" r="r" b="b"/>
              <a:pathLst>
                <a:path w="1976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76" y="1510"/>
                    <a:pt x="1976" y="970"/>
                  </a:cubicBezTo>
                  <a:cubicBezTo>
                    <a:pt x="1976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56"/>
            <p:cNvSpPr/>
            <p:nvPr/>
          </p:nvSpPr>
          <p:spPr>
            <a:xfrm>
              <a:off x="7476160" y="2539132"/>
              <a:ext cx="31631" cy="31647"/>
            </a:xfrm>
            <a:custGeom>
              <a:avLst/>
              <a:gdLst/>
              <a:ahLst/>
              <a:cxnLst/>
              <a:rect l="l" t="t" r="r" b="b"/>
              <a:pathLst>
                <a:path w="1976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56"/>
            <p:cNvSpPr/>
            <p:nvPr/>
          </p:nvSpPr>
          <p:spPr>
            <a:xfrm>
              <a:off x="7556118" y="2457382"/>
              <a:ext cx="31343" cy="31343"/>
            </a:xfrm>
            <a:custGeom>
              <a:avLst/>
              <a:gdLst/>
              <a:ahLst/>
              <a:cxnLst/>
              <a:rect l="l" t="t" r="r" b="b"/>
              <a:pathLst>
                <a:path w="1958" h="1958" extrusionOk="0">
                  <a:moveTo>
                    <a:pt x="988" y="1"/>
                  </a:moveTo>
                  <a:cubicBezTo>
                    <a:pt x="448" y="1"/>
                    <a:pt x="0" y="429"/>
                    <a:pt x="0" y="970"/>
                  </a:cubicBezTo>
                  <a:cubicBezTo>
                    <a:pt x="0" y="1510"/>
                    <a:pt x="448" y="1958"/>
                    <a:pt x="988" y="1958"/>
                  </a:cubicBezTo>
                  <a:cubicBezTo>
                    <a:pt x="1529" y="1958"/>
                    <a:pt x="1957" y="1510"/>
                    <a:pt x="1957" y="970"/>
                  </a:cubicBezTo>
                  <a:cubicBezTo>
                    <a:pt x="1957" y="429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6"/>
            <p:cNvSpPr/>
            <p:nvPr/>
          </p:nvSpPr>
          <p:spPr>
            <a:xfrm>
              <a:off x="7556118" y="253913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0" y="448"/>
                    <a:pt x="0" y="988"/>
                  </a:cubicBezTo>
                  <a:cubicBezTo>
                    <a:pt x="0" y="1529"/>
                    <a:pt x="448" y="1976"/>
                    <a:pt x="988" y="1976"/>
                  </a:cubicBezTo>
                  <a:cubicBezTo>
                    <a:pt x="1529" y="1976"/>
                    <a:pt x="1957" y="1529"/>
                    <a:pt x="1957" y="988"/>
                  </a:cubicBezTo>
                  <a:cubicBezTo>
                    <a:pt x="1957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6" name="Google Shape;1566;p56"/>
          <p:cNvGrpSpPr/>
          <p:nvPr/>
        </p:nvGrpSpPr>
        <p:grpSpPr>
          <a:xfrm>
            <a:off x="8398130" y="1924804"/>
            <a:ext cx="272704" cy="113685"/>
            <a:chOff x="5079805" y="2309104"/>
            <a:chExt cx="272704" cy="113685"/>
          </a:xfrm>
        </p:grpSpPr>
        <p:sp>
          <p:nvSpPr>
            <p:cNvPr id="1567" name="Google Shape;1567;p56"/>
            <p:cNvSpPr/>
            <p:nvPr/>
          </p:nvSpPr>
          <p:spPr>
            <a:xfrm>
              <a:off x="5241513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6"/>
            <p:cNvSpPr/>
            <p:nvPr/>
          </p:nvSpPr>
          <p:spPr>
            <a:xfrm>
              <a:off x="5241513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6"/>
            <p:cNvSpPr/>
            <p:nvPr/>
          </p:nvSpPr>
          <p:spPr>
            <a:xfrm>
              <a:off x="5321167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58" y="1529"/>
                    <a:pt x="1958" y="988"/>
                  </a:cubicBezTo>
                  <a:cubicBezTo>
                    <a:pt x="1958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6"/>
            <p:cNvSpPr/>
            <p:nvPr/>
          </p:nvSpPr>
          <p:spPr>
            <a:xfrm>
              <a:off x="5321167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58" y="1529"/>
                    <a:pt x="1958" y="989"/>
                  </a:cubicBezTo>
                  <a:cubicBezTo>
                    <a:pt x="1958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6"/>
            <p:cNvSpPr/>
            <p:nvPr/>
          </p:nvSpPr>
          <p:spPr>
            <a:xfrm>
              <a:off x="5079805" y="2309104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0"/>
                  </a:moveTo>
                  <a:cubicBezTo>
                    <a:pt x="429" y="0"/>
                    <a:pt x="0" y="448"/>
                    <a:pt x="0" y="988"/>
                  </a:cubicBezTo>
                  <a:cubicBezTo>
                    <a:pt x="0" y="1529"/>
                    <a:pt x="429" y="1976"/>
                    <a:pt x="969" y="1976"/>
                  </a:cubicBezTo>
                  <a:cubicBezTo>
                    <a:pt x="1510" y="1976"/>
                    <a:pt x="1957" y="1529"/>
                    <a:pt x="1957" y="988"/>
                  </a:cubicBezTo>
                  <a:cubicBezTo>
                    <a:pt x="1957" y="448"/>
                    <a:pt x="1510" y="0"/>
                    <a:pt x="9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6"/>
            <p:cNvSpPr/>
            <p:nvPr/>
          </p:nvSpPr>
          <p:spPr>
            <a:xfrm>
              <a:off x="5079805" y="2391142"/>
              <a:ext cx="31343" cy="31647"/>
            </a:xfrm>
            <a:custGeom>
              <a:avLst/>
              <a:gdLst/>
              <a:ahLst/>
              <a:cxnLst/>
              <a:rect l="l" t="t" r="r" b="b"/>
              <a:pathLst>
                <a:path w="1958" h="1977" extrusionOk="0">
                  <a:moveTo>
                    <a:pt x="969" y="1"/>
                  </a:moveTo>
                  <a:cubicBezTo>
                    <a:pt x="429" y="1"/>
                    <a:pt x="0" y="448"/>
                    <a:pt x="0" y="989"/>
                  </a:cubicBezTo>
                  <a:cubicBezTo>
                    <a:pt x="0" y="1529"/>
                    <a:pt x="429" y="1977"/>
                    <a:pt x="969" y="1977"/>
                  </a:cubicBezTo>
                  <a:cubicBezTo>
                    <a:pt x="1510" y="1977"/>
                    <a:pt x="1957" y="1529"/>
                    <a:pt x="1957" y="989"/>
                  </a:cubicBezTo>
                  <a:cubicBezTo>
                    <a:pt x="1957" y="448"/>
                    <a:pt x="1510" y="1"/>
                    <a:pt x="9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6"/>
            <p:cNvSpPr/>
            <p:nvPr/>
          </p:nvSpPr>
          <p:spPr>
            <a:xfrm>
              <a:off x="5159459" y="2309104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0"/>
                  </a:moveTo>
                  <a:cubicBezTo>
                    <a:pt x="448" y="0"/>
                    <a:pt x="1" y="448"/>
                    <a:pt x="1" y="988"/>
                  </a:cubicBezTo>
                  <a:cubicBezTo>
                    <a:pt x="1" y="1529"/>
                    <a:pt x="448" y="1976"/>
                    <a:pt x="988" y="1976"/>
                  </a:cubicBezTo>
                  <a:cubicBezTo>
                    <a:pt x="1529" y="1976"/>
                    <a:pt x="1976" y="1529"/>
                    <a:pt x="1976" y="988"/>
                  </a:cubicBezTo>
                  <a:cubicBezTo>
                    <a:pt x="1976" y="448"/>
                    <a:pt x="1529" y="0"/>
                    <a:pt x="9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6"/>
            <p:cNvSpPr/>
            <p:nvPr/>
          </p:nvSpPr>
          <p:spPr>
            <a:xfrm>
              <a:off x="5159459" y="2391142"/>
              <a:ext cx="31647" cy="31647"/>
            </a:xfrm>
            <a:custGeom>
              <a:avLst/>
              <a:gdLst/>
              <a:ahLst/>
              <a:cxnLst/>
              <a:rect l="l" t="t" r="r" b="b"/>
              <a:pathLst>
                <a:path w="1977" h="1977" extrusionOk="0">
                  <a:moveTo>
                    <a:pt x="988" y="1"/>
                  </a:moveTo>
                  <a:cubicBezTo>
                    <a:pt x="448" y="1"/>
                    <a:pt x="1" y="448"/>
                    <a:pt x="1" y="989"/>
                  </a:cubicBezTo>
                  <a:cubicBezTo>
                    <a:pt x="1" y="1529"/>
                    <a:pt x="448" y="1977"/>
                    <a:pt x="988" y="1977"/>
                  </a:cubicBezTo>
                  <a:cubicBezTo>
                    <a:pt x="1529" y="1977"/>
                    <a:pt x="1976" y="1529"/>
                    <a:pt x="1976" y="989"/>
                  </a:cubicBezTo>
                  <a:cubicBezTo>
                    <a:pt x="1976" y="448"/>
                    <a:pt x="1529" y="1"/>
                    <a:pt x="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5" name="Google Shape;1575;p56"/>
          <p:cNvSpPr/>
          <p:nvPr/>
        </p:nvSpPr>
        <p:spPr>
          <a:xfrm>
            <a:off x="7071924" y="2102416"/>
            <a:ext cx="174546" cy="174562"/>
          </a:xfrm>
          <a:custGeom>
            <a:avLst/>
            <a:gdLst/>
            <a:ahLst/>
            <a:cxnLst/>
            <a:rect l="l" t="t" r="r" b="b"/>
            <a:pathLst>
              <a:path w="10904" h="10905" extrusionOk="0">
                <a:moveTo>
                  <a:pt x="5443" y="1"/>
                </a:moveTo>
                <a:cubicBezTo>
                  <a:pt x="2442" y="1"/>
                  <a:pt x="0" y="2442"/>
                  <a:pt x="0" y="5462"/>
                </a:cubicBezTo>
                <a:cubicBezTo>
                  <a:pt x="0" y="8462"/>
                  <a:pt x="2442" y="10904"/>
                  <a:pt x="5443" y="10904"/>
                </a:cubicBezTo>
                <a:cubicBezTo>
                  <a:pt x="8462" y="10904"/>
                  <a:pt x="10904" y="8462"/>
                  <a:pt x="10904" y="5462"/>
                </a:cubicBezTo>
                <a:cubicBezTo>
                  <a:pt x="10904" y="2442"/>
                  <a:pt x="8462" y="1"/>
                  <a:pt x="54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ciology Research Center by Slidesgo">
  <a:themeElements>
    <a:clrScheme name="Simple Light">
      <a:dk1>
        <a:srgbClr val="20124D"/>
      </a:dk1>
      <a:lt1>
        <a:srgbClr val="F1F1F1"/>
      </a:lt1>
      <a:dk2>
        <a:srgbClr val="FEFCF8"/>
      </a:dk2>
      <a:lt2>
        <a:srgbClr val="A8E0B9"/>
      </a:lt2>
      <a:accent1>
        <a:srgbClr val="98B7E4"/>
      </a:accent1>
      <a:accent2>
        <a:srgbClr val="38537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12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</Words>
  <Application>Microsoft Office PowerPoint</Application>
  <PresentationFormat>Экран (16:9)</PresentationFormat>
  <Paragraphs>190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3" baseType="lpstr">
      <vt:lpstr>Actor</vt:lpstr>
      <vt:lpstr>Lato Light</vt:lpstr>
      <vt:lpstr>Lato</vt:lpstr>
      <vt:lpstr>Poppins SemiBold</vt:lpstr>
      <vt:lpstr>Be Vietnam Pro</vt:lpstr>
      <vt:lpstr>DM Sans Medium</vt:lpstr>
      <vt:lpstr>Montserrat</vt:lpstr>
      <vt:lpstr>Bebas Neue</vt:lpstr>
      <vt:lpstr>Arial</vt:lpstr>
      <vt:lpstr>Sociology Research Center by Slidesgo</vt:lpstr>
      <vt:lpstr>Sociology Research Center</vt:lpstr>
      <vt:lpstr>Contents of this template</vt:lpstr>
      <vt:lpstr>Table of contents</vt:lpstr>
      <vt:lpstr>Introduction</vt:lpstr>
      <vt:lpstr>—Someone Famous</vt:lpstr>
      <vt:lpstr>Our teaching method</vt:lpstr>
      <vt:lpstr>What sets us apart?</vt:lpstr>
      <vt:lpstr>The curriculum</vt:lpstr>
      <vt:lpstr>Our academic areas</vt:lpstr>
      <vt:lpstr>Our mission and vision</vt:lpstr>
      <vt:lpstr>Our values</vt:lpstr>
      <vt:lpstr>Our success</vt:lpstr>
      <vt:lpstr>A picture always reinforces the concept</vt:lpstr>
      <vt:lpstr>Statistics</vt:lpstr>
      <vt:lpstr>Our teachers</vt:lpstr>
      <vt:lpstr>Our goals</vt:lpstr>
      <vt:lpstr>450.000</vt:lpstr>
      <vt:lpstr>Student progress</vt:lpstr>
      <vt:lpstr>Enrollment process</vt:lpstr>
      <vt:lpstr>This is a map</vt:lpstr>
      <vt:lpstr>Special reminders</vt:lpstr>
      <vt:lpstr>Product demo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Sociology Research Center</dc:title>
  <cp:lastModifiedBy>я</cp:lastModifiedBy>
  <cp:revision>1</cp:revision>
  <dcterms:modified xsi:type="dcterms:W3CDTF">2026-02-19T08:26:23Z</dcterms:modified>
</cp:coreProperties>
</file>
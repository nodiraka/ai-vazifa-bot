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6" r:id="rId30"/>
    <p:sldId id="287" r:id="rId31"/>
    <p:sldId id="288" r:id="rId32"/>
    <p:sldId id="289" r:id="rId33"/>
    <p:sldId id="290" r:id="rId34"/>
  </p:sldIdLst>
  <p:sldSz cx="9144000" cy="5143500" type="screen16x9"/>
  <p:notesSz cx="6858000" cy="9144000"/>
  <p:embeddedFontLst>
    <p:embeddedFont>
      <p:font typeface="Crete Round" panose="020B0604020202020204" charset="0"/>
      <p:regular r:id="rId36"/>
      <p:italic r:id="rId37"/>
    </p:embeddedFont>
    <p:embeddedFont>
      <p:font typeface="Nunito" panose="020B0604020202020204" charset="-52"/>
      <p:regular r:id="rId38"/>
      <p:bold r:id="rId39"/>
      <p:italic r:id="rId40"/>
      <p:boldItalic r:id="rId41"/>
    </p:embeddedFont>
    <p:embeddedFont>
      <p:font typeface="ABeeZee" panose="020B0604020202020204" charset="0"/>
      <p:regular r:id="rId42"/>
      <p: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1B1303-0D75-433E-98D4-C5817B7F6F41}">
  <a:tblStyle styleId="{0C1B1303-0D75-433E-98D4-C5817B7F6F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b1c2217c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b1c2217c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35cab70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35cab70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b1c2217c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b1c2217c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35cab701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35cab701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d35cab701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d35cab701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b1c2217c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b1c2217c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9536842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95368426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384a0dbf5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384a0dbf5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384a0dbf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384a0dbf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35cab701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35cab701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35cab701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d35cab701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d35cab701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d35cab701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d35cab701e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d35cab701e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d3649cb6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d3649cb6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384a0dbf5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384a0dbf5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d3649cb64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d3649cb64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d3649cb64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d3649cb64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d3649cb64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d3649cb64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d3649cb64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d3649cb64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d4296ba4b5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d4296ba4b5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d384a0dbf5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d384a0dbf5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4296ba4b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4296ba4b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d4296ba4b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d4296ba4b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d4296ba4b5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d4296ba4b5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d3649cb64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d3649cb64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d384a0dbf5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d384a0dbf5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d37c590440_0_15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d37c590440_0_15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d37c590440_0_15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d37c590440_0_15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d37c590440_0_15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d37c590440_0_15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d37c590440_0_15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d37c590440_0_15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d37c590440_0_15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d37c590440_0_15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545000" y="1085275"/>
            <a:ext cx="4849500" cy="24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545000" y="3536225"/>
            <a:ext cx="48495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05375" y="1747147"/>
            <a:ext cx="45537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100" b="1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05375" y="3832122"/>
            <a:ext cx="40182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79975" y="834907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58775" y="1053450"/>
            <a:ext cx="7626300" cy="35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>
                <a:solidFill>
                  <a:schemeClr val="accen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AutoNum type="alphaLcPeriod"/>
              <a:defRPr>
                <a:solidFill>
                  <a:schemeClr val="accen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rabicPeriod"/>
              <a:defRPr>
                <a:solidFill>
                  <a:schemeClr val="accen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lphaLcPeriod"/>
              <a:defRPr>
                <a:solidFill>
                  <a:schemeClr val="accen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rabicPeriod"/>
              <a:defRPr>
                <a:solidFill>
                  <a:schemeClr val="accen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alphaLcPeriod"/>
              <a:defRPr>
                <a:solidFill>
                  <a:schemeClr val="accen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AutoNum type="romanLcPeriod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1083375" y="1574063"/>
            <a:ext cx="3012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5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1083375" y="3386938"/>
            <a:ext cx="3012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5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 idx="3"/>
          </p:nvPr>
        </p:nvSpPr>
        <p:spPr>
          <a:xfrm>
            <a:off x="1083375" y="1144700"/>
            <a:ext cx="3012000" cy="5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 idx="4"/>
          </p:nvPr>
        </p:nvSpPr>
        <p:spPr>
          <a:xfrm>
            <a:off x="1083375" y="2957576"/>
            <a:ext cx="3012000" cy="5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719843" y="743485"/>
            <a:ext cx="3763200" cy="10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19843" y="1857227"/>
            <a:ext cx="4897500" cy="25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Char char="●"/>
              <a:defRPr sz="15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>
                <a:solidFill>
                  <a:schemeClr val="accen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>
                <a:solidFill>
                  <a:schemeClr val="accen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940750" y="1099375"/>
            <a:ext cx="4619100" cy="22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7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ubTitle" idx="1"/>
          </p:nvPr>
        </p:nvSpPr>
        <p:spPr>
          <a:xfrm>
            <a:off x="3940750" y="3347938"/>
            <a:ext cx="3362400" cy="7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534225" y="1391700"/>
            <a:ext cx="3439200" cy="69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4534225" y="2102800"/>
            <a:ext cx="34392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665000" y="3398525"/>
            <a:ext cx="5012400" cy="11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1083375" y="11836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1083375" y="16126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/>
          </p:nvPr>
        </p:nvSpPr>
        <p:spPr>
          <a:xfrm>
            <a:off x="1083375" y="20680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4032776" y="11836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4032775" y="16126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/>
          </p:nvPr>
        </p:nvSpPr>
        <p:spPr>
          <a:xfrm>
            <a:off x="4032775" y="20680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1083375" y="27733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/>
          </p:nvPr>
        </p:nvSpPr>
        <p:spPr>
          <a:xfrm>
            <a:off x="1083375" y="32023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/>
          </p:nvPr>
        </p:nvSpPr>
        <p:spPr>
          <a:xfrm>
            <a:off x="1083375" y="36577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4032776" y="27733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/>
          </p:nvPr>
        </p:nvSpPr>
        <p:spPr>
          <a:xfrm>
            <a:off x="4032775" y="32023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6"/>
          </p:nvPr>
        </p:nvSpPr>
        <p:spPr>
          <a:xfrm>
            <a:off x="4032775" y="36577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2487675" y="3124800"/>
            <a:ext cx="4168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449050" y="1624050"/>
            <a:ext cx="6246000" cy="15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CUSTOM_4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789600" y="1392898"/>
            <a:ext cx="4328100" cy="16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9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1087725" y="2836100"/>
            <a:ext cx="37320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876900" y="1747147"/>
            <a:ext cx="45537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100" b="1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3876900" y="3679722"/>
            <a:ext cx="40182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 hasCustomPrompt="1"/>
          </p:nvPr>
        </p:nvSpPr>
        <p:spPr>
          <a:xfrm>
            <a:off x="3851500" y="834907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 b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7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CUSTOM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4496400" y="1423550"/>
            <a:ext cx="3934200" cy="10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ubTitle" idx="1"/>
          </p:nvPr>
        </p:nvSpPr>
        <p:spPr>
          <a:xfrm>
            <a:off x="4496400" y="2530750"/>
            <a:ext cx="34392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2">
  <p:cSld name="CUSTOM_10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758775" y="1444400"/>
            <a:ext cx="3934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ubTitle" idx="1"/>
          </p:nvPr>
        </p:nvSpPr>
        <p:spPr>
          <a:xfrm>
            <a:off x="758775" y="2028700"/>
            <a:ext cx="5186100" cy="18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5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○"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■"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○"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■"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○"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■"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title" idx="2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4954116" y="2918875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 idx="2"/>
          </p:nvPr>
        </p:nvSpPr>
        <p:spPr>
          <a:xfrm>
            <a:off x="1747984" y="2918875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title" idx="3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title" idx="4"/>
          </p:nvPr>
        </p:nvSpPr>
        <p:spPr>
          <a:xfrm>
            <a:off x="4954112" y="3374275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title" idx="5"/>
          </p:nvPr>
        </p:nvSpPr>
        <p:spPr>
          <a:xfrm>
            <a:off x="1747888" y="3374275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3351004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title" idx="2"/>
          </p:nvPr>
        </p:nvSpPr>
        <p:spPr>
          <a:xfrm>
            <a:off x="678272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 idx="3"/>
          </p:nvPr>
        </p:nvSpPr>
        <p:spPr>
          <a:xfrm>
            <a:off x="6023862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title" idx="4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title" idx="5"/>
          </p:nvPr>
        </p:nvSpPr>
        <p:spPr>
          <a:xfrm>
            <a:off x="3351000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title" idx="6"/>
          </p:nvPr>
        </p:nvSpPr>
        <p:spPr>
          <a:xfrm>
            <a:off x="678175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title" idx="7"/>
          </p:nvPr>
        </p:nvSpPr>
        <p:spPr>
          <a:xfrm>
            <a:off x="6023928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 idx="2"/>
          </p:nvPr>
        </p:nvSpPr>
        <p:spPr>
          <a:xfrm>
            <a:off x="3312613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title" idx="3"/>
          </p:nvPr>
        </p:nvSpPr>
        <p:spPr>
          <a:xfrm>
            <a:off x="3312609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title" idx="4"/>
          </p:nvPr>
        </p:nvSpPr>
        <p:spPr>
          <a:xfrm>
            <a:off x="639775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title" idx="5"/>
          </p:nvPr>
        </p:nvSpPr>
        <p:spPr>
          <a:xfrm>
            <a:off x="639725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title" idx="6"/>
          </p:nvPr>
        </p:nvSpPr>
        <p:spPr>
          <a:xfrm>
            <a:off x="5985425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title" idx="7"/>
          </p:nvPr>
        </p:nvSpPr>
        <p:spPr>
          <a:xfrm>
            <a:off x="5985492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9" name="Google Shape;109;p25"/>
          <p:cNvSpPr txBox="1">
            <a:spLocks noGrp="1"/>
          </p:cNvSpPr>
          <p:nvPr>
            <p:ph type="title" idx="8" hasCustomPrompt="1"/>
          </p:nvPr>
        </p:nvSpPr>
        <p:spPr>
          <a:xfrm>
            <a:off x="10009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5"/>
          <p:cNvSpPr txBox="1">
            <a:spLocks noGrp="1"/>
          </p:cNvSpPr>
          <p:nvPr>
            <p:ph type="title" idx="9" hasCustomPrompt="1"/>
          </p:nvPr>
        </p:nvSpPr>
        <p:spPr>
          <a:xfrm>
            <a:off x="36736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25"/>
          <p:cNvSpPr txBox="1">
            <a:spLocks noGrp="1"/>
          </p:cNvSpPr>
          <p:nvPr>
            <p:ph type="title" idx="13" hasCustomPrompt="1"/>
          </p:nvPr>
        </p:nvSpPr>
        <p:spPr>
          <a:xfrm>
            <a:off x="63463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13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758780" y="3583050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title" idx="2"/>
          </p:nvPr>
        </p:nvSpPr>
        <p:spPr>
          <a:xfrm>
            <a:off x="758902" y="2381237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title" idx="3"/>
          </p:nvPr>
        </p:nvSpPr>
        <p:spPr>
          <a:xfrm>
            <a:off x="758873" y="1179424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title" idx="4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title" idx="5"/>
          </p:nvPr>
        </p:nvSpPr>
        <p:spPr>
          <a:xfrm>
            <a:off x="758775" y="3978430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title" idx="6"/>
          </p:nvPr>
        </p:nvSpPr>
        <p:spPr>
          <a:xfrm>
            <a:off x="758775" y="2776625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title" idx="7"/>
          </p:nvPr>
        </p:nvSpPr>
        <p:spPr>
          <a:xfrm>
            <a:off x="758950" y="1574800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 idx="2"/>
          </p:nvPr>
        </p:nvSpPr>
        <p:spPr>
          <a:xfrm>
            <a:off x="3562197" y="13684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title" idx="3"/>
          </p:nvPr>
        </p:nvSpPr>
        <p:spPr>
          <a:xfrm>
            <a:off x="3562150" y="18238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l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title" idx="4"/>
          </p:nvPr>
        </p:nvSpPr>
        <p:spPr>
          <a:xfrm>
            <a:off x="777945" y="13684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title" idx="5"/>
          </p:nvPr>
        </p:nvSpPr>
        <p:spPr>
          <a:xfrm>
            <a:off x="777897" y="18238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l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title" idx="6"/>
          </p:nvPr>
        </p:nvSpPr>
        <p:spPr>
          <a:xfrm>
            <a:off x="3562197" y="29440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title" idx="7"/>
          </p:nvPr>
        </p:nvSpPr>
        <p:spPr>
          <a:xfrm>
            <a:off x="3562150" y="33994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l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title" idx="8"/>
          </p:nvPr>
        </p:nvSpPr>
        <p:spPr>
          <a:xfrm>
            <a:off x="777945" y="29440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title" idx="9"/>
          </p:nvPr>
        </p:nvSpPr>
        <p:spPr>
          <a:xfrm>
            <a:off x="777897" y="33994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lt2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title" idx="2"/>
          </p:nvPr>
        </p:nvSpPr>
        <p:spPr>
          <a:xfrm>
            <a:off x="3349575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title" idx="3"/>
          </p:nvPr>
        </p:nvSpPr>
        <p:spPr>
          <a:xfrm>
            <a:off x="3349512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title" idx="4"/>
          </p:nvPr>
        </p:nvSpPr>
        <p:spPr>
          <a:xfrm>
            <a:off x="727200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title" idx="5"/>
          </p:nvPr>
        </p:nvSpPr>
        <p:spPr>
          <a:xfrm>
            <a:off x="727200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title" idx="6"/>
          </p:nvPr>
        </p:nvSpPr>
        <p:spPr>
          <a:xfrm>
            <a:off x="5971737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title" idx="7"/>
          </p:nvPr>
        </p:nvSpPr>
        <p:spPr>
          <a:xfrm>
            <a:off x="5971700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title" idx="8"/>
          </p:nvPr>
        </p:nvSpPr>
        <p:spPr>
          <a:xfrm>
            <a:off x="3349575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title" idx="9"/>
          </p:nvPr>
        </p:nvSpPr>
        <p:spPr>
          <a:xfrm>
            <a:off x="3349512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title" idx="13"/>
          </p:nvPr>
        </p:nvSpPr>
        <p:spPr>
          <a:xfrm>
            <a:off x="727200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title" idx="14"/>
          </p:nvPr>
        </p:nvSpPr>
        <p:spPr>
          <a:xfrm>
            <a:off x="727200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title" idx="15"/>
          </p:nvPr>
        </p:nvSpPr>
        <p:spPr>
          <a:xfrm>
            <a:off x="5971737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title" idx="16"/>
          </p:nvPr>
        </p:nvSpPr>
        <p:spPr>
          <a:xfrm>
            <a:off x="5971700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ine columns 1">
  <p:cSld name="CUSTOM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title" idx="2"/>
          </p:nvPr>
        </p:nvSpPr>
        <p:spPr>
          <a:xfrm>
            <a:off x="3315415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title" idx="3"/>
          </p:nvPr>
        </p:nvSpPr>
        <p:spPr>
          <a:xfrm>
            <a:off x="3703225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title" idx="4"/>
          </p:nvPr>
        </p:nvSpPr>
        <p:spPr>
          <a:xfrm>
            <a:off x="619775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 idx="5"/>
          </p:nvPr>
        </p:nvSpPr>
        <p:spPr>
          <a:xfrm>
            <a:off x="1007725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title" idx="6"/>
          </p:nvPr>
        </p:nvSpPr>
        <p:spPr>
          <a:xfrm>
            <a:off x="6010836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 idx="7"/>
          </p:nvPr>
        </p:nvSpPr>
        <p:spPr>
          <a:xfrm>
            <a:off x="6398700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title" idx="8"/>
          </p:nvPr>
        </p:nvSpPr>
        <p:spPr>
          <a:xfrm>
            <a:off x="3315415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title" idx="9"/>
          </p:nvPr>
        </p:nvSpPr>
        <p:spPr>
          <a:xfrm>
            <a:off x="3703225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title" idx="13"/>
          </p:nvPr>
        </p:nvSpPr>
        <p:spPr>
          <a:xfrm>
            <a:off x="619775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title" idx="14"/>
          </p:nvPr>
        </p:nvSpPr>
        <p:spPr>
          <a:xfrm>
            <a:off x="1007725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title" idx="15"/>
          </p:nvPr>
        </p:nvSpPr>
        <p:spPr>
          <a:xfrm>
            <a:off x="6010836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title" idx="16"/>
          </p:nvPr>
        </p:nvSpPr>
        <p:spPr>
          <a:xfrm>
            <a:off x="6398700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title" idx="17"/>
          </p:nvPr>
        </p:nvSpPr>
        <p:spPr>
          <a:xfrm>
            <a:off x="3315415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title" idx="18"/>
          </p:nvPr>
        </p:nvSpPr>
        <p:spPr>
          <a:xfrm>
            <a:off x="3703225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title" idx="19"/>
          </p:nvPr>
        </p:nvSpPr>
        <p:spPr>
          <a:xfrm>
            <a:off x="619775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title" idx="20"/>
          </p:nvPr>
        </p:nvSpPr>
        <p:spPr>
          <a:xfrm>
            <a:off x="1007725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title" idx="21"/>
          </p:nvPr>
        </p:nvSpPr>
        <p:spPr>
          <a:xfrm>
            <a:off x="6010836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title" idx="22"/>
          </p:nvPr>
        </p:nvSpPr>
        <p:spPr>
          <a:xfrm>
            <a:off x="6398700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1"/>
          </p:nvPr>
        </p:nvSpPr>
        <p:spPr>
          <a:xfrm>
            <a:off x="81095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6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subTitle" idx="1"/>
          </p:nvPr>
        </p:nvSpPr>
        <p:spPr>
          <a:xfrm>
            <a:off x="156510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ubTitle" idx="1"/>
          </p:nvPr>
        </p:nvSpPr>
        <p:spPr>
          <a:xfrm>
            <a:off x="525445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5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ctrTitle"/>
          </p:nvPr>
        </p:nvSpPr>
        <p:spPr>
          <a:xfrm>
            <a:off x="948925" y="513942"/>
            <a:ext cx="4568100" cy="11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6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subTitle" idx="1"/>
          </p:nvPr>
        </p:nvSpPr>
        <p:spPr>
          <a:xfrm>
            <a:off x="948925" y="1490146"/>
            <a:ext cx="45681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2" name="Google Shape;182;p34"/>
          <p:cNvSpPr txBox="1"/>
          <p:nvPr/>
        </p:nvSpPr>
        <p:spPr>
          <a:xfrm>
            <a:off x="948925" y="3471966"/>
            <a:ext cx="3632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, and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83" name="Google Shape;183;p34"/>
          <p:cNvSpPr txBox="1">
            <a:spLocks noGrp="1"/>
          </p:cNvSpPr>
          <p:nvPr>
            <p:ph type="subTitle" idx="2"/>
          </p:nvPr>
        </p:nvSpPr>
        <p:spPr>
          <a:xfrm>
            <a:off x="948925" y="1998963"/>
            <a:ext cx="3629400" cy="7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rete Round"/>
              <a:buNone/>
              <a:defRPr sz="3000" b="1">
                <a:solidFill>
                  <a:schemeClr val="dk1"/>
                </a:solidFill>
                <a:latin typeface="Crete Round"/>
                <a:ea typeface="Crete Round"/>
                <a:cs typeface="Crete Round"/>
                <a:sym typeface="Crete Rou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●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○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eZee"/>
              <a:buChar char="■"/>
              <a:defRPr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80" r:id="rId29"/>
    <p:sldLayoutId id="2147483681" r:id="rId30"/>
    <p:sldLayoutId id="2147483682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dVBHiEtCSMAjaCns1wRglXE6udZPbjreB8uUBnygx0k/cop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41"/>
          <p:cNvPicPr preferRelativeResize="0"/>
          <p:nvPr/>
        </p:nvPicPr>
        <p:blipFill rotWithShape="1">
          <a:blip r:embed="rId3">
            <a:alphaModFix/>
          </a:blip>
          <a:srcRect l="13974" r="45068"/>
          <a:stretch/>
        </p:blipFill>
        <p:spPr>
          <a:xfrm>
            <a:off x="0" y="-25"/>
            <a:ext cx="3744998" cy="514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1"/>
          <p:cNvSpPr txBox="1">
            <a:spLocks noGrp="1"/>
          </p:cNvSpPr>
          <p:nvPr>
            <p:ph type="ctrTitle"/>
          </p:nvPr>
        </p:nvSpPr>
        <p:spPr>
          <a:xfrm>
            <a:off x="3545000" y="1085275"/>
            <a:ext cx="4849500" cy="246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HS Electives: Sociology Subject for High School</a:t>
            </a:r>
            <a:endParaRPr/>
          </a:p>
        </p:txBody>
      </p:sp>
      <p:sp>
        <p:nvSpPr>
          <p:cNvPr id="200" name="Google Shape;200;p41"/>
          <p:cNvSpPr txBox="1">
            <a:spLocks noGrp="1"/>
          </p:cNvSpPr>
          <p:nvPr>
            <p:ph type="subTitle" idx="1"/>
          </p:nvPr>
        </p:nvSpPr>
        <p:spPr>
          <a:xfrm>
            <a:off x="3545000" y="3536225"/>
            <a:ext cx="48495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eZee"/>
                <a:ea typeface="ABeeZee"/>
                <a:cs typeface="ABeeZee"/>
                <a:sym typeface="ABeeZee"/>
              </a:rPr>
              <a:t>Culture &amp; Social Control</a:t>
            </a:r>
            <a:endParaRPr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01" name="Google Shape;201;p41"/>
          <p:cNvSpPr txBox="1">
            <a:spLocks noGrp="1"/>
          </p:cNvSpPr>
          <p:nvPr>
            <p:ph type="subTitle" idx="1"/>
          </p:nvPr>
        </p:nvSpPr>
        <p:spPr>
          <a:xfrm>
            <a:off x="7501825" y="254575"/>
            <a:ext cx="14262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ABeeZee"/>
                <a:ea typeface="ABeeZee"/>
                <a:cs typeface="ABeeZee"/>
                <a:sym typeface="ABeeZee"/>
              </a:rPr>
              <a:t>9th Grade</a:t>
            </a:r>
            <a:endParaRPr sz="1700">
              <a:latin typeface="ABeeZee"/>
              <a:ea typeface="ABeeZee"/>
              <a:cs typeface="ABeeZee"/>
              <a:sym typeface="ABeeZ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Contents </a:t>
            </a:r>
            <a:r>
              <a:rPr lang="en"/>
              <a:t>o</a:t>
            </a:r>
            <a:r>
              <a:rPr lang="en">
                <a:solidFill>
                  <a:schemeClr val="accent1"/>
                </a:solidFill>
              </a:rPr>
              <a:t>f This Template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7" name="Google Shape;207;p42"/>
          <p:cNvSpPr txBox="1">
            <a:spLocks noGrp="1"/>
          </p:cNvSpPr>
          <p:nvPr>
            <p:ph type="body" idx="1"/>
          </p:nvPr>
        </p:nvSpPr>
        <p:spPr>
          <a:xfrm>
            <a:off x="758775" y="1053450"/>
            <a:ext cx="7626300" cy="35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Here’s what you’ll find in this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b="1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template: 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A slide structure based on a </a:t>
            </a:r>
            <a:r>
              <a:rPr lang="en"/>
              <a:t>lesson</a:t>
            </a:r>
            <a:r>
              <a:rPr lang="en">
                <a:solidFill>
                  <a:schemeClr val="accent1"/>
                </a:solidFill>
              </a:rPr>
              <a:t>, which you can easily adapt to your needs. For more info on how to edit the template, please visit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>
                <a:solidFill>
                  <a:schemeClr val="accent1"/>
                </a:solidFill>
              </a:rPr>
              <a:t> or read our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r>
              <a:rPr lang="en">
                <a:solidFill>
                  <a:schemeClr val="accent1"/>
                </a:solidFill>
              </a:rPr>
              <a:t>.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An assortment of </a:t>
            </a:r>
            <a:r>
              <a:rPr lang="en"/>
              <a:t>graphic resources</a:t>
            </a:r>
            <a:r>
              <a:rPr lang="en">
                <a:solidFill>
                  <a:schemeClr val="accent1"/>
                </a:solidFill>
              </a:rPr>
              <a:t> that are suitable for use in the presentation can be found in the </a:t>
            </a:r>
            <a:r>
              <a:rPr lang="en" b="1">
                <a:solidFill>
                  <a:schemeClr val="accent1"/>
                </a:solidFill>
              </a:rPr>
              <a:t>a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lternative resources</a:t>
            </a:r>
            <a:r>
              <a:rPr lang="en">
                <a:solidFill>
                  <a:schemeClr val="accent1"/>
                </a:solidFill>
              </a:rPr>
              <a:t> slide.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A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thanks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solidFill>
                  <a:schemeClr val="accent1"/>
                </a:solidFill>
              </a:rPr>
              <a:t>slide, which you must keep so that proper credits for our design are given.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A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resources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solidFill>
                  <a:schemeClr val="accent1"/>
                </a:solidFill>
              </a:rPr>
              <a:t>slide, where you’ll find links to all the elements used in the template.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 b="1"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>
                <a:solidFill>
                  <a:schemeClr val="accent1"/>
                </a:solidFill>
              </a:rPr>
              <a:t>.</a:t>
            </a:r>
            <a:endParaRPr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Final slides with: </a:t>
            </a:r>
            <a:endParaRPr>
              <a:solidFill>
                <a:schemeClr val="accent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The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fonts and colors</a:t>
            </a:r>
            <a:r>
              <a:rPr lang="en">
                <a:solidFill>
                  <a:schemeClr val="accent1"/>
                </a:solidFill>
              </a:rPr>
              <a:t> used in the template.</a:t>
            </a:r>
            <a:endParaRPr>
              <a:solidFill>
                <a:schemeClr val="accent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A selection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>
                <a:solidFill>
                  <a:schemeClr val="accent1"/>
                </a:solidFill>
              </a:rPr>
              <a:t>. You can also customize and animate them as you wish with the online editor. Visit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solidFill>
                  <a:schemeClr val="accent1"/>
                </a:solidFill>
              </a:rPr>
              <a:t>to find more. </a:t>
            </a:r>
            <a:endParaRPr>
              <a:solidFill>
                <a:schemeClr val="accent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More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infographic resources</a:t>
            </a:r>
            <a:r>
              <a:rPr lang="en">
                <a:solidFill>
                  <a:schemeClr val="accent1"/>
                </a:solidFill>
              </a:rPr>
              <a:t>, whose size and color can be edited. </a:t>
            </a:r>
            <a:endParaRPr>
              <a:solidFill>
                <a:schemeClr val="accent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</a:rPr>
              <a:t>Sets of </a:t>
            </a:r>
            <a:r>
              <a:rPr lang="en" b="1">
                <a:solidFill>
                  <a:schemeClr val="accent1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customizable icons</a:t>
            </a:r>
            <a:r>
              <a:rPr lang="en">
                <a:solidFill>
                  <a:schemeClr val="accent1"/>
                </a:solidFill>
              </a:rPr>
              <a:t> of the following themes: general, business, avatar, creative process, education, help &amp; support, medical, nature, performing arts, SEO &amp; marketing, and teamwork.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You can delete this slide when you’re done editing the presentation.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43"/>
          <p:cNvPicPr preferRelativeResize="0"/>
          <p:nvPr/>
        </p:nvPicPr>
        <p:blipFill rotWithShape="1">
          <a:blip r:embed="rId3">
            <a:alphaModFix/>
          </a:blip>
          <a:srcRect l="73285"/>
          <a:stretch/>
        </p:blipFill>
        <p:spPr>
          <a:xfrm>
            <a:off x="6701275" y="0"/>
            <a:ext cx="24427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3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4" name="Google Shape;214;p43"/>
          <p:cNvSpPr txBox="1">
            <a:spLocks noGrp="1"/>
          </p:cNvSpPr>
          <p:nvPr>
            <p:ph type="title" idx="2"/>
          </p:nvPr>
        </p:nvSpPr>
        <p:spPr>
          <a:xfrm>
            <a:off x="1083375" y="11836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" name="Google Shape;215;p43"/>
          <p:cNvSpPr txBox="1">
            <a:spLocks noGrp="1"/>
          </p:cNvSpPr>
          <p:nvPr>
            <p:ph type="title" idx="3"/>
          </p:nvPr>
        </p:nvSpPr>
        <p:spPr>
          <a:xfrm>
            <a:off x="1083375" y="16126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This Topic</a:t>
            </a:r>
            <a:endParaRPr/>
          </a:p>
        </p:txBody>
      </p:sp>
      <p:sp>
        <p:nvSpPr>
          <p:cNvPr id="216" name="Google Shape;216;p43"/>
          <p:cNvSpPr txBox="1">
            <a:spLocks noGrp="1"/>
          </p:cNvSpPr>
          <p:nvPr>
            <p:ph type="title" idx="4"/>
          </p:nvPr>
        </p:nvSpPr>
        <p:spPr>
          <a:xfrm>
            <a:off x="1083375" y="20680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217" name="Google Shape;217;p43"/>
          <p:cNvSpPr txBox="1">
            <a:spLocks noGrp="1"/>
          </p:cNvSpPr>
          <p:nvPr>
            <p:ph type="title" idx="5"/>
          </p:nvPr>
        </p:nvSpPr>
        <p:spPr>
          <a:xfrm>
            <a:off x="4032776" y="11836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8" name="Google Shape;218;p43"/>
          <p:cNvSpPr txBox="1">
            <a:spLocks noGrp="1"/>
          </p:cNvSpPr>
          <p:nvPr>
            <p:ph type="title" idx="6"/>
          </p:nvPr>
        </p:nvSpPr>
        <p:spPr>
          <a:xfrm>
            <a:off x="4032775" y="16126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Social Life</a:t>
            </a:r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title" idx="7"/>
          </p:nvPr>
        </p:nvSpPr>
        <p:spPr>
          <a:xfrm>
            <a:off x="4032775" y="20680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title" idx="8"/>
          </p:nvPr>
        </p:nvSpPr>
        <p:spPr>
          <a:xfrm>
            <a:off x="1083375" y="27733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title" idx="9"/>
          </p:nvPr>
        </p:nvSpPr>
        <p:spPr>
          <a:xfrm>
            <a:off x="1083375" y="32023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Control</a:t>
            </a:r>
            <a:endParaRPr/>
          </a:p>
        </p:txBody>
      </p:sp>
      <p:sp>
        <p:nvSpPr>
          <p:cNvPr id="222" name="Google Shape;222;p43"/>
          <p:cNvSpPr txBox="1">
            <a:spLocks noGrp="1"/>
          </p:cNvSpPr>
          <p:nvPr>
            <p:ph type="title" idx="13"/>
          </p:nvPr>
        </p:nvSpPr>
        <p:spPr>
          <a:xfrm>
            <a:off x="1083375" y="36577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223" name="Google Shape;223;p43"/>
          <p:cNvSpPr txBox="1">
            <a:spLocks noGrp="1"/>
          </p:cNvSpPr>
          <p:nvPr>
            <p:ph type="title" idx="14"/>
          </p:nvPr>
        </p:nvSpPr>
        <p:spPr>
          <a:xfrm>
            <a:off x="4032776" y="2773383"/>
            <a:ext cx="827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4" name="Google Shape;224;p43"/>
          <p:cNvSpPr txBox="1">
            <a:spLocks noGrp="1"/>
          </p:cNvSpPr>
          <p:nvPr>
            <p:ph type="title" idx="15"/>
          </p:nvPr>
        </p:nvSpPr>
        <p:spPr>
          <a:xfrm>
            <a:off x="4032775" y="3202375"/>
            <a:ext cx="26685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Change</a:t>
            </a:r>
            <a:endParaRPr/>
          </a:p>
        </p:txBody>
      </p:sp>
      <p:sp>
        <p:nvSpPr>
          <p:cNvPr id="225" name="Google Shape;225;p43"/>
          <p:cNvSpPr txBox="1">
            <a:spLocks noGrp="1"/>
          </p:cNvSpPr>
          <p:nvPr>
            <p:ph type="title" idx="16"/>
          </p:nvPr>
        </p:nvSpPr>
        <p:spPr>
          <a:xfrm>
            <a:off x="4032775" y="3657775"/>
            <a:ext cx="26685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>
            <a:spLocks noGrp="1"/>
          </p:cNvSpPr>
          <p:nvPr>
            <p:ph type="title"/>
          </p:nvPr>
        </p:nvSpPr>
        <p:spPr>
          <a:xfrm>
            <a:off x="789600" y="1392898"/>
            <a:ext cx="4328100" cy="16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231" name="Google Shape;231;p44"/>
          <p:cNvSpPr txBox="1">
            <a:spLocks noGrp="1"/>
          </p:cNvSpPr>
          <p:nvPr>
            <p:ph type="subTitle" idx="1"/>
          </p:nvPr>
        </p:nvSpPr>
        <p:spPr>
          <a:xfrm>
            <a:off x="1087725" y="2836100"/>
            <a:ext cx="37320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can introduce yourself, write your email…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/>
          <p:nvPr/>
        </p:nvSpPr>
        <p:spPr>
          <a:xfrm>
            <a:off x="1159950" y="1168350"/>
            <a:ext cx="6824100" cy="280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5"/>
          <p:cNvSpPr txBox="1">
            <a:spLocks noGrp="1"/>
          </p:cNvSpPr>
          <p:nvPr>
            <p:ph type="title"/>
          </p:nvPr>
        </p:nvSpPr>
        <p:spPr>
          <a:xfrm>
            <a:off x="2487675" y="3124800"/>
            <a:ext cx="4168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238" name="Google Shape;238;p45"/>
          <p:cNvSpPr txBox="1">
            <a:spLocks noGrp="1"/>
          </p:cNvSpPr>
          <p:nvPr>
            <p:ph type="title" idx="2"/>
          </p:nvPr>
        </p:nvSpPr>
        <p:spPr>
          <a:xfrm>
            <a:off x="1449050" y="1624050"/>
            <a:ext cx="6246000" cy="15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>
            <a:spLocks noGrp="1"/>
          </p:cNvSpPr>
          <p:nvPr>
            <p:ph type="title"/>
          </p:nvPr>
        </p:nvSpPr>
        <p:spPr>
          <a:xfrm>
            <a:off x="805375" y="1747147"/>
            <a:ext cx="45537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This Topic</a:t>
            </a:r>
            <a:endParaRPr/>
          </a:p>
        </p:txBody>
      </p:sp>
      <p:sp>
        <p:nvSpPr>
          <p:cNvPr id="244" name="Google Shape;244;p46"/>
          <p:cNvSpPr txBox="1">
            <a:spLocks noGrp="1"/>
          </p:cNvSpPr>
          <p:nvPr>
            <p:ph type="title" idx="2"/>
          </p:nvPr>
        </p:nvSpPr>
        <p:spPr>
          <a:xfrm>
            <a:off x="779975" y="834907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5" name="Google Shape;245;p46"/>
          <p:cNvSpPr txBox="1">
            <a:spLocks noGrp="1"/>
          </p:cNvSpPr>
          <p:nvPr>
            <p:ph type="subTitle" idx="1"/>
          </p:nvPr>
        </p:nvSpPr>
        <p:spPr>
          <a:xfrm>
            <a:off x="805375" y="3832122"/>
            <a:ext cx="40182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if you need it</a:t>
            </a:r>
            <a:endParaRPr/>
          </a:p>
        </p:txBody>
      </p:sp>
      <p:pic>
        <p:nvPicPr>
          <p:cNvPr id="246" name="Google Shape;246;p46"/>
          <p:cNvPicPr preferRelativeResize="0"/>
          <p:nvPr/>
        </p:nvPicPr>
        <p:blipFill rotWithShape="1">
          <a:blip r:embed="rId3">
            <a:alphaModFix/>
          </a:blip>
          <a:srcRect l="11935" r="44599" b="10"/>
          <a:stretch/>
        </p:blipFill>
        <p:spPr>
          <a:xfrm>
            <a:off x="5169550" y="0"/>
            <a:ext cx="39744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>
            <a:spLocks noGrp="1"/>
          </p:cNvSpPr>
          <p:nvPr>
            <p:ph type="title"/>
          </p:nvPr>
        </p:nvSpPr>
        <p:spPr>
          <a:xfrm>
            <a:off x="719843" y="743485"/>
            <a:ext cx="3763200" cy="103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Control as a Classical Concept</a:t>
            </a:r>
            <a:endParaRPr/>
          </a:p>
        </p:txBody>
      </p:sp>
      <p:sp>
        <p:nvSpPr>
          <p:cNvPr id="252" name="Google Shape;252;p47"/>
          <p:cNvSpPr txBox="1">
            <a:spLocks noGrp="1"/>
          </p:cNvSpPr>
          <p:nvPr>
            <p:ph type="body" idx="1"/>
          </p:nvPr>
        </p:nvSpPr>
        <p:spPr>
          <a:xfrm>
            <a:off x="719843" y="1857227"/>
            <a:ext cx="4897500" cy="25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Do you know what helps you make your point clear?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Lists like this one:</a:t>
            </a:r>
            <a:endParaRPr>
              <a:solidFill>
                <a:schemeClr val="accent2"/>
              </a:solidFill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>
                <a:solidFill>
                  <a:schemeClr val="accent2"/>
                </a:solidFill>
              </a:rPr>
              <a:t>They’re simple </a:t>
            </a:r>
            <a:endParaRPr>
              <a:solidFill>
                <a:schemeClr val="accent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>
                <a:solidFill>
                  <a:schemeClr val="accent2"/>
                </a:solidFill>
              </a:rPr>
              <a:t>You can organize your ideas clearly</a:t>
            </a:r>
            <a:endParaRPr>
              <a:solidFill>
                <a:schemeClr val="accent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>
                <a:solidFill>
                  <a:schemeClr val="accent2"/>
                </a:solidFill>
              </a:rPr>
              <a:t>You’ll never forget to buy milk!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And the most important thing: the audience won’t miss the point of your presentation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>
            <a:spLocks noGrp="1"/>
          </p:cNvSpPr>
          <p:nvPr>
            <p:ph type="title"/>
          </p:nvPr>
        </p:nvSpPr>
        <p:spPr>
          <a:xfrm>
            <a:off x="4534225" y="1391700"/>
            <a:ext cx="3439200" cy="69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Order</a:t>
            </a:r>
            <a:endParaRPr/>
          </a:p>
        </p:txBody>
      </p:sp>
      <p:sp>
        <p:nvSpPr>
          <p:cNvPr id="258" name="Google Shape;258;p48"/>
          <p:cNvSpPr txBox="1">
            <a:spLocks noGrp="1"/>
          </p:cNvSpPr>
          <p:nvPr>
            <p:ph type="subTitle" idx="1"/>
          </p:nvPr>
        </p:nvSpPr>
        <p:spPr>
          <a:xfrm>
            <a:off x="4534225" y="2102800"/>
            <a:ext cx="3439200" cy="18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Moon. The planet’s name has nothing to do with the liquid metal since it was named after the Roman messenger god, Mercury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 rotWithShape="1">
          <a:blip r:embed="rId3">
            <a:alphaModFix/>
          </a:blip>
          <a:srcRect l="55761"/>
          <a:stretch/>
        </p:blipFill>
        <p:spPr>
          <a:xfrm>
            <a:off x="5098800" y="0"/>
            <a:ext cx="4045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9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Topic About?</a:t>
            </a:r>
            <a:endParaRPr/>
          </a:p>
        </p:txBody>
      </p:sp>
      <p:sp>
        <p:nvSpPr>
          <p:cNvPr id="265" name="Google Shape;265;p49"/>
          <p:cNvSpPr txBox="1">
            <a:spLocks noGrp="1"/>
          </p:cNvSpPr>
          <p:nvPr>
            <p:ph type="body" idx="1"/>
          </p:nvPr>
        </p:nvSpPr>
        <p:spPr>
          <a:xfrm>
            <a:off x="1083375" y="1574063"/>
            <a:ext cx="3012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place. It’s full of iron oxide dust, which gives the planet its reddish cast</a:t>
            </a:r>
            <a:endParaRPr/>
          </a:p>
        </p:txBody>
      </p:sp>
      <p:sp>
        <p:nvSpPr>
          <p:cNvPr id="266" name="Google Shape;266;p49"/>
          <p:cNvSpPr txBox="1">
            <a:spLocks noGrp="1"/>
          </p:cNvSpPr>
          <p:nvPr>
            <p:ph type="body" idx="2"/>
          </p:nvPr>
        </p:nvSpPr>
        <p:spPr>
          <a:xfrm>
            <a:off x="1083375" y="3386938"/>
            <a:ext cx="3012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in the Solar System. It’s only a bit larger than the Moon</a:t>
            </a:r>
            <a:endParaRPr/>
          </a:p>
        </p:txBody>
      </p:sp>
      <p:sp>
        <p:nvSpPr>
          <p:cNvPr id="267" name="Google Shape;267;p49"/>
          <p:cNvSpPr txBox="1">
            <a:spLocks noGrp="1"/>
          </p:cNvSpPr>
          <p:nvPr>
            <p:ph type="title" idx="3"/>
          </p:nvPr>
        </p:nvSpPr>
        <p:spPr>
          <a:xfrm>
            <a:off x="1083375" y="1144700"/>
            <a:ext cx="3012000" cy="5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Culture</a:t>
            </a:r>
            <a:endParaRPr/>
          </a:p>
        </p:txBody>
      </p:sp>
      <p:sp>
        <p:nvSpPr>
          <p:cNvPr id="268" name="Google Shape;268;p49"/>
          <p:cNvSpPr txBox="1">
            <a:spLocks noGrp="1"/>
          </p:cNvSpPr>
          <p:nvPr>
            <p:ph type="title" idx="4"/>
          </p:nvPr>
        </p:nvSpPr>
        <p:spPr>
          <a:xfrm>
            <a:off x="1083375" y="2957576"/>
            <a:ext cx="3012000" cy="5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Control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the Law in Social Control</a:t>
            </a:r>
            <a:endParaRPr/>
          </a:p>
        </p:txBody>
      </p:sp>
      <p:grpSp>
        <p:nvGrpSpPr>
          <p:cNvPr id="274" name="Google Shape;274;p50"/>
          <p:cNvGrpSpPr/>
          <p:nvPr/>
        </p:nvGrpSpPr>
        <p:grpSpPr>
          <a:xfrm>
            <a:off x="2199146" y="2781525"/>
            <a:ext cx="4745708" cy="554700"/>
            <a:chOff x="2294250" y="2705325"/>
            <a:chExt cx="4745708" cy="554700"/>
          </a:xfrm>
        </p:grpSpPr>
        <p:sp>
          <p:nvSpPr>
            <p:cNvPr id="275" name="Google Shape;275;p50"/>
            <p:cNvSpPr/>
            <p:nvPr/>
          </p:nvSpPr>
          <p:spPr>
            <a:xfrm>
              <a:off x="2294250" y="2941926"/>
              <a:ext cx="4745708" cy="318000"/>
            </a:xfrm>
            <a:custGeom>
              <a:avLst/>
              <a:gdLst/>
              <a:ahLst/>
              <a:cxnLst/>
              <a:rect l="l" t="t" r="r" b="b"/>
              <a:pathLst>
                <a:path w="13499" h="1922" extrusionOk="0">
                  <a:moveTo>
                    <a:pt x="0" y="1922"/>
                  </a:moveTo>
                  <a:lnTo>
                    <a:pt x="0" y="0"/>
                  </a:lnTo>
                  <a:lnTo>
                    <a:pt x="13499" y="0"/>
                  </a:lnTo>
                  <a:lnTo>
                    <a:pt x="13499" y="1922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cxnSp>
          <p:nvCxnSpPr>
            <p:cNvPr id="276" name="Google Shape;276;p50"/>
            <p:cNvCxnSpPr/>
            <p:nvPr/>
          </p:nvCxnSpPr>
          <p:spPr>
            <a:xfrm>
              <a:off x="4667100" y="2705325"/>
              <a:ext cx="0" cy="554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77" name="Google Shape;277;p50"/>
          <p:cNvSpPr txBox="1"/>
          <p:nvPr/>
        </p:nvSpPr>
        <p:spPr>
          <a:xfrm>
            <a:off x="3486070" y="3320175"/>
            <a:ext cx="2172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Equity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278" name="Google Shape;278;p50"/>
          <p:cNvSpPr txBox="1"/>
          <p:nvPr/>
        </p:nvSpPr>
        <p:spPr>
          <a:xfrm>
            <a:off x="3708313" y="3775575"/>
            <a:ext cx="17274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5BA2"/>
                </a:solidFill>
                <a:latin typeface="ABeeZee"/>
                <a:ea typeface="ABeeZee"/>
                <a:cs typeface="ABeeZee"/>
                <a:sym typeface="ABeeZee"/>
              </a:rPr>
              <a:t>Venus has a beautiful name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9" name="Google Shape;279;p50"/>
          <p:cNvSpPr txBox="1"/>
          <p:nvPr/>
        </p:nvSpPr>
        <p:spPr>
          <a:xfrm>
            <a:off x="1114133" y="3320175"/>
            <a:ext cx="2172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Rules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1336499" y="3775575"/>
            <a:ext cx="17274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5BA2"/>
                </a:solidFill>
                <a:latin typeface="ABeeZee"/>
                <a:ea typeface="ABeeZee"/>
                <a:cs typeface="ABeeZee"/>
                <a:sym typeface="ABeeZee"/>
              </a:rPr>
              <a:t>Saturn has several rings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81" name="Google Shape;281;p50"/>
          <p:cNvSpPr txBox="1"/>
          <p:nvPr/>
        </p:nvSpPr>
        <p:spPr>
          <a:xfrm>
            <a:off x="5856005" y="3320175"/>
            <a:ext cx="2172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Security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282" name="Google Shape;282;p50"/>
          <p:cNvSpPr txBox="1"/>
          <p:nvPr/>
        </p:nvSpPr>
        <p:spPr>
          <a:xfrm>
            <a:off x="6078274" y="3775575"/>
            <a:ext cx="17274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5BA2"/>
                </a:solidFill>
                <a:latin typeface="ABeeZee"/>
                <a:ea typeface="ABeeZee"/>
                <a:cs typeface="ABeeZee"/>
                <a:sym typeface="ABeeZee"/>
              </a:rPr>
              <a:t>Despite being red, Mars is cold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grpSp>
        <p:nvGrpSpPr>
          <p:cNvPr id="283" name="Google Shape;283;p50"/>
          <p:cNvGrpSpPr/>
          <p:nvPr/>
        </p:nvGrpSpPr>
        <p:grpSpPr>
          <a:xfrm>
            <a:off x="3821310" y="1374794"/>
            <a:ext cx="1501334" cy="1405406"/>
            <a:chOff x="3821310" y="1374794"/>
            <a:chExt cx="1501334" cy="1405406"/>
          </a:xfrm>
        </p:grpSpPr>
        <p:grpSp>
          <p:nvGrpSpPr>
            <p:cNvPr id="284" name="Google Shape;284;p50"/>
            <p:cNvGrpSpPr/>
            <p:nvPr/>
          </p:nvGrpSpPr>
          <p:grpSpPr>
            <a:xfrm>
              <a:off x="3821310" y="1374794"/>
              <a:ext cx="1501334" cy="1401561"/>
              <a:chOff x="3956549" y="1424800"/>
              <a:chExt cx="1230904" cy="1149197"/>
            </a:xfrm>
          </p:grpSpPr>
          <p:sp>
            <p:nvSpPr>
              <p:cNvPr id="285" name="Google Shape;285;p50"/>
              <p:cNvSpPr/>
              <p:nvPr/>
            </p:nvSpPr>
            <p:spPr>
              <a:xfrm>
                <a:off x="4382767" y="2479364"/>
                <a:ext cx="378471" cy="94633"/>
              </a:xfrm>
              <a:custGeom>
                <a:avLst/>
                <a:gdLst/>
                <a:ahLst/>
                <a:cxnLst/>
                <a:rect l="l" t="t" r="r" b="b"/>
                <a:pathLst>
                  <a:path w="9050" h="2263" fill="none" extrusionOk="0">
                    <a:moveTo>
                      <a:pt x="9049" y="1131"/>
                    </a:moveTo>
                    <a:lnTo>
                      <a:pt x="9049" y="1131"/>
                    </a:lnTo>
                    <a:cubicBezTo>
                      <a:pt x="9037" y="512"/>
                      <a:pt x="8537" y="12"/>
                      <a:pt x="7918" y="0"/>
                    </a:cubicBezTo>
                    <a:lnTo>
                      <a:pt x="1132" y="0"/>
                    </a:lnTo>
                    <a:cubicBezTo>
                      <a:pt x="513" y="12"/>
                      <a:pt x="1" y="512"/>
                      <a:pt x="1" y="1131"/>
                    </a:cubicBezTo>
                    <a:lnTo>
                      <a:pt x="1" y="1131"/>
                    </a:lnTo>
                    <a:cubicBezTo>
                      <a:pt x="1" y="1762"/>
                      <a:pt x="513" y="2262"/>
                      <a:pt x="1132" y="2262"/>
                    </a:cubicBezTo>
                    <a:lnTo>
                      <a:pt x="7918" y="2262"/>
                    </a:lnTo>
                    <a:cubicBezTo>
                      <a:pt x="8537" y="2262"/>
                      <a:pt x="9037" y="1762"/>
                      <a:pt x="9049" y="1131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0"/>
              <p:cNvSpPr/>
              <p:nvPr/>
            </p:nvSpPr>
            <p:spPr>
              <a:xfrm>
                <a:off x="4414131" y="2416595"/>
                <a:ext cx="315239" cy="62810"/>
              </a:xfrm>
              <a:custGeom>
                <a:avLst/>
                <a:gdLst/>
                <a:ahLst/>
                <a:cxnLst/>
                <a:rect l="l" t="t" r="r" b="b"/>
                <a:pathLst>
                  <a:path w="7538" h="1502" fill="none" extrusionOk="0">
                    <a:moveTo>
                      <a:pt x="7537" y="394"/>
                    </a:moveTo>
                    <a:lnTo>
                      <a:pt x="7537" y="1120"/>
                    </a:lnTo>
                    <a:cubicBezTo>
                      <a:pt x="7537" y="1334"/>
                      <a:pt x="7371" y="1501"/>
                      <a:pt x="7144" y="1501"/>
                    </a:cubicBezTo>
                    <a:lnTo>
                      <a:pt x="394" y="1501"/>
                    </a:lnTo>
                    <a:cubicBezTo>
                      <a:pt x="179" y="1501"/>
                      <a:pt x="1" y="1334"/>
                      <a:pt x="1" y="1120"/>
                    </a:cubicBezTo>
                    <a:lnTo>
                      <a:pt x="1" y="394"/>
                    </a:lnTo>
                    <a:cubicBezTo>
                      <a:pt x="1" y="168"/>
                      <a:pt x="179" y="1"/>
                      <a:pt x="394" y="1"/>
                    </a:cubicBezTo>
                    <a:lnTo>
                      <a:pt x="7144" y="1"/>
                    </a:lnTo>
                    <a:cubicBezTo>
                      <a:pt x="7371" y="1"/>
                      <a:pt x="7537" y="168"/>
                      <a:pt x="7537" y="39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50"/>
              <p:cNvSpPr/>
              <p:nvPr/>
            </p:nvSpPr>
            <p:spPr>
              <a:xfrm>
                <a:off x="4864728" y="2052654"/>
                <a:ext cx="322725" cy="186255"/>
              </a:xfrm>
              <a:custGeom>
                <a:avLst/>
                <a:gdLst/>
                <a:ahLst/>
                <a:cxnLst/>
                <a:rect l="l" t="t" r="r" b="b"/>
                <a:pathLst>
                  <a:path w="7717" h="4454" extrusionOk="0">
                    <a:moveTo>
                      <a:pt x="7252" y="763"/>
                    </a:moveTo>
                    <a:cubicBezTo>
                      <a:pt x="7145" y="2572"/>
                      <a:pt x="5656" y="3977"/>
                      <a:pt x="3847" y="3977"/>
                    </a:cubicBezTo>
                    <a:cubicBezTo>
                      <a:pt x="2037" y="3977"/>
                      <a:pt x="548" y="2572"/>
                      <a:pt x="441" y="763"/>
                    </a:cubicBezTo>
                    <a:close/>
                    <a:moveTo>
                      <a:pt x="351" y="1"/>
                    </a:moveTo>
                    <a:cubicBezTo>
                      <a:pt x="275" y="1"/>
                      <a:pt x="199" y="43"/>
                      <a:pt x="167" y="143"/>
                    </a:cubicBezTo>
                    <a:lnTo>
                      <a:pt x="37" y="512"/>
                    </a:lnTo>
                    <a:cubicBezTo>
                      <a:pt x="37" y="512"/>
                      <a:pt x="37" y="524"/>
                      <a:pt x="37" y="536"/>
                    </a:cubicBezTo>
                    <a:cubicBezTo>
                      <a:pt x="37" y="548"/>
                      <a:pt x="37" y="548"/>
                      <a:pt x="37" y="560"/>
                    </a:cubicBezTo>
                    <a:cubicBezTo>
                      <a:pt x="1" y="2703"/>
                      <a:pt x="1715" y="4453"/>
                      <a:pt x="3858" y="4453"/>
                    </a:cubicBezTo>
                    <a:cubicBezTo>
                      <a:pt x="6002" y="4453"/>
                      <a:pt x="7716" y="2703"/>
                      <a:pt x="7680" y="560"/>
                    </a:cubicBezTo>
                    <a:lnTo>
                      <a:pt x="7668" y="560"/>
                    </a:lnTo>
                    <a:lnTo>
                      <a:pt x="7668" y="536"/>
                    </a:lnTo>
                    <a:cubicBezTo>
                      <a:pt x="7668" y="524"/>
                      <a:pt x="7668" y="512"/>
                      <a:pt x="7668" y="512"/>
                    </a:cubicBezTo>
                    <a:lnTo>
                      <a:pt x="7537" y="143"/>
                    </a:lnTo>
                    <a:cubicBezTo>
                      <a:pt x="7506" y="43"/>
                      <a:pt x="7430" y="1"/>
                      <a:pt x="7354" y="1"/>
                    </a:cubicBezTo>
                    <a:cubicBezTo>
                      <a:pt x="7231" y="1"/>
                      <a:pt x="7105" y="112"/>
                      <a:pt x="7156" y="274"/>
                    </a:cubicBezTo>
                    <a:lnTo>
                      <a:pt x="7192" y="370"/>
                    </a:lnTo>
                    <a:lnTo>
                      <a:pt x="513" y="370"/>
                    </a:lnTo>
                    <a:lnTo>
                      <a:pt x="548" y="274"/>
                    </a:lnTo>
                    <a:cubicBezTo>
                      <a:pt x="600" y="112"/>
                      <a:pt x="474" y="1"/>
                      <a:pt x="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50"/>
              <p:cNvSpPr/>
              <p:nvPr/>
            </p:nvSpPr>
            <p:spPr>
              <a:xfrm>
                <a:off x="4103459" y="1614026"/>
                <a:ext cx="29776" cy="32409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75" extrusionOk="0">
                    <a:moveTo>
                      <a:pt x="347" y="0"/>
                    </a:moveTo>
                    <a:cubicBezTo>
                      <a:pt x="265" y="0"/>
                      <a:pt x="185" y="48"/>
                      <a:pt x="155" y="143"/>
                    </a:cubicBezTo>
                    <a:lnTo>
                      <a:pt x="36" y="512"/>
                    </a:lnTo>
                    <a:cubicBezTo>
                      <a:pt x="0" y="607"/>
                      <a:pt x="60" y="726"/>
                      <a:pt x="167" y="762"/>
                    </a:cubicBezTo>
                    <a:cubicBezTo>
                      <a:pt x="191" y="762"/>
                      <a:pt x="203" y="774"/>
                      <a:pt x="226" y="774"/>
                    </a:cubicBezTo>
                    <a:cubicBezTo>
                      <a:pt x="274" y="774"/>
                      <a:pt x="310" y="762"/>
                      <a:pt x="345" y="726"/>
                    </a:cubicBezTo>
                    <a:cubicBezTo>
                      <a:pt x="386" y="756"/>
                      <a:pt x="430" y="768"/>
                      <a:pt x="472" y="768"/>
                    </a:cubicBezTo>
                    <a:cubicBezTo>
                      <a:pt x="601" y="768"/>
                      <a:pt x="712" y="647"/>
                      <a:pt x="667" y="512"/>
                    </a:cubicBezTo>
                    <a:lnTo>
                      <a:pt x="548" y="143"/>
                    </a:lnTo>
                    <a:cubicBezTo>
                      <a:pt x="512" y="48"/>
                      <a:pt x="429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0"/>
              <p:cNvSpPr/>
              <p:nvPr/>
            </p:nvSpPr>
            <p:spPr>
              <a:xfrm>
                <a:off x="4038221" y="1792128"/>
                <a:ext cx="30570" cy="49470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83" extrusionOk="0">
                    <a:moveTo>
                      <a:pt x="478" y="0"/>
                    </a:moveTo>
                    <a:cubicBezTo>
                      <a:pt x="403" y="0"/>
                      <a:pt x="329" y="40"/>
                      <a:pt x="298" y="135"/>
                    </a:cubicBezTo>
                    <a:lnTo>
                      <a:pt x="36" y="920"/>
                    </a:lnTo>
                    <a:cubicBezTo>
                      <a:pt x="0" y="1027"/>
                      <a:pt x="60" y="1135"/>
                      <a:pt x="167" y="1170"/>
                    </a:cubicBezTo>
                    <a:cubicBezTo>
                      <a:pt x="191" y="1182"/>
                      <a:pt x="215" y="1182"/>
                      <a:pt x="227" y="1182"/>
                    </a:cubicBezTo>
                    <a:cubicBezTo>
                      <a:pt x="322" y="1182"/>
                      <a:pt x="393" y="1123"/>
                      <a:pt x="417" y="1039"/>
                    </a:cubicBezTo>
                    <a:lnTo>
                      <a:pt x="679" y="265"/>
                    </a:lnTo>
                    <a:cubicBezTo>
                      <a:pt x="731" y="110"/>
                      <a:pt x="603" y="0"/>
                      <a:pt x="4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50"/>
              <p:cNvSpPr/>
              <p:nvPr/>
            </p:nvSpPr>
            <p:spPr>
              <a:xfrm>
                <a:off x="3994897" y="1921638"/>
                <a:ext cx="31490" cy="49888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193" extrusionOk="0">
                    <a:moveTo>
                      <a:pt x="483" y="1"/>
                    </a:moveTo>
                    <a:cubicBezTo>
                      <a:pt x="400" y="1"/>
                      <a:pt x="321" y="47"/>
                      <a:pt x="298" y="157"/>
                    </a:cubicBezTo>
                    <a:lnTo>
                      <a:pt x="36" y="931"/>
                    </a:lnTo>
                    <a:cubicBezTo>
                      <a:pt x="1" y="1038"/>
                      <a:pt x="60" y="1157"/>
                      <a:pt x="167" y="1193"/>
                    </a:cubicBezTo>
                    <a:lnTo>
                      <a:pt x="227" y="1193"/>
                    </a:lnTo>
                    <a:cubicBezTo>
                      <a:pt x="310" y="1193"/>
                      <a:pt x="393" y="1145"/>
                      <a:pt x="417" y="1062"/>
                    </a:cubicBezTo>
                    <a:lnTo>
                      <a:pt x="679" y="288"/>
                    </a:lnTo>
                    <a:cubicBezTo>
                      <a:pt x="752" y="119"/>
                      <a:pt x="614" y="1"/>
                      <a:pt x="4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50"/>
              <p:cNvSpPr/>
              <p:nvPr/>
            </p:nvSpPr>
            <p:spPr>
              <a:xfrm>
                <a:off x="4060134" y="1726767"/>
                <a:ext cx="30570" cy="49596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86" extrusionOk="0">
                    <a:moveTo>
                      <a:pt x="482" y="0"/>
                    </a:moveTo>
                    <a:cubicBezTo>
                      <a:pt x="406" y="0"/>
                      <a:pt x="330" y="42"/>
                      <a:pt x="298" y="138"/>
                    </a:cubicBezTo>
                    <a:lnTo>
                      <a:pt x="36" y="924"/>
                    </a:lnTo>
                    <a:cubicBezTo>
                      <a:pt x="0" y="1019"/>
                      <a:pt x="60" y="1138"/>
                      <a:pt x="167" y="1174"/>
                    </a:cubicBezTo>
                    <a:cubicBezTo>
                      <a:pt x="179" y="1186"/>
                      <a:pt x="203" y="1186"/>
                      <a:pt x="227" y="1186"/>
                    </a:cubicBezTo>
                    <a:cubicBezTo>
                      <a:pt x="310" y="1186"/>
                      <a:pt x="393" y="1126"/>
                      <a:pt x="417" y="1043"/>
                    </a:cubicBezTo>
                    <a:lnTo>
                      <a:pt x="679" y="269"/>
                    </a:lnTo>
                    <a:cubicBezTo>
                      <a:pt x="730" y="107"/>
                      <a:pt x="605" y="0"/>
                      <a:pt x="4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0"/>
              <p:cNvSpPr/>
              <p:nvPr/>
            </p:nvSpPr>
            <p:spPr>
              <a:xfrm>
                <a:off x="4016810" y="1856904"/>
                <a:ext cx="31490" cy="49888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193" extrusionOk="0">
                    <a:moveTo>
                      <a:pt x="484" y="0"/>
                    </a:moveTo>
                    <a:cubicBezTo>
                      <a:pt x="401" y="0"/>
                      <a:pt x="321" y="46"/>
                      <a:pt x="298" y="157"/>
                    </a:cubicBezTo>
                    <a:lnTo>
                      <a:pt x="36" y="931"/>
                    </a:lnTo>
                    <a:cubicBezTo>
                      <a:pt x="0" y="1038"/>
                      <a:pt x="60" y="1145"/>
                      <a:pt x="167" y="1193"/>
                    </a:cubicBezTo>
                    <a:lnTo>
                      <a:pt x="227" y="1193"/>
                    </a:lnTo>
                    <a:cubicBezTo>
                      <a:pt x="310" y="1193"/>
                      <a:pt x="393" y="1145"/>
                      <a:pt x="417" y="1062"/>
                    </a:cubicBezTo>
                    <a:lnTo>
                      <a:pt x="679" y="276"/>
                    </a:lnTo>
                    <a:cubicBezTo>
                      <a:pt x="752" y="116"/>
                      <a:pt x="615" y="0"/>
                      <a:pt x="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50"/>
              <p:cNvSpPr/>
              <p:nvPr/>
            </p:nvSpPr>
            <p:spPr>
              <a:xfrm>
                <a:off x="3973486" y="1987627"/>
                <a:ext cx="30278" cy="49136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175" extrusionOk="0">
                    <a:moveTo>
                      <a:pt x="479" y="0"/>
                    </a:moveTo>
                    <a:cubicBezTo>
                      <a:pt x="401" y="0"/>
                      <a:pt x="323" y="42"/>
                      <a:pt x="286" y="139"/>
                    </a:cubicBezTo>
                    <a:lnTo>
                      <a:pt x="36" y="913"/>
                    </a:lnTo>
                    <a:cubicBezTo>
                      <a:pt x="1" y="1020"/>
                      <a:pt x="48" y="1127"/>
                      <a:pt x="155" y="1163"/>
                    </a:cubicBezTo>
                    <a:cubicBezTo>
                      <a:pt x="179" y="1175"/>
                      <a:pt x="203" y="1175"/>
                      <a:pt x="227" y="1175"/>
                    </a:cubicBezTo>
                    <a:cubicBezTo>
                      <a:pt x="310" y="1175"/>
                      <a:pt x="382" y="1115"/>
                      <a:pt x="417" y="1044"/>
                    </a:cubicBezTo>
                    <a:lnTo>
                      <a:pt x="679" y="258"/>
                    </a:lnTo>
                    <a:cubicBezTo>
                      <a:pt x="723" y="104"/>
                      <a:pt x="601" y="0"/>
                      <a:pt x="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50"/>
              <p:cNvSpPr/>
              <p:nvPr/>
            </p:nvSpPr>
            <p:spPr>
              <a:xfrm>
                <a:off x="3956549" y="2052612"/>
                <a:ext cx="323185" cy="186297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455" extrusionOk="0">
                    <a:moveTo>
                      <a:pt x="7276" y="764"/>
                    </a:moveTo>
                    <a:cubicBezTo>
                      <a:pt x="7156" y="2573"/>
                      <a:pt x="5668" y="3978"/>
                      <a:pt x="3870" y="3978"/>
                    </a:cubicBezTo>
                    <a:cubicBezTo>
                      <a:pt x="2061" y="3978"/>
                      <a:pt x="560" y="2573"/>
                      <a:pt x="453" y="764"/>
                    </a:cubicBezTo>
                    <a:close/>
                    <a:moveTo>
                      <a:pt x="365" y="1"/>
                    </a:moveTo>
                    <a:cubicBezTo>
                      <a:pt x="288" y="1"/>
                      <a:pt x="211" y="44"/>
                      <a:pt x="179" y="144"/>
                    </a:cubicBezTo>
                    <a:lnTo>
                      <a:pt x="60" y="513"/>
                    </a:lnTo>
                    <a:cubicBezTo>
                      <a:pt x="48" y="513"/>
                      <a:pt x="48" y="525"/>
                      <a:pt x="48" y="537"/>
                    </a:cubicBezTo>
                    <a:cubicBezTo>
                      <a:pt x="48" y="549"/>
                      <a:pt x="48" y="549"/>
                      <a:pt x="48" y="549"/>
                    </a:cubicBezTo>
                    <a:lnTo>
                      <a:pt x="48" y="561"/>
                    </a:lnTo>
                    <a:cubicBezTo>
                      <a:pt x="1" y="2704"/>
                      <a:pt x="1727" y="4454"/>
                      <a:pt x="3870" y="4454"/>
                    </a:cubicBezTo>
                    <a:cubicBezTo>
                      <a:pt x="6002" y="4454"/>
                      <a:pt x="7728" y="2704"/>
                      <a:pt x="7680" y="561"/>
                    </a:cubicBezTo>
                    <a:lnTo>
                      <a:pt x="7680" y="549"/>
                    </a:lnTo>
                    <a:cubicBezTo>
                      <a:pt x="7680" y="549"/>
                      <a:pt x="7680" y="549"/>
                      <a:pt x="7680" y="537"/>
                    </a:cubicBezTo>
                    <a:cubicBezTo>
                      <a:pt x="7680" y="525"/>
                      <a:pt x="7680" y="513"/>
                      <a:pt x="7668" y="513"/>
                    </a:cubicBezTo>
                    <a:lnTo>
                      <a:pt x="7549" y="144"/>
                    </a:lnTo>
                    <a:cubicBezTo>
                      <a:pt x="7517" y="44"/>
                      <a:pt x="7441" y="1"/>
                      <a:pt x="7364" y="1"/>
                    </a:cubicBezTo>
                    <a:cubicBezTo>
                      <a:pt x="7241" y="1"/>
                      <a:pt x="7117" y="110"/>
                      <a:pt x="7168" y="263"/>
                    </a:cubicBezTo>
                    <a:lnTo>
                      <a:pt x="7204" y="371"/>
                    </a:lnTo>
                    <a:lnTo>
                      <a:pt x="525" y="371"/>
                    </a:lnTo>
                    <a:lnTo>
                      <a:pt x="560" y="263"/>
                    </a:lnTo>
                    <a:cubicBezTo>
                      <a:pt x="612" y="110"/>
                      <a:pt x="487" y="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50"/>
              <p:cNvSpPr/>
              <p:nvPr/>
            </p:nvSpPr>
            <p:spPr>
              <a:xfrm>
                <a:off x="4209929" y="1921638"/>
                <a:ext cx="31490" cy="49888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193" extrusionOk="0">
                    <a:moveTo>
                      <a:pt x="265" y="1"/>
                    </a:moveTo>
                    <a:cubicBezTo>
                      <a:pt x="134" y="1"/>
                      <a:pt x="0" y="119"/>
                      <a:pt x="74" y="288"/>
                    </a:cubicBezTo>
                    <a:lnTo>
                      <a:pt x="324" y="1062"/>
                    </a:lnTo>
                    <a:cubicBezTo>
                      <a:pt x="359" y="1145"/>
                      <a:pt x="431" y="1193"/>
                      <a:pt x="526" y="1193"/>
                    </a:cubicBezTo>
                    <a:lnTo>
                      <a:pt x="585" y="1193"/>
                    </a:lnTo>
                    <a:cubicBezTo>
                      <a:pt x="693" y="1157"/>
                      <a:pt x="752" y="1038"/>
                      <a:pt x="716" y="931"/>
                    </a:cubicBezTo>
                    <a:lnTo>
                      <a:pt x="455" y="157"/>
                    </a:lnTo>
                    <a:cubicBezTo>
                      <a:pt x="427" y="47"/>
                      <a:pt x="347" y="1"/>
                      <a:pt x="2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50"/>
              <p:cNvSpPr/>
              <p:nvPr/>
            </p:nvSpPr>
            <p:spPr>
              <a:xfrm>
                <a:off x="4232553" y="1987502"/>
                <a:ext cx="30278" cy="49261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178" extrusionOk="0">
                    <a:moveTo>
                      <a:pt x="250" y="1"/>
                    </a:moveTo>
                    <a:cubicBezTo>
                      <a:pt x="126" y="1"/>
                      <a:pt x="0" y="105"/>
                      <a:pt x="44" y="261"/>
                    </a:cubicBezTo>
                    <a:lnTo>
                      <a:pt x="306" y="1047"/>
                    </a:lnTo>
                    <a:cubicBezTo>
                      <a:pt x="330" y="1118"/>
                      <a:pt x="414" y="1178"/>
                      <a:pt x="497" y="1178"/>
                    </a:cubicBezTo>
                    <a:cubicBezTo>
                      <a:pt x="521" y="1178"/>
                      <a:pt x="545" y="1178"/>
                      <a:pt x="556" y="1166"/>
                    </a:cubicBezTo>
                    <a:cubicBezTo>
                      <a:pt x="664" y="1130"/>
                      <a:pt x="723" y="1023"/>
                      <a:pt x="687" y="916"/>
                    </a:cubicBezTo>
                    <a:lnTo>
                      <a:pt x="437" y="130"/>
                    </a:lnTo>
                    <a:cubicBezTo>
                      <a:pt x="401" y="40"/>
                      <a:pt x="326" y="1"/>
                      <a:pt x="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50"/>
              <p:cNvSpPr/>
              <p:nvPr/>
            </p:nvSpPr>
            <p:spPr>
              <a:xfrm>
                <a:off x="4188016" y="1856403"/>
                <a:ext cx="31490" cy="5039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5" extrusionOk="0">
                    <a:moveTo>
                      <a:pt x="265" y="1"/>
                    </a:moveTo>
                    <a:cubicBezTo>
                      <a:pt x="134" y="1"/>
                      <a:pt x="0" y="120"/>
                      <a:pt x="74" y="288"/>
                    </a:cubicBezTo>
                    <a:lnTo>
                      <a:pt x="336" y="1062"/>
                    </a:lnTo>
                    <a:cubicBezTo>
                      <a:pt x="359" y="1145"/>
                      <a:pt x="431" y="1205"/>
                      <a:pt x="526" y="1205"/>
                    </a:cubicBezTo>
                    <a:cubicBezTo>
                      <a:pt x="550" y="1205"/>
                      <a:pt x="562" y="1193"/>
                      <a:pt x="586" y="1193"/>
                    </a:cubicBezTo>
                    <a:cubicBezTo>
                      <a:pt x="693" y="1157"/>
                      <a:pt x="752" y="1038"/>
                      <a:pt x="717" y="931"/>
                    </a:cubicBezTo>
                    <a:lnTo>
                      <a:pt x="455" y="157"/>
                    </a:lnTo>
                    <a:cubicBezTo>
                      <a:pt x="427" y="47"/>
                      <a:pt x="347" y="1"/>
                      <a:pt x="2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50"/>
              <p:cNvSpPr/>
              <p:nvPr/>
            </p:nvSpPr>
            <p:spPr>
              <a:xfrm>
                <a:off x="4168111" y="1792672"/>
                <a:ext cx="29483" cy="4892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1170" extrusionOk="0">
                    <a:moveTo>
                      <a:pt x="236" y="1"/>
                    </a:moveTo>
                    <a:cubicBezTo>
                      <a:pt x="117" y="1"/>
                      <a:pt x="0" y="103"/>
                      <a:pt x="38" y="252"/>
                    </a:cubicBezTo>
                    <a:lnTo>
                      <a:pt x="288" y="1026"/>
                    </a:lnTo>
                    <a:cubicBezTo>
                      <a:pt x="323" y="1110"/>
                      <a:pt x="395" y="1169"/>
                      <a:pt x="478" y="1169"/>
                    </a:cubicBezTo>
                    <a:cubicBezTo>
                      <a:pt x="502" y="1169"/>
                      <a:pt x="526" y="1169"/>
                      <a:pt x="550" y="1157"/>
                    </a:cubicBezTo>
                    <a:cubicBezTo>
                      <a:pt x="657" y="1122"/>
                      <a:pt x="704" y="1014"/>
                      <a:pt x="669" y="907"/>
                    </a:cubicBezTo>
                    <a:lnTo>
                      <a:pt x="419" y="122"/>
                    </a:lnTo>
                    <a:cubicBezTo>
                      <a:pt x="379" y="37"/>
                      <a:pt x="307" y="1"/>
                      <a:pt x="2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50"/>
              <p:cNvSpPr/>
              <p:nvPr/>
            </p:nvSpPr>
            <p:spPr>
              <a:xfrm>
                <a:off x="4145612" y="1727018"/>
                <a:ext cx="30570" cy="4934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80" extrusionOk="0">
                    <a:moveTo>
                      <a:pt x="248" y="0"/>
                    </a:moveTo>
                    <a:cubicBezTo>
                      <a:pt x="125" y="0"/>
                      <a:pt x="1" y="109"/>
                      <a:pt x="52" y="263"/>
                    </a:cubicBezTo>
                    <a:lnTo>
                      <a:pt x="314" y="1049"/>
                    </a:lnTo>
                    <a:cubicBezTo>
                      <a:pt x="338" y="1132"/>
                      <a:pt x="421" y="1180"/>
                      <a:pt x="504" y="1180"/>
                    </a:cubicBezTo>
                    <a:cubicBezTo>
                      <a:pt x="528" y="1180"/>
                      <a:pt x="552" y="1180"/>
                      <a:pt x="564" y="1168"/>
                    </a:cubicBezTo>
                    <a:cubicBezTo>
                      <a:pt x="671" y="1132"/>
                      <a:pt x="730" y="1025"/>
                      <a:pt x="695" y="918"/>
                    </a:cubicBezTo>
                    <a:lnTo>
                      <a:pt x="433" y="144"/>
                    </a:lnTo>
                    <a:cubicBezTo>
                      <a:pt x="401" y="43"/>
                      <a:pt x="324" y="0"/>
                      <a:pt x="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50"/>
              <p:cNvSpPr/>
              <p:nvPr/>
            </p:nvSpPr>
            <p:spPr>
              <a:xfrm>
                <a:off x="5011136" y="1614026"/>
                <a:ext cx="28898" cy="32409"/>
              </a:xfrm>
              <a:custGeom>
                <a:avLst/>
                <a:gdLst/>
                <a:ahLst/>
                <a:cxnLst/>
                <a:rect l="l" t="t" r="r" b="b"/>
                <a:pathLst>
                  <a:path w="691" h="775" extrusionOk="0">
                    <a:moveTo>
                      <a:pt x="346" y="0"/>
                    </a:moveTo>
                    <a:cubicBezTo>
                      <a:pt x="265" y="0"/>
                      <a:pt x="185" y="48"/>
                      <a:pt x="155" y="143"/>
                    </a:cubicBezTo>
                    <a:lnTo>
                      <a:pt x="36" y="500"/>
                    </a:lnTo>
                    <a:cubicBezTo>
                      <a:pt x="0" y="607"/>
                      <a:pt x="48" y="726"/>
                      <a:pt x="155" y="762"/>
                    </a:cubicBezTo>
                    <a:cubicBezTo>
                      <a:pt x="179" y="770"/>
                      <a:pt x="203" y="774"/>
                      <a:pt x="226" y="774"/>
                    </a:cubicBezTo>
                    <a:cubicBezTo>
                      <a:pt x="271" y="774"/>
                      <a:pt x="314" y="758"/>
                      <a:pt x="346" y="726"/>
                    </a:cubicBezTo>
                    <a:cubicBezTo>
                      <a:pt x="381" y="762"/>
                      <a:pt x="429" y="774"/>
                      <a:pt x="465" y="774"/>
                    </a:cubicBezTo>
                    <a:cubicBezTo>
                      <a:pt x="488" y="774"/>
                      <a:pt x="512" y="762"/>
                      <a:pt x="536" y="762"/>
                    </a:cubicBezTo>
                    <a:cubicBezTo>
                      <a:pt x="643" y="726"/>
                      <a:pt x="691" y="607"/>
                      <a:pt x="655" y="500"/>
                    </a:cubicBezTo>
                    <a:lnTo>
                      <a:pt x="536" y="143"/>
                    </a:lnTo>
                    <a:cubicBezTo>
                      <a:pt x="506" y="48"/>
                      <a:pt x="426" y="0"/>
                      <a:pt x="3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50"/>
              <p:cNvSpPr/>
              <p:nvPr/>
            </p:nvSpPr>
            <p:spPr>
              <a:xfrm>
                <a:off x="4923986" y="1856403"/>
                <a:ext cx="31490" cy="5039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5" extrusionOk="0">
                    <a:moveTo>
                      <a:pt x="488" y="1"/>
                    </a:moveTo>
                    <a:cubicBezTo>
                      <a:pt x="406" y="1"/>
                      <a:pt x="326" y="47"/>
                      <a:pt x="298" y="157"/>
                    </a:cubicBezTo>
                    <a:lnTo>
                      <a:pt x="36" y="931"/>
                    </a:lnTo>
                    <a:cubicBezTo>
                      <a:pt x="1" y="1038"/>
                      <a:pt x="60" y="1157"/>
                      <a:pt x="167" y="1193"/>
                    </a:cubicBezTo>
                    <a:cubicBezTo>
                      <a:pt x="191" y="1193"/>
                      <a:pt x="215" y="1205"/>
                      <a:pt x="227" y="1205"/>
                    </a:cubicBezTo>
                    <a:cubicBezTo>
                      <a:pt x="322" y="1205"/>
                      <a:pt x="394" y="1145"/>
                      <a:pt x="429" y="1062"/>
                    </a:cubicBezTo>
                    <a:lnTo>
                      <a:pt x="679" y="288"/>
                    </a:lnTo>
                    <a:cubicBezTo>
                      <a:pt x="753" y="120"/>
                      <a:pt x="618" y="1"/>
                      <a:pt x="4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50"/>
              <p:cNvSpPr/>
              <p:nvPr/>
            </p:nvSpPr>
            <p:spPr>
              <a:xfrm>
                <a:off x="4967310" y="1727018"/>
                <a:ext cx="30570" cy="49345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180" extrusionOk="0">
                    <a:moveTo>
                      <a:pt x="483" y="0"/>
                    </a:moveTo>
                    <a:cubicBezTo>
                      <a:pt x="406" y="0"/>
                      <a:pt x="330" y="43"/>
                      <a:pt x="298" y="144"/>
                    </a:cubicBezTo>
                    <a:lnTo>
                      <a:pt x="36" y="918"/>
                    </a:lnTo>
                    <a:cubicBezTo>
                      <a:pt x="0" y="1025"/>
                      <a:pt x="60" y="1132"/>
                      <a:pt x="167" y="1168"/>
                    </a:cubicBezTo>
                    <a:cubicBezTo>
                      <a:pt x="191" y="1180"/>
                      <a:pt x="215" y="1180"/>
                      <a:pt x="227" y="1180"/>
                    </a:cubicBezTo>
                    <a:cubicBezTo>
                      <a:pt x="322" y="1180"/>
                      <a:pt x="393" y="1132"/>
                      <a:pt x="429" y="1049"/>
                    </a:cubicBezTo>
                    <a:lnTo>
                      <a:pt x="679" y="263"/>
                    </a:lnTo>
                    <a:cubicBezTo>
                      <a:pt x="730" y="109"/>
                      <a:pt x="606" y="0"/>
                      <a:pt x="4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50"/>
              <p:cNvSpPr/>
              <p:nvPr/>
            </p:nvSpPr>
            <p:spPr>
              <a:xfrm>
                <a:off x="4946400" y="1792672"/>
                <a:ext cx="29483" cy="4892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1170" extrusionOk="0">
                    <a:moveTo>
                      <a:pt x="463" y="1"/>
                    </a:moveTo>
                    <a:cubicBezTo>
                      <a:pt x="392" y="1"/>
                      <a:pt x="322" y="37"/>
                      <a:pt x="286" y="122"/>
                    </a:cubicBezTo>
                    <a:lnTo>
                      <a:pt x="36" y="907"/>
                    </a:lnTo>
                    <a:cubicBezTo>
                      <a:pt x="0" y="1014"/>
                      <a:pt x="48" y="1122"/>
                      <a:pt x="155" y="1157"/>
                    </a:cubicBezTo>
                    <a:cubicBezTo>
                      <a:pt x="179" y="1169"/>
                      <a:pt x="203" y="1169"/>
                      <a:pt x="227" y="1169"/>
                    </a:cubicBezTo>
                    <a:cubicBezTo>
                      <a:pt x="310" y="1169"/>
                      <a:pt x="381" y="1110"/>
                      <a:pt x="405" y="1026"/>
                    </a:cubicBezTo>
                    <a:lnTo>
                      <a:pt x="667" y="252"/>
                    </a:lnTo>
                    <a:cubicBezTo>
                      <a:pt x="704" y="103"/>
                      <a:pt x="583" y="1"/>
                      <a:pt x="4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50"/>
              <p:cNvSpPr/>
              <p:nvPr/>
            </p:nvSpPr>
            <p:spPr>
              <a:xfrm>
                <a:off x="4881163" y="1987502"/>
                <a:ext cx="29943" cy="4926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1178" extrusionOk="0">
                    <a:moveTo>
                      <a:pt x="484" y="0"/>
                    </a:moveTo>
                    <a:cubicBezTo>
                      <a:pt x="397" y="0"/>
                      <a:pt x="317" y="54"/>
                      <a:pt x="298" y="130"/>
                    </a:cubicBezTo>
                    <a:lnTo>
                      <a:pt x="36" y="916"/>
                    </a:lnTo>
                    <a:cubicBezTo>
                      <a:pt x="1" y="1023"/>
                      <a:pt x="60" y="1130"/>
                      <a:pt x="167" y="1166"/>
                    </a:cubicBezTo>
                    <a:cubicBezTo>
                      <a:pt x="179" y="1178"/>
                      <a:pt x="203" y="1178"/>
                      <a:pt x="227" y="1178"/>
                    </a:cubicBezTo>
                    <a:cubicBezTo>
                      <a:pt x="310" y="1178"/>
                      <a:pt x="394" y="1118"/>
                      <a:pt x="417" y="1047"/>
                    </a:cubicBezTo>
                    <a:lnTo>
                      <a:pt x="679" y="261"/>
                    </a:lnTo>
                    <a:cubicBezTo>
                      <a:pt x="715" y="154"/>
                      <a:pt x="656" y="46"/>
                      <a:pt x="548" y="11"/>
                    </a:cubicBezTo>
                    <a:cubicBezTo>
                      <a:pt x="527" y="4"/>
                      <a:pt x="505" y="0"/>
                      <a:pt x="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50"/>
              <p:cNvSpPr/>
              <p:nvPr/>
            </p:nvSpPr>
            <p:spPr>
              <a:xfrm>
                <a:off x="4902532" y="1921597"/>
                <a:ext cx="31532" cy="4951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1184" extrusionOk="0">
                    <a:moveTo>
                      <a:pt x="485" y="1"/>
                    </a:moveTo>
                    <a:cubicBezTo>
                      <a:pt x="403" y="1"/>
                      <a:pt x="322" y="47"/>
                      <a:pt x="299" y="158"/>
                    </a:cubicBezTo>
                    <a:lnTo>
                      <a:pt x="37" y="932"/>
                    </a:lnTo>
                    <a:cubicBezTo>
                      <a:pt x="0" y="1081"/>
                      <a:pt x="122" y="1184"/>
                      <a:pt x="241" y="1184"/>
                    </a:cubicBezTo>
                    <a:cubicBezTo>
                      <a:pt x="312" y="1184"/>
                      <a:pt x="383" y="1147"/>
                      <a:pt x="418" y="1063"/>
                    </a:cubicBezTo>
                    <a:lnTo>
                      <a:pt x="680" y="277"/>
                    </a:lnTo>
                    <a:cubicBezTo>
                      <a:pt x="753" y="117"/>
                      <a:pt x="616" y="1"/>
                      <a:pt x="4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50"/>
              <p:cNvSpPr/>
              <p:nvPr/>
            </p:nvSpPr>
            <p:spPr>
              <a:xfrm>
                <a:off x="5117398" y="1921638"/>
                <a:ext cx="31198" cy="4988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1193" extrusionOk="0">
                    <a:moveTo>
                      <a:pt x="269" y="1"/>
                    </a:moveTo>
                    <a:cubicBezTo>
                      <a:pt x="138" y="1"/>
                      <a:pt x="1" y="119"/>
                      <a:pt x="67" y="288"/>
                    </a:cubicBezTo>
                    <a:lnTo>
                      <a:pt x="329" y="1062"/>
                    </a:lnTo>
                    <a:cubicBezTo>
                      <a:pt x="352" y="1145"/>
                      <a:pt x="436" y="1193"/>
                      <a:pt x="519" y="1193"/>
                    </a:cubicBezTo>
                    <a:lnTo>
                      <a:pt x="591" y="1193"/>
                    </a:lnTo>
                    <a:cubicBezTo>
                      <a:pt x="686" y="1157"/>
                      <a:pt x="745" y="1038"/>
                      <a:pt x="710" y="931"/>
                    </a:cubicBezTo>
                    <a:lnTo>
                      <a:pt x="460" y="157"/>
                    </a:lnTo>
                    <a:cubicBezTo>
                      <a:pt x="432" y="47"/>
                      <a:pt x="352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50"/>
              <p:cNvSpPr/>
              <p:nvPr/>
            </p:nvSpPr>
            <p:spPr>
              <a:xfrm>
                <a:off x="5095694" y="1856403"/>
                <a:ext cx="31490" cy="5039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5" extrusionOk="0">
                    <a:moveTo>
                      <a:pt x="265" y="1"/>
                    </a:moveTo>
                    <a:cubicBezTo>
                      <a:pt x="135" y="1"/>
                      <a:pt x="0" y="120"/>
                      <a:pt x="74" y="288"/>
                    </a:cubicBezTo>
                    <a:lnTo>
                      <a:pt x="336" y="1062"/>
                    </a:lnTo>
                    <a:cubicBezTo>
                      <a:pt x="359" y="1145"/>
                      <a:pt x="431" y="1205"/>
                      <a:pt x="526" y="1205"/>
                    </a:cubicBezTo>
                    <a:cubicBezTo>
                      <a:pt x="538" y="1205"/>
                      <a:pt x="562" y="1193"/>
                      <a:pt x="586" y="1193"/>
                    </a:cubicBezTo>
                    <a:cubicBezTo>
                      <a:pt x="693" y="1157"/>
                      <a:pt x="752" y="1038"/>
                      <a:pt x="717" y="931"/>
                    </a:cubicBezTo>
                    <a:lnTo>
                      <a:pt x="455" y="157"/>
                    </a:lnTo>
                    <a:cubicBezTo>
                      <a:pt x="427" y="47"/>
                      <a:pt x="347" y="1"/>
                      <a:pt x="2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50"/>
              <p:cNvSpPr/>
              <p:nvPr/>
            </p:nvSpPr>
            <p:spPr>
              <a:xfrm>
                <a:off x="5140565" y="1987502"/>
                <a:ext cx="29943" cy="49261"/>
              </a:xfrm>
              <a:custGeom>
                <a:avLst/>
                <a:gdLst/>
                <a:ahLst/>
                <a:cxnLst/>
                <a:rect l="l" t="t" r="r" b="b"/>
                <a:pathLst>
                  <a:path w="716" h="1178" extrusionOk="0">
                    <a:moveTo>
                      <a:pt x="231" y="0"/>
                    </a:moveTo>
                    <a:cubicBezTo>
                      <a:pt x="210" y="0"/>
                      <a:pt x="189" y="4"/>
                      <a:pt x="168" y="11"/>
                    </a:cubicBezTo>
                    <a:cubicBezTo>
                      <a:pt x="60" y="46"/>
                      <a:pt x="1" y="154"/>
                      <a:pt x="37" y="261"/>
                    </a:cubicBezTo>
                    <a:lnTo>
                      <a:pt x="299" y="1047"/>
                    </a:lnTo>
                    <a:cubicBezTo>
                      <a:pt x="322" y="1118"/>
                      <a:pt x="406" y="1178"/>
                      <a:pt x="489" y="1178"/>
                    </a:cubicBezTo>
                    <a:cubicBezTo>
                      <a:pt x="513" y="1178"/>
                      <a:pt x="537" y="1178"/>
                      <a:pt x="549" y="1166"/>
                    </a:cubicBezTo>
                    <a:cubicBezTo>
                      <a:pt x="656" y="1130"/>
                      <a:pt x="715" y="1023"/>
                      <a:pt x="680" y="916"/>
                    </a:cubicBezTo>
                    <a:lnTo>
                      <a:pt x="418" y="130"/>
                    </a:lnTo>
                    <a:cubicBezTo>
                      <a:pt x="389" y="54"/>
                      <a:pt x="315" y="0"/>
                      <a:pt x="2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50"/>
              <p:cNvSpPr/>
              <p:nvPr/>
            </p:nvSpPr>
            <p:spPr>
              <a:xfrm>
                <a:off x="5053958" y="1727102"/>
                <a:ext cx="29399" cy="49261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178" extrusionOk="0">
                    <a:moveTo>
                      <a:pt x="219" y="0"/>
                    </a:moveTo>
                    <a:cubicBezTo>
                      <a:pt x="198" y="0"/>
                      <a:pt x="176" y="4"/>
                      <a:pt x="155" y="11"/>
                    </a:cubicBezTo>
                    <a:cubicBezTo>
                      <a:pt x="48" y="46"/>
                      <a:pt x="0" y="154"/>
                      <a:pt x="36" y="261"/>
                    </a:cubicBezTo>
                    <a:lnTo>
                      <a:pt x="286" y="1047"/>
                    </a:lnTo>
                    <a:cubicBezTo>
                      <a:pt x="322" y="1130"/>
                      <a:pt x="393" y="1178"/>
                      <a:pt x="488" y="1178"/>
                    </a:cubicBezTo>
                    <a:cubicBezTo>
                      <a:pt x="500" y="1178"/>
                      <a:pt x="524" y="1178"/>
                      <a:pt x="548" y="1166"/>
                    </a:cubicBezTo>
                    <a:cubicBezTo>
                      <a:pt x="655" y="1130"/>
                      <a:pt x="703" y="1023"/>
                      <a:pt x="667" y="916"/>
                    </a:cubicBezTo>
                    <a:lnTo>
                      <a:pt x="417" y="142"/>
                    </a:lnTo>
                    <a:cubicBezTo>
                      <a:pt x="388" y="56"/>
                      <a:pt x="306" y="0"/>
                      <a:pt x="2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50"/>
              <p:cNvSpPr/>
              <p:nvPr/>
            </p:nvSpPr>
            <p:spPr>
              <a:xfrm>
                <a:off x="5074659" y="1792128"/>
                <a:ext cx="30612" cy="49470"/>
              </a:xfrm>
              <a:custGeom>
                <a:avLst/>
                <a:gdLst/>
                <a:ahLst/>
                <a:cxnLst/>
                <a:rect l="l" t="t" r="r" b="b"/>
                <a:pathLst>
                  <a:path w="732" h="1183" extrusionOk="0">
                    <a:moveTo>
                      <a:pt x="254" y="0"/>
                    </a:moveTo>
                    <a:cubicBezTo>
                      <a:pt x="129" y="0"/>
                      <a:pt x="1" y="110"/>
                      <a:pt x="53" y="265"/>
                    </a:cubicBezTo>
                    <a:lnTo>
                      <a:pt x="315" y="1039"/>
                    </a:lnTo>
                    <a:cubicBezTo>
                      <a:pt x="339" y="1123"/>
                      <a:pt x="422" y="1182"/>
                      <a:pt x="505" y="1182"/>
                    </a:cubicBezTo>
                    <a:cubicBezTo>
                      <a:pt x="529" y="1182"/>
                      <a:pt x="553" y="1182"/>
                      <a:pt x="565" y="1170"/>
                    </a:cubicBezTo>
                    <a:cubicBezTo>
                      <a:pt x="672" y="1135"/>
                      <a:pt x="732" y="1027"/>
                      <a:pt x="696" y="920"/>
                    </a:cubicBezTo>
                    <a:lnTo>
                      <a:pt x="434" y="135"/>
                    </a:lnTo>
                    <a:cubicBezTo>
                      <a:pt x="402" y="40"/>
                      <a:pt x="329" y="0"/>
                      <a:pt x="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50"/>
              <p:cNvSpPr/>
              <p:nvPr/>
            </p:nvSpPr>
            <p:spPr>
              <a:xfrm>
                <a:off x="4064107" y="1424800"/>
                <a:ext cx="1015808" cy="1000316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23921" extrusionOk="0">
                    <a:moveTo>
                      <a:pt x="12142" y="408"/>
                    </a:moveTo>
                    <a:cubicBezTo>
                      <a:pt x="12314" y="408"/>
                      <a:pt x="12490" y="473"/>
                      <a:pt x="12633" y="620"/>
                    </a:cubicBezTo>
                    <a:cubicBezTo>
                      <a:pt x="13086" y="1060"/>
                      <a:pt x="12764" y="1811"/>
                      <a:pt x="12145" y="1811"/>
                    </a:cubicBezTo>
                    <a:cubicBezTo>
                      <a:pt x="11752" y="1811"/>
                      <a:pt x="11442" y="1501"/>
                      <a:pt x="11442" y="1108"/>
                    </a:cubicBezTo>
                    <a:cubicBezTo>
                      <a:pt x="11442" y="690"/>
                      <a:pt x="11784" y="408"/>
                      <a:pt x="12142" y="408"/>
                    </a:cubicBezTo>
                    <a:close/>
                    <a:moveTo>
                      <a:pt x="12847" y="2215"/>
                    </a:moveTo>
                    <a:lnTo>
                      <a:pt x="12847" y="3620"/>
                    </a:lnTo>
                    <a:lnTo>
                      <a:pt x="11442" y="3620"/>
                    </a:lnTo>
                    <a:lnTo>
                      <a:pt x="11442" y="2215"/>
                    </a:lnTo>
                    <a:close/>
                    <a:moveTo>
                      <a:pt x="21646" y="4025"/>
                    </a:moveTo>
                    <a:cubicBezTo>
                      <a:pt x="21777" y="4025"/>
                      <a:pt x="21884" y="4132"/>
                      <a:pt x="21884" y="4263"/>
                    </a:cubicBezTo>
                    <a:lnTo>
                      <a:pt x="21884" y="5061"/>
                    </a:lnTo>
                    <a:cubicBezTo>
                      <a:pt x="21884" y="5192"/>
                      <a:pt x="21777" y="5299"/>
                      <a:pt x="21646" y="5299"/>
                    </a:cubicBezTo>
                    <a:lnTo>
                      <a:pt x="2632" y="5299"/>
                    </a:lnTo>
                    <a:cubicBezTo>
                      <a:pt x="2501" y="5299"/>
                      <a:pt x="2394" y="5192"/>
                      <a:pt x="2394" y="5061"/>
                    </a:cubicBezTo>
                    <a:lnTo>
                      <a:pt x="2394" y="4263"/>
                    </a:lnTo>
                    <a:cubicBezTo>
                      <a:pt x="2394" y="4132"/>
                      <a:pt x="2501" y="4025"/>
                      <a:pt x="2632" y="4025"/>
                    </a:cubicBezTo>
                    <a:close/>
                    <a:moveTo>
                      <a:pt x="1298" y="4021"/>
                    </a:moveTo>
                    <a:cubicBezTo>
                      <a:pt x="1469" y="4021"/>
                      <a:pt x="1644" y="4085"/>
                      <a:pt x="1786" y="4227"/>
                    </a:cubicBezTo>
                    <a:cubicBezTo>
                      <a:pt x="2227" y="4668"/>
                      <a:pt x="1917" y="5430"/>
                      <a:pt x="1298" y="5430"/>
                    </a:cubicBezTo>
                    <a:cubicBezTo>
                      <a:pt x="905" y="5430"/>
                      <a:pt x="596" y="5120"/>
                      <a:pt x="596" y="4728"/>
                    </a:cubicBezTo>
                    <a:cubicBezTo>
                      <a:pt x="596" y="4301"/>
                      <a:pt x="939" y="4021"/>
                      <a:pt x="1298" y="4021"/>
                    </a:cubicBezTo>
                    <a:close/>
                    <a:moveTo>
                      <a:pt x="22992" y="4025"/>
                    </a:moveTo>
                    <a:cubicBezTo>
                      <a:pt x="23623" y="4025"/>
                      <a:pt x="23932" y="4787"/>
                      <a:pt x="23492" y="5228"/>
                    </a:cubicBezTo>
                    <a:cubicBezTo>
                      <a:pt x="23349" y="5370"/>
                      <a:pt x="23173" y="5434"/>
                      <a:pt x="23000" y="5434"/>
                    </a:cubicBezTo>
                    <a:cubicBezTo>
                      <a:pt x="22638" y="5434"/>
                      <a:pt x="22289" y="5154"/>
                      <a:pt x="22289" y="4728"/>
                    </a:cubicBezTo>
                    <a:cubicBezTo>
                      <a:pt x="22289" y="4335"/>
                      <a:pt x="22599" y="4025"/>
                      <a:pt x="22992" y="4025"/>
                    </a:cubicBezTo>
                    <a:close/>
                    <a:moveTo>
                      <a:pt x="12847" y="5835"/>
                    </a:moveTo>
                    <a:lnTo>
                      <a:pt x="12847" y="15372"/>
                    </a:lnTo>
                    <a:lnTo>
                      <a:pt x="11442" y="15372"/>
                    </a:lnTo>
                    <a:lnTo>
                      <a:pt x="11442" y="5835"/>
                    </a:lnTo>
                    <a:close/>
                    <a:moveTo>
                      <a:pt x="13752" y="15777"/>
                    </a:moveTo>
                    <a:lnTo>
                      <a:pt x="13752" y="23516"/>
                    </a:lnTo>
                    <a:lnTo>
                      <a:pt x="10538" y="23516"/>
                    </a:lnTo>
                    <a:lnTo>
                      <a:pt x="10538" y="15777"/>
                    </a:lnTo>
                    <a:close/>
                    <a:moveTo>
                      <a:pt x="12145" y="1"/>
                    </a:moveTo>
                    <a:cubicBezTo>
                      <a:pt x="11204" y="1"/>
                      <a:pt x="10692" y="1096"/>
                      <a:pt x="11288" y="1811"/>
                    </a:cubicBezTo>
                    <a:lnTo>
                      <a:pt x="11240" y="1811"/>
                    </a:lnTo>
                    <a:cubicBezTo>
                      <a:pt x="11121" y="1811"/>
                      <a:pt x="11038" y="1906"/>
                      <a:pt x="11038" y="2013"/>
                    </a:cubicBezTo>
                    <a:lnTo>
                      <a:pt x="11038" y="3620"/>
                    </a:lnTo>
                    <a:lnTo>
                      <a:pt x="2632" y="3620"/>
                    </a:lnTo>
                    <a:cubicBezTo>
                      <a:pt x="2406" y="3620"/>
                      <a:pt x="2191" y="3751"/>
                      <a:pt x="2084" y="3954"/>
                    </a:cubicBezTo>
                    <a:cubicBezTo>
                      <a:pt x="1863" y="3738"/>
                      <a:pt x="1578" y="3632"/>
                      <a:pt x="1295" y="3632"/>
                    </a:cubicBezTo>
                    <a:cubicBezTo>
                      <a:pt x="956" y="3632"/>
                      <a:pt x="620" y="3785"/>
                      <a:pt x="405" y="4085"/>
                    </a:cubicBezTo>
                    <a:cubicBezTo>
                      <a:pt x="1" y="4632"/>
                      <a:pt x="191" y="5406"/>
                      <a:pt x="786" y="5716"/>
                    </a:cubicBezTo>
                    <a:cubicBezTo>
                      <a:pt x="751" y="5740"/>
                      <a:pt x="727" y="5775"/>
                      <a:pt x="715" y="5811"/>
                    </a:cubicBezTo>
                    <a:lnTo>
                      <a:pt x="453" y="6597"/>
                    </a:lnTo>
                    <a:cubicBezTo>
                      <a:pt x="429" y="6692"/>
                      <a:pt x="477" y="6811"/>
                      <a:pt x="584" y="6847"/>
                    </a:cubicBezTo>
                    <a:cubicBezTo>
                      <a:pt x="608" y="6859"/>
                      <a:pt x="632" y="6859"/>
                      <a:pt x="655" y="6859"/>
                    </a:cubicBezTo>
                    <a:cubicBezTo>
                      <a:pt x="739" y="6859"/>
                      <a:pt x="810" y="6799"/>
                      <a:pt x="846" y="6716"/>
                    </a:cubicBezTo>
                    <a:lnTo>
                      <a:pt x="1096" y="5942"/>
                    </a:lnTo>
                    <a:cubicBezTo>
                      <a:pt x="1120" y="5906"/>
                      <a:pt x="1120" y="5859"/>
                      <a:pt x="1096" y="5823"/>
                    </a:cubicBezTo>
                    <a:lnTo>
                      <a:pt x="1096" y="5823"/>
                    </a:lnTo>
                    <a:cubicBezTo>
                      <a:pt x="1161" y="5835"/>
                      <a:pt x="1227" y="5841"/>
                      <a:pt x="1291" y="5841"/>
                    </a:cubicBezTo>
                    <a:cubicBezTo>
                      <a:pt x="1355" y="5841"/>
                      <a:pt x="1417" y="5835"/>
                      <a:pt x="1477" y="5823"/>
                    </a:cubicBezTo>
                    <a:lnTo>
                      <a:pt x="1477" y="5823"/>
                    </a:lnTo>
                    <a:cubicBezTo>
                      <a:pt x="1465" y="5859"/>
                      <a:pt x="1465" y="5906"/>
                      <a:pt x="1477" y="5942"/>
                    </a:cubicBezTo>
                    <a:lnTo>
                      <a:pt x="1739" y="6716"/>
                    </a:lnTo>
                    <a:cubicBezTo>
                      <a:pt x="1763" y="6799"/>
                      <a:pt x="1846" y="6859"/>
                      <a:pt x="1929" y="6859"/>
                    </a:cubicBezTo>
                    <a:cubicBezTo>
                      <a:pt x="1953" y="6859"/>
                      <a:pt x="1977" y="6859"/>
                      <a:pt x="1989" y="6847"/>
                    </a:cubicBezTo>
                    <a:cubicBezTo>
                      <a:pt x="2096" y="6811"/>
                      <a:pt x="2156" y="6692"/>
                      <a:pt x="2120" y="6597"/>
                    </a:cubicBezTo>
                    <a:lnTo>
                      <a:pt x="1858" y="5811"/>
                    </a:lnTo>
                    <a:cubicBezTo>
                      <a:pt x="1846" y="5775"/>
                      <a:pt x="1822" y="5740"/>
                      <a:pt x="1786" y="5716"/>
                    </a:cubicBezTo>
                    <a:cubicBezTo>
                      <a:pt x="1917" y="5656"/>
                      <a:pt x="2037" y="5561"/>
                      <a:pt x="2120" y="5454"/>
                    </a:cubicBezTo>
                    <a:cubicBezTo>
                      <a:pt x="2239" y="5621"/>
                      <a:pt x="2429" y="5704"/>
                      <a:pt x="2632" y="5716"/>
                    </a:cubicBezTo>
                    <a:lnTo>
                      <a:pt x="11038" y="5716"/>
                    </a:lnTo>
                    <a:lnTo>
                      <a:pt x="11038" y="15384"/>
                    </a:lnTo>
                    <a:lnTo>
                      <a:pt x="10335" y="15384"/>
                    </a:lnTo>
                    <a:cubicBezTo>
                      <a:pt x="10216" y="15384"/>
                      <a:pt x="10133" y="15479"/>
                      <a:pt x="10133" y="15586"/>
                    </a:cubicBezTo>
                    <a:lnTo>
                      <a:pt x="10133" y="23730"/>
                    </a:lnTo>
                    <a:cubicBezTo>
                      <a:pt x="10133" y="23837"/>
                      <a:pt x="10216" y="23920"/>
                      <a:pt x="10335" y="23920"/>
                    </a:cubicBezTo>
                    <a:lnTo>
                      <a:pt x="13943" y="23920"/>
                    </a:lnTo>
                    <a:cubicBezTo>
                      <a:pt x="14062" y="23920"/>
                      <a:pt x="14145" y="23837"/>
                      <a:pt x="14145" y="23730"/>
                    </a:cubicBezTo>
                    <a:lnTo>
                      <a:pt x="14145" y="15574"/>
                    </a:lnTo>
                    <a:cubicBezTo>
                      <a:pt x="14145" y="15467"/>
                      <a:pt x="14062" y="15384"/>
                      <a:pt x="13955" y="15372"/>
                    </a:cubicBezTo>
                    <a:lnTo>
                      <a:pt x="13252" y="15372"/>
                    </a:lnTo>
                    <a:lnTo>
                      <a:pt x="13252" y="5704"/>
                    </a:lnTo>
                    <a:lnTo>
                      <a:pt x="21646" y="5704"/>
                    </a:lnTo>
                    <a:cubicBezTo>
                      <a:pt x="21849" y="5704"/>
                      <a:pt x="22039" y="5609"/>
                      <a:pt x="22158" y="5442"/>
                    </a:cubicBezTo>
                    <a:cubicBezTo>
                      <a:pt x="22253" y="5561"/>
                      <a:pt x="22360" y="5644"/>
                      <a:pt x="22491" y="5704"/>
                    </a:cubicBezTo>
                    <a:cubicBezTo>
                      <a:pt x="22456" y="5728"/>
                      <a:pt x="22432" y="5763"/>
                      <a:pt x="22420" y="5811"/>
                    </a:cubicBezTo>
                    <a:lnTo>
                      <a:pt x="22158" y="6585"/>
                    </a:lnTo>
                    <a:cubicBezTo>
                      <a:pt x="22122" y="6692"/>
                      <a:pt x="22182" y="6799"/>
                      <a:pt x="22289" y="6835"/>
                    </a:cubicBezTo>
                    <a:cubicBezTo>
                      <a:pt x="22313" y="6847"/>
                      <a:pt x="22325" y="6847"/>
                      <a:pt x="22349" y="6847"/>
                    </a:cubicBezTo>
                    <a:cubicBezTo>
                      <a:pt x="22444" y="6847"/>
                      <a:pt x="22515" y="6799"/>
                      <a:pt x="22539" y="6716"/>
                    </a:cubicBezTo>
                    <a:lnTo>
                      <a:pt x="22801" y="5930"/>
                    </a:lnTo>
                    <a:cubicBezTo>
                      <a:pt x="22813" y="5894"/>
                      <a:pt x="22813" y="5847"/>
                      <a:pt x="22801" y="5811"/>
                    </a:cubicBezTo>
                    <a:lnTo>
                      <a:pt x="22801" y="5811"/>
                    </a:lnTo>
                    <a:cubicBezTo>
                      <a:pt x="22866" y="5823"/>
                      <a:pt x="22929" y="5829"/>
                      <a:pt x="22992" y="5829"/>
                    </a:cubicBezTo>
                    <a:cubicBezTo>
                      <a:pt x="23054" y="5829"/>
                      <a:pt x="23117" y="5823"/>
                      <a:pt x="23182" y="5811"/>
                    </a:cubicBezTo>
                    <a:lnTo>
                      <a:pt x="23182" y="5811"/>
                    </a:lnTo>
                    <a:cubicBezTo>
                      <a:pt x="23170" y="5847"/>
                      <a:pt x="23170" y="5894"/>
                      <a:pt x="23182" y="5930"/>
                    </a:cubicBezTo>
                    <a:lnTo>
                      <a:pt x="23444" y="6716"/>
                    </a:lnTo>
                    <a:cubicBezTo>
                      <a:pt x="23468" y="6799"/>
                      <a:pt x="23539" y="6847"/>
                      <a:pt x="23634" y="6847"/>
                    </a:cubicBezTo>
                    <a:cubicBezTo>
                      <a:pt x="23646" y="6847"/>
                      <a:pt x="23670" y="6847"/>
                      <a:pt x="23694" y="6835"/>
                    </a:cubicBezTo>
                    <a:cubicBezTo>
                      <a:pt x="23801" y="6799"/>
                      <a:pt x="23861" y="6692"/>
                      <a:pt x="23825" y="6585"/>
                    </a:cubicBezTo>
                    <a:lnTo>
                      <a:pt x="23563" y="5811"/>
                    </a:lnTo>
                    <a:cubicBezTo>
                      <a:pt x="23551" y="5763"/>
                      <a:pt x="23527" y="5728"/>
                      <a:pt x="23492" y="5704"/>
                    </a:cubicBezTo>
                    <a:cubicBezTo>
                      <a:pt x="24099" y="5406"/>
                      <a:pt x="24289" y="4620"/>
                      <a:pt x="23884" y="4073"/>
                    </a:cubicBezTo>
                    <a:cubicBezTo>
                      <a:pt x="23665" y="3769"/>
                      <a:pt x="23329" y="3616"/>
                      <a:pt x="22992" y="3616"/>
                    </a:cubicBezTo>
                    <a:cubicBezTo>
                      <a:pt x="22708" y="3616"/>
                      <a:pt x="22423" y="3724"/>
                      <a:pt x="22206" y="3942"/>
                    </a:cubicBezTo>
                    <a:cubicBezTo>
                      <a:pt x="22087" y="3751"/>
                      <a:pt x="21884" y="3620"/>
                      <a:pt x="21646" y="3620"/>
                    </a:cubicBezTo>
                    <a:lnTo>
                      <a:pt x="13252" y="3620"/>
                    </a:lnTo>
                    <a:lnTo>
                      <a:pt x="13252" y="2013"/>
                    </a:lnTo>
                    <a:cubicBezTo>
                      <a:pt x="13252" y="1906"/>
                      <a:pt x="13157" y="1811"/>
                      <a:pt x="13050" y="1811"/>
                    </a:cubicBezTo>
                    <a:lnTo>
                      <a:pt x="12990" y="1811"/>
                    </a:lnTo>
                    <a:cubicBezTo>
                      <a:pt x="13586" y="1096"/>
                      <a:pt x="13074" y="1"/>
                      <a:pt x="12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2" name="Google Shape;312;p50"/>
            <p:cNvSpPr/>
            <p:nvPr/>
          </p:nvSpPr>
          <p:spPr>
            <a:xfrm>
              <a:off x="3974500" y="1572958"/>
              <a:ext cx="84300" cy="8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0"/>
            <p:cNvSpPr/>
            <p:nvPr/>
          </p:nvSpPr>
          <p:spPr>
            <a:xfrm>
              <a:off x="5082800" y="1572958"/>
              <a:ext cx="84300" cy="8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0"/>
            <p:cNvSpPr/>
            <p:nvPr/>
          </p:nvSpPr>
          <p:spPr>
            <a:xfrm>
              <a:off x="4529775" y="1389483"/>
              <a:ext cx="84300" cy="8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0"/>
            <p:cNvSpPr/>
            <p:nvPr/>
          </p:nvSpPr>
          <p:spPr>
            <a:xfrm>
              <a:off x="4067731" y="1569946"/>
              <a:ext cx="1004700" cy="84300"/>
            </a:xfrm>
            <a:prstGeom prst="roundRect">
              <a:avLst>
                <a:gd name="adj" fmla="val 2497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0"/>
            <p:cNvSpPr/>
            <p:nvPr/>
          </p:nvSpPr>
          <p:spPr>
            <a:xfrm rot="5400000">
              <a:off x="4221925" y="1782725"/>
              <a:ext cx="696300" cy="84300"/>
            </a:xfrm>
            <a:prstGeom prst="roundRect">
              <a:avLst>
                <a:gd name="adj" fmla="val 1251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0"/>
            <p:cNvSpPr/>
            <p:nvPr/>
          </p:nvSpPr>
          <p:spPr>
            <a:xfrm rot="5400000">
              <a:off x="4363225" y="2279150"/>
              <a:ext cx="413700" cy="1923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0"/>
            <p:cNvSpPr/>
            <p:nvPr/>
          </p:nvSpPr>
          <p:spPr>
            <a:xfrm rot="5400000">
              <a:off x="4533125" y="2435450"/>
              <a:ext cx="73800" cy="375900"/>
            </a:xfrm>
            <a:prstGeom prst="roundRect">
              <a:avLst>
                <a:gd name="adj" fmla="val 2039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0"/>
            <p:cNvSpPr/>
            <p:nvPr/>
          </p:nvSpPr>
          <p:spPr>
            <a:xfrm rot="5400000">
              <a:off x="4510725" y="2490850"/>
              <a:ext cx="118500" cy="460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0"/>
            <p:cNvSpPr/>
            <p:nvPr/>
          </p:nvSpPr>
          <p:spPr>
            <a:xfrm>
              <a:off x="3837625" y="1994025"/>
              <a:ext cx="357900" cy="357900"/>
            </a:xfrm>
            <a:prstGeom prst="pie">
              <a:avLst>
                <a:gd name="adj1" fmla="val 0"/>
                <a:gd name="adj2" fmla="val 108111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0"/>
            <p:cNvSpPr/>
            <p:nvPr/>
          </p:nvSpPr>
          <p:spPr>
            <a:xfrm>
              <a:off x="4944625" y="1994025"/>
              <a:ext cx="357900" cy="357900"/>
            </a:xfrm>
            <a:prstGeom prst="pie">
              <a:avLst>
                <a:gd name="adj1" fmla="val 0"/>
                <a:gd name="adj2" fmla="val 108111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>
            <a:spLocks noGrp="1"/>
          </p:cNvSpPr>
          <p:nvPr>
            <p:ph type="title"/>
          </p:nvPr>
        </p:nvSpPr>
        <p:spPr>
          <a:xfrm>
            <a:off x="3876900" y="1747147"/>
            <a:ext cx="45537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Social Life</a:t>
            </a:r>
            <a:endParaRPr/>
          </a:p>
        </p:txBody>
      </p:sp>
      <p:sp>
        <p:nvSpPr>
          <p:cNvPr id="327" name="Google Shape;327;p51"/>
          <p:cNvSpPr txBox="1">
            <a:spLocks noGrp="1"/>
          </p:cNvSpPr>
          <p:nvPr>
            <p:ph type="subTitle" idx="1"/>
          </p:nvPr>
        </p:nvSpPr>
        <p:spPr>
          <a:xfrm>
            <a:off x="3876900" y="3679722"/>
            <a:ext cx="40182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if you need it</a:t>
            </a:r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title" idx="2"/>
          </p:nvPr>
        </p:nvSpPr>
        <p:spPr>
          <a:xfrm>
            <a:off x="3851500" y="834907"/>
            <a:ext cx="14664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329" name="Google Shape;329;p51"/>
          <p:cNvPicPr preferRelativeResize="0"/>
          <p:nvPr/>
        </p:nvPicPr>
        <p:blipFill rotWithShape="1">
          <a:blip r:embed="rId3">
            <a:alphaModFix/>
          </a:blip>
          <a:srcRect l="7427" r="26904"/>
          <a:stretch/>
        </p:blipFill>
        <p:spPr>
          <a:xfrm>
            <a:off x="0" y="0"/>
            <a:ext cx="3618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>
            <a:spLocks noGrp="1"/>
          </p:cNvSpPr>
          <p:nvPr>
            <p:ph type="title" idx="4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Examining Social Life</a:t>
            </a:r>
            <a:endParaRPr/>
          </a:p>
        </p:txBody>
      </p:sp>
      <p:sp>
        <p:nvSpPr>
          <p:cNvPr id="335" name="Google Shape;335;p52"/>
          <p:cNvSpPr txBox="1">
            <a:spLocks noGrp="1"/>
          </p:cNvSpPr>
          <p:nvPr>
            <p:ph type="title" idx="2"/>
          </p:nvPr>
        </p:nvSpPr>
        <p:spPr>
          <a:xfrm>
            <a:off x="678272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3351004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 and Laws</a:t>
            </a:r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title" idx="5"/>
          </p:nvPr>
        </p:nvSpPr>
        <p:spPr>
          <a:xfrm>
            <a:off x="3351000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338" name="Google Shape;338;p52"/>
          <p:cNvSpPr txBox="1">
            <a:spLocks noGrp="1"/>
          </p:cNvSpPr>
          <p:nvPr>
            <p:ph type="title" idx="6"/>
          </p:nvPr>
        </p:nvSpPr>
        <p:spPr>
          <a:xfrm>
            <a:off x="678175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of them all</a:t>
            </a:r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title" idx="3"/>
          </p:nvPr>
        </p:nvSpPr>
        <p:spPr>
          <a:xfrm>
            <a:off x="6023862" y="2215050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Welfare State</a:t>
            </a:r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title" idx="7"/>
          </p:nvPr>
        </p:nvSpPr>
        <p:spPr>
          <a:xfrm>
            <a:off x="6023928" y="2670450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gas giant, composed mostly of hydrogen and helium</a:t>
            </a:r>
            <a:endParaRPr/>
          </a:p>
        </p:txBody>
      </p:sp>
      <p:grpSp>
        <p:nvGrpSpPr>
          <p:cNvPr id="341" name="Google Shape;341;p52"/>
          <p:cNvGrpSpPr/>
          <p:nvPr/>
        </p:nvGrpSpPr>
        <p:grpSpPr>
          <a:xfrm>
            <a:off x="1713728" y="1862424"/>
            <a:ext cx="370879" cy="337755"/>
            <a:chOff x="-40378075" y="3267450"/>
            <a:chExt cx="317425" cy="289075"/>
          </a:xfrm>
        </p:grpSpPr>
        <p:sp>
          <p:nvSpPr>
            <p:cNvPr id="342" name="Google Shape;342;p52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2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2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2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52"/>
          <p:cNvGrpSpPr/>
          <p:nvPr/>
        </p:nvGrpSpPr>
        <p:grpSpPr>
          <a:xfrm>
            <a:off x="4386451" y="1847540"/>
            <a:ext cx="370934" cy="367521"/>
            <a:chOff x="-63679950" y="4093450"/>
            <a:chExt cx="320600" cy="317650"/>
          </a:xfrm>
        </p:grpSpPr>
        <p:sp>
          <p:nvSpPr>
            <p:cNvPr id="347" name="Google Shape;347;p52"/>
            <p:cNvSpPr/>
            <p:nvPr/>
          </p:nvSpPr>
          <p:spPr>
            <a:xfrm>
              <a:off x="-63595650" y="4093450"/>
              <a:ext cx="236300" cy="230425"/>
            </a:xfrm>
            <a:custGeom>
              <a:avLst/>
              <a:gdLst/>
              <a:ahLst/>
              <a:cxnLst/>
              <a:rect l="l" t="t" r="r" b="b"/>
              <a:pathLst>
                <a:path w="9452" h="9217" extrusionOk="0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2"/>
            <p:cNvSpPr/>
            <p:nvPr/>
          </p:nvSpPr>
          <p:spPr>
            <a:xfrm>
              <a:off x="-63679950" y="4233850"/>
              <a:ext cx="177250" cy="177250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2"/>
            <p:cNvSpPr/>
            <p:nvPr/>
          </p:nvSpPr>
          <p:spPr>
            <a:xfrm>
              <a:off x="-63548400" y="4348850"/>
              <a:ext cx="185900" cy="62250"/>
            </a:xfrm>
            <a:custGeom>
              <a:avLst/>
              <a:gdLst/>
              <a:ahLst/>
              <a:cxnLst/>
              <a:rect l="l" t="t" r="r" b="b"/>
              <a:pathLst>
                <a:path w="7436" h="2490" extrusionOk="0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52"/>
          <p:cNvGrpSpPr/>
          <p:nvPr/>
        </p:nvGrpSpPr>
        <p:grpSpPr>
          <a:xfrm>
            <a:off x="7089530" y="1854899"/>
            <a:ext cx="310602" cy="352803"/>
            <a:chOff x="-28069875" y="3175300"/>
            <a:chExt cx="260725" cy="296150"/>
          </a:xfrm>
        </p:grpSpPr>
        <p:sp>
          <p:nvSpPr>
            <p:cNvPr id="351" name="Google Shape;351;p52"/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2"/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2"/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53"/>
          <p:cNvPicPr preferRelativeResize="0"/>
          <p:nvPr/>
        </p:nvPicPr>
        <p:blipFill rotWithShape="1">
          <a:blip r:embed="rId3">
            <a:alphaModFix/>
          </a:blip>
          <a:srcRect l="7512" r="7504"/>
          <a:stretch/>
        </p:blipFill>
        <p:spPr>
          <a:xfrm>
            <a:off x="5169550" y="0"/>
            <a:ext cx="39744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3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Values</a:t>
            </a:r>
            <a:endParaRPr/>
          </a:p>
        </p:txBody>
      </p:sp>
      <p:sp>
        <p:nvSpPr>
          <p:cNvPr id="366" name="Google Shape;366;p53"/>
          <p:cNvSpPr txBox="1">
            <a:spLocks noGrp="1"/>
          </p:cNvSpPr>
          <p:nvPr>
            <p:ph type="title" idx="4"/>
          </p:nvPr>
        </p:nvSpPr>
        <p:spPr>
          <a:xfrm>
            <a:off x="777945" y="13684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Independence</a:t>
            </a:r>
            <a:endParaRPr/>
          </a:p>
        </p:txBody>
      </p:sp>
      <p:sp>
        <p:nvSpPr>
          <p:cNvPr id="367" name="Google Shape;367;p53"/>
          <p:cNvSpPr txBox="1">
            <a:spLocks noGrp="1"/>
          </p:cNvSpPr>
          <p:nvPr>
            <p:ph type="title" idx="6"/>
          </p:nvPr>
        </p:nvSpPr>
        <p:spPr>
          <a:xfrm>
            <a:off x="3562197" y="29440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</a:t>
            </a:r>
            <a:endParaRPr/>
          </a:p>
        </p:txBody>
      </p:sp>
      <p:sp>
        <p:nvSpPr>
          <p:cNvPr id="368" name="Google Shape;368;p53"/>
          <p:cNvSpPr txBox="1">
            <a:spLocks noGrp="1"/>
          </p:cNvSpPr>
          <p:nvPr>
            <p:ph type="title" idx="2"/>
          </p:nvPr>
        </p:nvSpPr>
        <p:spPr>
          <a:xfrm>
            <a:off x="3562197" y="13684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</a:t>
            </a:r>
            <a:endParaRPr/>
          </a:p>
        </p:txBody>
      </p:sp>
      <p:sp>
        <p:nvSpPr>
          <p:cNvPr id="369" name="Google Shape;369;p53"/>
          <p:cNvSpPr txBox="1">
            <a:spLocks noGrp="1"/>
          </p:cNvSpPr>
          <p:nvPr>
            <p:ph type="title" idx="3"/>
          </p:nvPr>
        </p:nvSpPr>
        <p:spPr>
          <a:xfrm>
            <a:off x="3562150" y="18238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also the biggest planet of them all</a:t>
            </a:r>
            <a:endParaRPr/>
          </a:p>
        </p:txBody>
      </p:sp>
      <p:sp>
        <p:nvSpPr>
          <p:cNvPr id="370" name="Google Shape;370;p53"/>
          <p:cNvSpPr txBox="1">
            <a:spLocks noGrp="1"/>
          </p:cNvSpPr>
          <p:nvPr>
            <p:ph type="title" idx="7"/>
          </p:nvPr>
        </p:nvSpPr>
        <p:spPr>
          <a:xfrm>
            <a:off x="3562150" y="33994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spins slowly in the opposite direction from most planets</a:t>
            </a:r>
            <a:endParaRPr/>
          </a:p>
        </p:txBody>
      </p:sp>
      <p:sp>
        <p:nvSpPr>
          <p:cNvPr id="371" name="Google Shape;371;p53"/>
          <p:cNvSpPr txBox="1">
            <a:spLocks noGrp="1"/>
          </p:cNvSpPr>
          <p:nvPr>
            <p:ph type="title" idx="5"/>
          </p:nvPr>
        </p:nvSpPr>
        <p:spPr>
          <a:xfrm>
            <a:off x="777897" y="18238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planet and without a solid surface</a:t>
            </a:r>
            <a:endParaRPr/>
          </a:p>
        </p:txBody>
      </p:sp>
      <p:sp>
        <p:nvSpPr>
          <p:cNvPr id="372" name="Google Shape;372;p53"/>
          <p:cNvSpPr txBox="1">
            <a:spLocks noGrp="1"/>
          </p:cNvSpPr>
          <p:nvPr>
            <p:ph type="title" idx="8"/>
          </p:nvPr>
        </p:nvSpPr>
        <p:spPr>
          <a:xfrm>
            <a:off x="777945" y="2944030"/>
            <a:ext cx="24054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Directness</a:t>
            </a:r>
            <a:endParaRPr/>
          </a:p>
        </p:txBody>
      </p:sp>
      <p:sp>
        <p:nvSpPr>
          <p:cNvPr id="373" name="Google Shape;373;p53"/>
          <p:cNvSpPr txBox="1">
            <a:spLocks noGrp="1"/>
          </p:cNvSpPr>
          <p:nvPr>
            <p:ph type="title" idx="9"/>
          </p:nvPr>
        </p:nvSpPr>
        <p:spPr>
          <a:xfrm>
            <a:off x="777897" y="3399430"/>
            <a:ext cx="2405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dusty, cold, desert world with a very thin atmosphere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>
            <a:spLocks noGrp="1"/>
          </p:cNvSpPr>
          <p:nvPr>
            <p:ph type="title"/>
          </p:nvPr>
        </p:nvSpPr>
        <p:spPr>
          <a:xfrm>
            <a:off x="4496400" y="1423550"/>
            <a:ext cx="3934200" cy="10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Reinforces the Concept</a:t>
            </a:r>
            <a:endParaRPr/>
          </a:p>
        </p:txBody>
      </p:sp>
      <p:sp>
        <p:nvSpPr>
          <p:cNvPr id="379" name="Google Shape;379;p54"/>
          <p:cNvSpPr txBox="1">
            <a:spLocks noGrp="1"/>
          </p:cNvSpPr>
          <p:nvPr>
            <p:ph type="subTitle" idx="1"/>
          </p:nvPr>
        </p:nvSpPr>
        <p:spPr>
          <a:xfrm>
            <a:off x="4496400" y="2530750"/>
            <a:ext cx="34392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that</a:t>
            </a:r>
            <a:endParaRPr/>
          </a:p>
        </p:txBody>
      </p:sp>
      <p:pic>
        <p:nvPicPr>
          <p:cNvPr id="380" name="Google Shape;380;p54"/>
          <p:cNvPicPr preferRelativeResize="0"/>
          <p:nvPr/>
        </p:nvPicPr>
        <p:blipFill rotWithShape="1">
          <a:blip r:embed="rId3">
            <a:alphaModFix/>
          </a:blip>
          <a:srcRect t="7255" r="17437" b="8477"/>
          <a:stretch/>
        </p:blipFill>
        <p:spPr>
          <a:xfrm>
            <a:off x="0" y="1257725"/>
            <a:ext cx="4148599" cy="262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>
            <a:spLocks noGrp="1"/>
          </p:cNvSpPr>
          <p:nvPr>
            <p:ph type="title"/>
          </p:nvPr>
        </p:nvSpPr>
        <p:spPr>
          <a:xfrm>
            <a:off x="665000" y="3398525"/>
            <a:ext cx="5012400" cy="114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 txBox="1">
            <a:spLocks noGrp="1"/>
          </p:cNvSpPr>
          <p:nvPr>
            <p:ph type="title"/>
          </p:nvPr>
        </p:nvSpPr>
        <p:spPr>
          <a:xfrm>
            <a:off x="3940750" y="1099375"/>
            <a:ext cx="4619100" cy="22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391" name="Google Shape;391;p56"/>
          <p:cNvSpPr txBox="1">
            <a:spLocks noGrp="1"/>
          </p:cNvSpPr>
          <p:nvPr>
            <p:ph type="subTitle" idx="1"/>
          </p:nvPr>
        </p:nvSpPr>
        <p:spPr>
          <a:xfrm>
            <a:off x="3940750" y="3347938"/>
            <a:ext cx="3362400" cy="7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keywords catch your audience’s attention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>
            <a:spLocks noGrp="1"/>
          </p:cNvSpPr>
          <p:nvPr>
            <p:ph type="title" idx="4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Education System</a:t>
            </a:r>
            <a:endParaRPr/>
          </a:p>
        </p:txBody>
      </p:sp>
      <p:sp>
        <p:nvSpPr>
          <p:cNvPr id="397" name="Google Shape;397;p57"/>
          <p:cNvSpPr txBox="1">
            <a:spLocks noGrp="1"/>
          </p:cNvSpPr>
          <p:nvPr>
            <p:ph type="title"/>
          </p:nvPr>
        </p:nvSpPr>
        <p:spPr>
          <a:xfrm>
            <a:off x="758780" y="3583050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Education</a:t>
            </a:r>
            <a:endParaRPr/>
          </a:p>
        </p:txBody>
      </p:sp>
      <p:sp>
        <p:nvSpPr>
          <p:cNvPr id="398" name="Google Shape;398;p57"/>
          <p:cNvSpPr txBox="1">
            <a:spLocks noGrp="1"/>
          </p:cNvSpPr>
          <p:nvPr>
            <p:ph type="title" idx="2"/>
          </p:nvPr>
        </p:nvSpPr>
        <p:spPr>
          <a:xfrm>
            <a:off x="758902" y="2381237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Training</a:t>
            </a:r>
            <a:endParaRPr/>
          </a:p>
        </p:txBody>
      </p:sp>
      <p:sp>
        <p:nvSpPr>
          <p:cNvPr id="399" name="Google Shape;399;p57"/>
          <p:cNvSpPr txBox="1">
            <a:spLocks noGrp="1"/>
          </p:cNvSpPr>
          <p:nvPr>
            <p:ph type="title" idx="3"/>
          </p:nvPr>
        </p:nvSpPr>
        <p:spPr>
          <a:xfrm>
            <a:off x="758873" y="1179424"/>
            <a:ext cx="3209400" cy="4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Induces Sociability</a:t>
            </a:r>
            <a:endParaRPr/>
          </a:p>
        </p:txBody>
      </p:sp>
      <p:sp>
        <p:nvSpPr>
          <p:cNvPr id="400" name="Google Shape;400;p57"/>
          <p:cNvSpPr txBox="1">
            <a:spLocks noGrp="1"/>
          </p:cNvSpPr>
          <p:nvPr>
            <p:ph type="title" idx="5"/>
          </p:nvPr>
        </p:nvSpPr>
        <p:spPr>
          <a:xfrm>
            <a:off x="758775" y="3978430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reason why Neptune is blue is due to the presence of gas methane</a:t>
            </a:r>
            <a:endParaRPr/>
          </a:p>
        </p:txBody>
      </p:sp>
      <p:sp>
        <p:nvSpPr>
          <p:cNvPr id="401" name="Google Shape;401;p57"/>
          <p:cNvSpPr txBox="1">
            <a:spLocks noGrp="1"/>
          </p:cNvSpPr>
          <p:nvPr>
            <p:ph type="title" idx="6"/>
          </p:nvPr>
        </p:nvSpPr>
        <p:spPr>
          <a:xfrm>
            <a:off x="758775" y="2776625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giant, composed mostly of hydrogen and helium</a:t>
            </a:r>
            <a:endParaRPr/>
          </a:p>
        </p:txBody>
      </p:sp>
      <p:sp>
        <p:nvSpPr>
          <p:cNvPr id="402" name="Google Shape;402;p57"/>
          <p:cNvSpPr txBox="1">
            <a:spLocks noGrp="1"/>
          </p:cNvSpPr>
          <p:nvPr>
            <p:ph type="title" idx="7"/>
          </p:nvPr>
        </p:nvSpPr>
        <p:spPr>
          <a:xfrm>
            <a:off x="758950" y="1574800"/>
            <a:ext cx="392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place. The planet is full of iron oxide dust</a:t>
            </a:r>
            <a:endParaRPr/>
          </a:p>
        </p:txBody>
      </p:sp>
      <p:pic>
        <p:nvPicPr>
          <p:cNvPr id="403" name="Google Shape;403;p57"/>
          <p:cNvPicPr preferRelativeResize="0"/>
          <p:nvPr/>
        </p:nvPicPr>
        <p:blipFill rotWithShape="1">
          <a:blip r:embed="rId3">
            <a:alphaModFix/>
          </a:blip>
          <a:srcRect l="5563" r="5563"/>
          <a:stretch/>
        </p:blipFill>
        <p:spPr>
          <a:xfrm>
            <a:off x="5169550" y="0"/>
            <a:ext cx="39744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Some Reasons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9" name="Google Shape;409;p58"/>
          <p:cNvSpPr txBox="1">
            <a:spLocks noGrp="1"/>
          </p:cNvSpPr>
          <p:nvPr>
            <p:ph type="title" idx="2"/>
          </p:nvPr>
        </p:nvSpPr>
        <p:spPr>
          <a:xfrm>
            <a:off x="3349575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Influence</a:t>
            </a:r>
            <a:endParaRPr/>
          </a:p>
        </p:txBody>
      </p:sp>
      <p:sp>
        <p:nvSpPr>
          <p:cNvPr id="410" name="Google Shape;410;p58"/>
          <p:cNvSpPr txBox="1">
            <a:spLocks noGrp="1"/>
          </p:cNvSpPr>
          <p:nvPr>
            <p:ph type="title" idx="3"/>
          </p:nvPr>
        </p:nvSpPr>
        <p:spPr>
          <a:xfrm>
            <a:off x="3349512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 and a gas giant</a:t>
            </a:r>
            <a:endParaRPr/>
          </a:p>
        </p:txBody>
      </p:sp>
      <p:sp>
        <p:nvSpPr>
          <p:cNvPr id="411" name="Google Shape;411;p58"/>
          <p:cNvSpPr txBox="1">
            <a:spLocks noGrp="1"/>
          </p:cNvSpPr>
          <p:nvPr>
            <p:ph type="title" idx="4"/>
          </p:nvPr>
        </p:nvSpPr>
        <p:spPr>
          <a:xfrm>
            <a:off x="727200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Demand</a:t>
            </a:r>
            <a:endParaRPr/>
          </a:p>
        </p:txBody>
      </p:sp>
      <p:sp>
        <p:nvSpPr>
          <p:cNvPr id="412" name="Google Shape;412;p58"/>
          <p:cNvSpPr txBox="1">
            <a:spLocks noGrp="1"/>
          </p:cNvSpPr>
          <p:nvPr>
            <p:ph type="title" idx="5"/>
          </p:nvPr>
        </p:nvSpPr>
        <p:spPr>
          <a:xfrm>
            <a:off x="727200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413" name="Google Shape;413;p58"/>
          <p:cNvSpPr txBox="1">
            <a:spLocks noGrp="1"/>
          </p:cNvSpPr>
          <p:nvPr>
            <p:ph type="title" idx="6"/>
          </p:nvPr>
        </p:nvSpPr>
        <p:spPr>
          <a:xfrm>
            <a:off x="5971737" y="14397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&amp; More</a:t>
            </a:r>
            <a:endParaRPr/>
          </a:p>
        </p:txBody>
      </p:sp>
      <p:sp>
        <p:nvSpPr>
          <p:cNvPr id="414" name="Google Shape;414;p58"/>
          <p:cNvSpPr txBox="1">
            <a:spLocks noGrp="1"/>
          </p:cNvSpPr>
          <p:nvPr>
            <p:ph type="title" idx="7"/>
          </p:nvPr>
        </p:nvSpPr>
        <p:spPr>
          <a:xfrm>
            <a:off x="5971700" y="18951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</p:txBody>
      </p:sp>
      <p:sp>
        <p:nvSpPr>
          <p:cNvPr id="415" name="Google Shape;415;p58"/>
          <p:cNvSpPr txBox="1">
            <a:spLocks noGrp="1"/>
          </p:cNvSpPr>
          <p:nvPr>
            <p:ph type="title" idx="8"/>
          </p:nvPr>
        </p:nvSpPr>
        <p:spPr>
          <a:xfrm>
            <a:off x="3349575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Acceptation</a:t>
            </a:r>
            <a:endParaRPr/>
          </a:p>
        </p:txBody>
      </p:sp>
      <p:sp>
        <p:nvSpPr>
          <p:cNvPr id="416" name="Google Shape;416;p58"/>
          <p:cNvSpPr txBox="1">
            <a:spLocks noGrp="1"/>
          </p:cNvSpPr>
          <p:nvPr>
            <p:ph type="title" idx="9"/>
          </p:nvPr>
        </p:nvSpPr>
        <p:spPr>
          <a:xfrm>
            <a:off x="3349512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Ceres was the first asteroid to be discovered</a:t>
            </a:r>
            <a:endParaRPr/>
          </a:p>
        </p:txBody>
      </p:sp>
      <p:sp>
        <p:nvSpPr>
          <p:cNvPr id="417" name="Google Shape;417;p58"/>
          <p:cNvSpPr txBox="1">
            <a:spLocks noGrp="1"/>
          </p:cNvSpPr>
          <p:nvPr>
            <p:ph type="title" idx="13"/>
          </p:nvPr>
        </p:nvSpPr>
        <p:spPr>
          <a:xfrm>
            <a:off x="727200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Newer</a:t>
            </a:r>
            <a:endParaRPr/>
          </a:p>
        </p:txBody>
      </p:sp>
      <p:sp>
        <p:nvSpPr>
          <p:cNvPr id="418" name="Google Shape;418;p58"/>
          <p:cNvSpPr txBox="1">
            <a:spLocks noGrp="1"/>
          </p:cNvSpPr>
          <p:nvPr>
            <p:ph type="title" idx="14"/>
          </p:nvPr>
        </p:nvSpPr>
        <p:spPr>
          <a:xfrm>
            <a:off x="727200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very cold place</a:t>
            </a:r>
            <a:endParaRPr/>
          </a:p>
        </p:txBody>
      </p:sp>
      <p:sp>
        <p:nvSpPr>
          <p:cNvPr id="419" name="Google Shape;419;p58"/>
          <p:cNvSpPr txBox="1">
            <a:spLocks noGrp="1"/>
          </p:cNvSpPr>
          <p:nvPr>
            <p:ph type="title" idx="15"/>
          </p:nvPr>
        </p:nvSpPr>
        <p:spPr>
          <a:xfrm>
            <a:off x="5971737" y="3091575"/>
            <a:ext cx="2445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Publicity</a:t>
            </a:r>
            <a:endParaRPr/>
          </a:p>
        </p:txBody>
      </p:sp>
      <p:sp>
        <p:nvSpPr>
          <p:cNvPr id="420" name="Google Shape;420;p58"/>
          <p:cNvSpPr txBox="1">
            <a:spLocks noGrp="1"/>
          </p:cNvSpPr>
          <p:nvPr>
            <p:ph type="title" idx="16"/>
          </p:nvPr>
        </p:nvSpPr>
        <p:spPr>
          <a:xfrm>
            <a:off x="5971700" y="3546975"/>
            <a:ext cx="2445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Sirius is the brightest star in the night sky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Some Percentages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26" name="Google Shape;426;p59"/>
          <p:cNvSpPr txBox="1">
            <a:spLocks noGrp="1"/>
          </p:cNvSpPr>
          <p:nvPr>
            <p:ph type="title" idx="2"/>
          </p:nvPr>
        </p:nvSpPr>
        <p:spPr>
          <a:xfrm>
            <a:off x="3312613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427" name="Google Shape;427;p59"/>
          <p:cNvSpPr txBox="1">
            <a:spLocks noGrp="1"/>
          </p:cNvSpPr>
          <p:nvPr>
            <p:ph type="title" idx="3"/>
          </p:nvPr>
        </p:nvSpPr>
        <p:spPr>
          <a:xfrm>
            <a:off x="3312609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biggest planet in the Solar System</a:t>
            </a:r>
            <a:endParaRPr/>
          </a:p>
        </p:txBody>
      </p:sp>
      <p:sp>
        <p:nvSpPr>
          <p:cNvPr id="428" name="Google Shape;428;p59"/>
          <p:cNvSpPr txBox="1">
            <a:spLocks noGrp="1"/>
          </p:cNvSpPr>
          <p:nvPr>
            <p:ph type="title" idx="4"/>
          </p:nvPr>
        </p:nvSpPr>
        <p:spPr>
          <a:xfrm>
            <a:off x="639775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429" name="Google Shape;429;p59"/>
          <p:cNvSpPr txBox="1">
            <a:spLocks noGrp="1"/>
          </p:cNvSpPr>
          <p:nvPr>
            <p:ph type="title" idx="5"/>
          </p:nvPr>
        </p:nvSpPr>
        <p:spPr>
          <a:xfrm>
            <a:off x="639725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430" name="Google Shape;430;p59"/>
          <p:cNvSpPr txBox="1">
            <a:spLocks noGrp="1"/>
          </p:cNvSpPr>
          <p:nvPr>
            <p:ph type="title" idx="6"/>
          </p:nvPr>
        </p:nvSpPr>
        <p:spPr>
          <a:xfrm>
            <a:off x="5985425" y="3165625"/>
            <a:ext cx="25188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431" name="Google Shape;431;p59"/>
          <p:cNvSpPr txBox="1">
            <a:spLocks noGrp="1"/>
          </p:cNvSpPr>
          <p:nvPr>
            <p:ph type="title" idx="7"/>
          </p:nvPr>
        </p:nvSpPr>
        <p:spPr>
          <a:xfrm>
            <a:off x="5985492" y="3621029"/>
            <a:ext cx="25188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 and a gas giant</a:t>
            </a:r>
            <a:endParaRPr/>
          </a:p>
        </p:txBody>
      </p:sp>
      <p:sp>
        <p:nvSpPr>
          <p:cNvPr id="432" name="Google Shape;432;p59"/>
          <p:cNvSpPr txBox="1">
            <a:spLocks noGrp="1"/>
          </p:cNvSpPr>
          <p:nvPr>
            <p:ph type="title" idx="8"/>
          </p:nvPr>
        </p:nvSpPr>
        <p:spPr>
          <a:xfrm>
            <a:off x="10009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433" name="Google Shape;433;p59"/>
          <p:cNvSpPr txBox="1">
            <a:spLocks noGrp="1"/>
          </p:cNvSpPr>
          <p:nvPr>
            <p:ph type="title" idx="9"/>
          </p:nvPr>
        </p:nvSpPr>
        <p:spPr>
          <a:xfrm>
            <a:off x="36736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70%</a:t>
            </a:r>
            <a:endParaRPr/>
          </a:p>
        </p:txBody>
      </p:sp>
      <p:sp>
        <p:nvSpPr>
          <p:cNvPr id="434" name="Google Shape;434;p59"/>
          <p:cNvSpPr txBox="1">
            <a:spLocks noGrp="1"/>
          </p:cNvSpPr>
          <p:nvPr>
            <p:ph type="title" idx="13"/>
          </p:nvPr>
        </p:nvSpPr>
        <p:spPr>
          <a:xfrm>
            <a:off x="6346375" y="2628840"/>
            <a:ext cx="17967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55%</a:t>
            </a:r>
            <a:endParaRPr/>
          </a:p>
        </p:txBody>
      </p:sp>
      <p:grpSp>
        <p:nvGrpSpPr>
          <p:cNvPr id="435" name="Google Shape;435;p59"/>
          <p:cNvGrpSpPr/>
          <p:nvPr/>
        </p:nvGrpSpPr>
        <p:grpSpPr>
          <a:xfrm>
            <a:off x="1348375" y="1451025"/>
            <a:ext cx="1101900" cy="1101900"/>
            <a:chOff x="1197500" y="1374825"/>
            <a:chExt cx="1101900" cy="1101900"/>
          </a:xfrm>
        </p:grpSpPr>
        <p:sp>
          <p:nvSpPr>
            <p:cNvPr id="436" name="Google Shape;436;p59"/>
            <p:cNvSpPr/>
            <p:nvPr/>
          </p:nvSpPr>
          <p:spPr>
            <a:xfrm>
              <a:off x="1197500" y="1374825"/>
              <a:ext cx="1101900" cy="1101900"/>
            </a:xfrm>
            <a:prstGeom prst="pie">
              <a:avLst>
                <a:gd name="adj1" fmla="val 16222213"/>
                <a:gd name="adj2" fmla="val 127357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9"/>
            <p:cNvSpPr/>
            <p:nvPr/>
          </p:nvSpPr>
          <p:spPr>
            <a:xfrm>
              <a:off x="1407426" y="1584751"/>
              <a:ext cx="682200" cy="682200"/>
            </a:xfrm>
            <a:prstGeom prst="ellipse">
              <a:avLst/>
            </a:prstGeom>
            <a:solidFill>
              <a:schemeClr val="lt2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59"/>
          <p:cNvGrpSpPr/>
          <p:nvPr/>
        </p:nvGrpSpPr>
        <p:grpSpPr>
          <a:xfrm>
            <a:off x="4020975" y="1451025"/>
            <a:ext cx="1101900" cy="1101900"/>
            <a:chOff x="1197500" y="1374825"/>
            <a:chExt cx="1101900" cy="1101900"/>
          </a:xfrm>
        </p:grpSpPr>
        <p:sp>
          <p:nvSpPr>
            <p:cNvPr id="439" name="Google Shape;439;p59"/>
            <p:cNvSpPr/>
            <p:nvPr/>
          </p:nvSpPr>
          <p:spPr>
            <a:xfrm>
              <a:off x="1197500" y="1374825"/>
              <a:ext cx="1101900" cy="1101900"/>
            </a:xfrm>
            <a:prstGeom prst="pie">
              <a:avLst>
                <a:gd name="adj1" fmla="val 16222213"/>
                <a:gd name="adj2" fmla="val 944806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9"/>
            <p:cNvSpPr/>
            <p:nvPr/>
          </p:nvSpPr>
          <p:spPr>
            <a:xfrm>
              <a:off x="1407426" y="1584751"/>
              <a:ext cx="682200" cy="682200"/>
            </a:xfrm>
            <a:prstGeom prst="ellipse">
              <a:avLst/>
            </a:prstGeom>
            <a:solidFill>
              <a:schemeClr val="lt2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" name="Google Shape;441;p59"/>
          <p:cNvGrpSpPr/>
          <p:nvPr/>
        </p:nvGrpSpPr>
        <p:grpSpPr>
          <a:xfrm>
            <a:off x="6693575" y="1451025"/>
            <a:ext cx="1101900" cy="1101900"/>
            <a:chOff x="1197500" y="1374825"/>
            <a:chExt cx="1101900" cy="1101900"/>
          </a:xfrm>
        </p:grpSpPr>
        <p:sp>
          <p:nvSpPr>
            <p:cNvPr id="442" name="Google Shape;442;p59"/>
            <p:cNvSpPr/>
            <p:nvPr/>
          </p:nvSpPr>
          <p:spPr>
            <a:xfrm>
              <a:off x="1197500" y="1374825"/>
              <a:ext cx="1101900" cy="1101900"/>
            </a:xfrm>
            <a:prstGeom prst="pie">
              <a:avLst>
                <a:gd name="adj1" fmla="val 16222213"/>
                <a:gd name="adj2" fmla="val 6325456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9"/>
            <p:cNvSpPr/>
            <p:nvPr/>
          </p:nvSpPr>
          <p:spPr>
            <a:xfrm>
              <a:off x="1407426" y="1584751"/>
              <a:ext cx="682200" cy="682200"/>
            </a:xfrm>
            <a:prstGeom prst="ellipse">
              <a:avLst/>
            </a:prstGeom>
            <a:solidFill>
              <a:schemeClr val="lt2"/>
            </a:solidFill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59"/>
          <p:cNvSpPr/>
          <p:nvPr/>
        </p:nvSpPr>
        <p:spPr>
          <a:xfrm>
            <a:off x="1716906" y="1837557"/>
            <a:ext cx="364453" cy="369419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" name="Google Shape;445;p59"/>
          <p:cNvGrpSpPr/>
          <p:nvPr/>
        </p:nvGrpSpPr>
        <p:grpSpPr>
          <a:xfrm>
            <a:off x="4438471" y="1816995"/>
            <a:ext cx="266892" cy="369974"/>
            <a:chOff x="-38860325" y="3221750"/>
            <a:chExt cx="228425" cy="316650"/>
          </a:xfrm>
        </p:grpSpPr>
        <p:sp>
          <p:nvSpPr>
            <p:cNvPr id="446" name="Google Shape;446;p59"/>
            <p:cNvSpPr/>
            <p:nvPr/>
          </p:nvSpPr>
          <p:spPr>
            <a:xfrm>
              <a:off x="-38735875" y="3222550"/>
              <a:ext cx="103975" cy="123675"/>
            </a:xfrm>
            <a:custGeom>
              <a:avLst/>
              <a:gdLst/>
              <a:ahLst/>
              <a:cxnLst/>
              <a:rect l="l" t="t" r="r" b="b"/>
              <a:pathLst>
                <a:path w="4159" h="4947" extrusionOk="0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9"/>
            <p:cNvSpPr/>
            <p:nvPr/>
          </p:nvSpPr>
          <p:spPr>
            <a:xfrm>
              <a:off x="-38756375" y="3302875"/>
              <a:ext cx="22075" cy="63050"/>
            </a:xfrm>
            <a:custGeom>
              <a:avLst/>
              <a:gdLst/>
              <a:ahLst/>
              <a:cxnLst/>
              <a:rect l="l" t="t" r="r" b="b"/>
              <a:pathLst>
                <a:path w="883" h="2522" extrusionOk="0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9"/>
            <p:cNvSpPr/>
            <p:nvPr/>
          </p:nvSpPr>
          <p:spPr>
            <a:xfrm>
              <a:off x="-38859550" y="3221750"/>
              <a:ext cx="103200" cy="122900"/>
            </a:xfrm>
            <a:custGeom>
              <a:avLst/>
              <a:gdLst/>
              <a:ahLst/>
              <a:cxnLst/>
              <a:rect l="l" t="t" r="r" b="b"/>
              <a:pathLst>
                <a:path w="4128" h="4916" extrusionOk="0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9"/>
            <p:cNvSpPr/>
            <p:nvPr/>
          </p:nvSpPr>
          <p:spPr>
            <a:xfrm>
              <a:off x="-38860325" y="3367475"/>
              <a:ext cx="228425" cy="170925"/>
            </a:xfrm>
            <a:custGeom>
              <a:avLst/>
              <a:gdLst/>
              <a:ahLst/>
              <a:cxnLst/>
              <a:rect l="l" t="t" r="r" b="b"/>
              <a:pathLst>
                <a:path w="9137" h="6837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" name="Google Shape;450;p59"/>
          <p:cNvSpPr/>
          <p:nvPr/>
        </p:nvSpPr>
        <p:spPr>
          <a:xfrm>
            <a:off x="7111902" y="1824211"/>
            <a:ext cx="265986" cy="369039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0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</a:t>
            </a:r>
            <a:endParaRPr/>
          </a:p>
        </p:txBody>
      </p:sp>
      <p:grpSp>
        <p:nvGrpSpPr>
          <p:cNvPr id="456" name="Google Shape;456;p60"/>
          <p:cNvGrpSpPr/>
          <p:nvPr/>
        </p:nvGrpSpPr>
        <p:grpSpPr>
          <a:xfrm>
            <a:off x="3221375" y="2062950"/>
            <a:ext cx="2701250" cy="1629830"/>
            <a:chOff x="2428875" y="2238800"/>
            <a:chExt cx="2701250" cy="1629830"/>
          </a:xfrm>
        </p:grpSpPr>
        <p:sp>
          <p:nvSpPr>
            <p:cNvPr id="457" name="Google Shape;457;p60"/>
            <p:cNvSpPr/>
            <p:nvPr/>
          </p:nvSpPr>
          <p:spPr>
            <a:xfrm>
              <a:off x="2428875" y="2238800"/>
              <a:ext cx="1283500" cy="1283525"/>
            </a:xfrm>
            <a:custGeom>
              <a:avLst/>
              <a:gdLst/>
              <a:ahLst/>
              <a:cxnLst/>
              <a:rect l="l" t="t" r="r" b="b"/>
              <a:pathLst>
                <a:path w="51340" h="51341" extrusionOk="0">
                  <a:moveTo>
                    <a:pt x="25608" y="13254"/>
                  </a:moveTo>
                  <a:cubicBezTo>
                    <a:pt x="26662" y="13254"/>
                    <a:pt x="27726" y="13386"/>
                    <a:pt x="28777" y="13657"/>
                  </a:cubicBezTo>
                  <a:cubicBezTo>
                    <a:pt x="33766" y="14943"/>
                    <a:pt x="37505" y="19098"/>
                    <a:pt x="38231" y="24206"/>
                  </a:cubicBezTo>
                  <a:cubicBezTo>
                    <a:pt x="38957" y="29314"/>
                    <a:pt x="36528" y="34350"/>
                    <a:pt x="32099" y="36969"/>
                  </a:cubicBezTo>
                  <a:cubicBezTo>
                    <a:pt x="30063" y="38173"/>
                    <a:pt x="27829" y="38746"/>
                    <a:pt x="25622" y="38746"/>
                  </a:cubicBezTo>
                  <a:cubicBezTo>
                    <a:pt x="21262" y="38746"/>
                    <a:pt x="17013" y="36509"/>
                    <a:pt x="14633" y="32493"/>
                  </a:cubicBezTo>
                  <a:cubicBezTo>
                    <a:pt x="12013" y="28051"/>
                    <a:pt x="12323" y="22467"/>
                    <a:pt x="15419" y="18348"/>
                  </a:cubicBezTo>
                  <a:cubicBezTo>
                    <a:pt x="17862" y="15097"/>
                    <a:pt x="21662" y="13254"/>
                    <a:pt x="25608" y="13254"/>
                  </a:cubicBezTo>
                  <a:close/>
                  <a:moveTo>
                    <a:pt x="29301" y="0"/>
                  </a:moveTo>
                  <a:lnTo>
                    <a:pt x="25884" y="6346"/>
                  </a:lnTo>
                  <a:cubicBezTo>
                    <a:pt x="25806" y="6345"/>
                    <a:pt x="25728" y="6345"/>
                    <a:pt x="25650" y="6345"/>
                  </a:cubicBezTo>
                  <a:cubicBezTo>
                    <a:pt x="23776" y="6345"/>
                    <a:pt x="21916" y="6619"/>
                    <a:pt x="20122" y="7156"/>
                  </a:cubicBezTo>
                  <a:lnTo>
                    <a:pt x="15657" y="2132"/>
                  </a:lnTo>
                  <a:lnTo>
                    <a:pt x="10299" y="5299"/>
                  </a:lnTo>
                  <a:lnTo>
                    <a:pt x="12240" y="11811"/>
                  </a:lnTo>
                  <a:cubicBezTo>
                    <a:pt x="10859" y="13145"/>
                    <a:pt x="9692" y="14681"/>
                    <a:pt x="8763" y="16360"/>
                  </a:cubicBezTo>
                  <a:lnTo>
                    <a:pt x="1548" y="15943"/>
                  </a:lnTo>
                  <a:lnTo>
                    <a:pt x="0" y="21967"/>
                  </a:lnTo>
                  <a:lnTo>
                    <a:pt x="6382" y="25420"/>
                  </a:lnTo>
                  <a:cubicBezTo>
                    <a:pt x="6358" y="27444"/>
                    <a:pt x="6656" y="29480"/>
                    <a:pt x="7263" y="31421"/>
                  </a:cubicBezTo>
                  <a:lnTo>
                    <a:pt x="2012" y="36088"/>
                  </a:lnTo>
                  <a:lnTo>
                    <a:pt x="5179" y="41446"/>
                  </a:lnTo>
                  <a:lnTo>
                    <a:pt x="12109" y="39374"/>
                  </a:lnTo>
                  <a:cubicBezTo>
                    <a:pt x="13430" y="40684"/>
                    <a:pt x="14942" y="41803"/>
                    <a:pt x="16585" y="42684"/>
                  </a:cubicBezTo>
                  <a:lnTo>
                    <a:pt x="16169" y="49792"/>
                  </a:lnTo>
                  <a:lnTo>
                    <a:pt x="22205" y="51340"/>
                  </a:lnTo>
                  <a:lnTo>
                    <a:pt x="25646" y="44958"/>
                  </a:lnTo>
                  <a:cubicBezTo>
                    <a:pt x="25687" y="44959"/>
                    <a:pt x="25728" y="44959"/>
                    <a:pt x="25769" y="44959"/>
                  </a:cubicBezTo>
                  <a:cubicBezTo>
                    <a:pt x="27608" y="44959"/>
                    <a:pt x="29436" y="44696"/>
                    <a:pt x="31206" y="44161"/>
                  </a:cubicBezTo>
                  <a:lnTo>
                    <a:pt x="36207" y="49792"/>
                  </a:lnTo>
                  <a:lnTo>
                    <a:pt x="41565" y="46625"/>
                  </a:lnTo>
                  <a:lnTo>
                    <a:pt x="39374" y="39291"/>
                  </a:lnTo>
                  <a:cubicBezTo>
                    <a:pt x="40719" y="37946"/>
                    <a:pt x="41862" y="36398"/>
                    <a:pt x="42755" y="34707"/>
                  </a:cubicBezTo>
                  <a:lnTo>
                    <a:pt x="49780" y="35112"/>
                  </a:lnTo>
                  <a:lnTo>
                    <a:pt x="51340" y="29075"/>
                  </a:lnTo>
                  <a:lnTo>
                    <a:pt x="45006" y="25670"/>
                  </a:lnTo>
                  <a:cubicBezTo>
                    <a:pt x="45006" y="23860"/>
                    <a:pt x="44756" y="22075"/>
                    <a:pt x="44267" y="20348"/>
                  </a:cubicBezTo>
                  <a:lnTo>
                    <a:pt x="49673" y="15538"/>
                  </a:lnTo>
                  <a:lnTo>
                    <a:pt x="46506" y="10180"/>
                  </a:lnTo>
                  <a:lnTo>
                    <a:pt x="39588" y="12252"/>
                  </a:lnTo>
                  <a:cubicBezTo>
                    <a:pt x="38231" y="10835"/>
                    <a:pt x="36647" y="9633"/>
                    <a:pt x="34921" y="8692"/>
                  </a:cubicBezTo>
                  <a:lnTo>
                    <a:pt x="35338" y="1548"/>
                  </a:lnTo>
                  <a:lnTo>
                    <a:pt x="293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0"/>
            <p:cNvSpPr/>
            <p:nvPr/>
          </p:nvSpPr>
          <p:spPr>
            <a:xfrm>
              <a:off x="3614425" y="2277500"/>
              <a:ext cx="914725" cy="914425"/>
            </a:xfrm>
            <a:custGeom>
              <a:avLst/>
              <a:gdLst/>
              <a:ahLst/>
              <a:cxnLst/>
              <a:rect l="l" t="t" r="r" b="b"/>
              <a:pathLst>
                <a:path w="36589" h="36577" extrusionOk="0">
                  <a:moveTo>
                    <a:pt x="18380" y="9560"/>
                  </a:moveTo>
                  <a:cubicBezTo>
                    <a:pt x="21482" y="9560"/>
                    <a:pt x="24403" y="11165"/>
                    <a:pt x="26051" y="13871"/>
                  </a:cubicBezTo>
                  <a:cubicBezTo>
                    <a:pt x="27945" y="16967"/>
                    <a:pt x="27778" y="20908"/>
                    <a:pt x="25635" y="23848"/>
                  </a:cubicBezTo>
                  <a:cubicBezTo>
                    <a:pt x="23874" y="26254"/>
                    <a:pt x="21140" y="27531"/>
                    <a:pt x="18371" y="27531"/>
                  </a:cubicBezTo>
                  <a:cubicBezTo>
                    <a:pt x="16534" y="27531"/>
                    <a:pt x="14681" y="26969"/>
                    <a:pt x="13086" y="25801"/>
                  </a:cubicBezTo>
                  <a:cubicBezTo>
                    <a:pt x="10145" y="23658"/>
                    <a:pt x="8787" y="19955"/>
                    <a:pt x="9645" y="16431"/>
                  </a:cubicBezTo>
                  <a:cubicBezTo>
                    <a:pt x="10502" y="12895"/>
                    <a:pt x="13395" y="10228"/>
                    <a:pt x="16991" y="9668"/>
                  </a:cubicBezTo>
                  <a:cubicBezTo>
                    <a:pt x="17455" y="9596"/>
                    <a:pt x="17920" y="9560"/>
                    <a:pt x="18380" y="9560"/>
                  </a:cubicBezTo>
                  <a:close/>
                  <a:moveTo>
                    <a:pt x="17860" y="0"/>
                  </a:moveTo>
                  <a:lnTo>
                    <a:pt x="13526" y="679"/>
                  </a:lnTo>
                  <a:lnTo>
                    <a:pt x="13074" y="5739"/>
                  </a:lnTo>
                  <a:cubicBezTo>
                    <a:pt x="11812" y="6263"/>
                    <a:pt x="10633" y="6989"/>
                    <a:pt x="9573" y="7870"/>
                  </a:cubicBezTo>
                  <a:lnTo>
                    <a:pt x="5275" y="5858"/>
                  </a:lnTo>
                  <a:lnTo>
                    <a:pt x="2691" y="9406"/>
                  </a:lnTo>
                  <a:lnTo>
                    <a:pt x="5763" y="13073"/>
                  </a:lnTo>
                  <a:cubicBezTo>
                    <a:pt x="5239" y="14323"/>
                    <a:pt x="4918" y="15645"/>
                    <a:pt x="4787" y="16990"/>
                  </a:cubicBezTo>
                  <a:lnTo>
                    <a:pt x="1" y="18729"/>
                  </a:lnTo>
                  <a:lnTo>
                    <a:pt x="667" y="23074"/>
                  </a:lnTo>
                  <a:lnTo>
                    <a:pt x="5763" y="23515"/>
                  </a:lnTo>
                  <a:cubicBezTo>
                    <a:pt x="6311" y="24837"/>
                    <a:pt x="7073" y="26075"/>
                    <a:pt x="8002" y="27158"/>
                  </a:cubicBezTo>
                  <a:lnTo>
                    <a:pt x="5906" y="31647"/>
                  </a:lnTo>
                  <a:lnTo>
                    <a:pt x="9442" y="34243"/>
                  </a:lnTo>
                  <a:lnTo>
                    <a:pt x="13359" y="30968"/>
                  </a:lnTo>
                  <a:cubicBezTo>
                    <a:pt x="14586" y="31445"/>
                    <a:pt x="15872" y="31742"/>
                    <a:pt x="17169" y="31861"/>
                  </a:cubicBezTo>
                  <a:lnTo>
                    <a:pt x="18884" y="36576"/>
                  </a:lnTo>
                  <a:lnTo>
                    <a:pt x="23230" y="35897"/>
                  </a:lnTo>
                  <a:lnTo>
                    <a:pt x="23670" y="30814"/>
                  </a:lnTo>
                  <a:cubicBezTo>
                    <a:pt x="24897" y="30290"/>
                    <a:pt x="26028" y="29599"/>
                    <a:pt x="27052" y="28754"/>
                  </a:cubicBezTo>
                  <a:lnTo>
                    <a:pt x="31874" y="31004"/>
                  </a:lnTo>
                  <a:lnTo>
                    <a:pt x="34469" y="27456"/>
                  </a:lnTo>
                  <a:lnTo>
                    <a:pt x="31004" y="23325"/>
                  </a:lnTo>
                  <a:cubicBezTo>
                    <a:pt x="31505" y="22062"/>
                    <a:pt x="31802" y="20741"/>
                    <a:pt x="31921" y="19395"/>
                  </a:cubicBezTo>
                  <a:lnTo>
                    <a:pt x="36589" y="17705"/>
                  </a:lnTo>
                  <a:lnTo>
                    <a:pt x="35910" y="13371"/>
                  </a:lnTo>
                  <a:lnTo>
                    <a:pt x="30850" y="12930"/>
                  </a:lnTo>
                  <a:cubicBezTo>
                    <a:pt x="30350" y="11764"/>
                    <a:pt x="29683" y="10668"/>
                    <a:pt x="28885" y="9692"/>
                  </a:cubicBezTo>
                  <a:lnTo>
                    <a:pt x="31052" y="5060"/>
                  </a:lnTo>
                  <a:lnTo>
                    <a:pt x="27504" y="2477"/>
                  </a:lnTo>
                  <a:lnTo>
                    <a:pt x="23599" y="5739"/>
                  </a:lnTo>
                  <a:cubicBezTo>
                    <a:pt x="22313" y="5203"/>
                    <a:pt x="20968" y="4858"/>
                    <a:pt x="19586" y="4739"/>
                  </a:cubicBezTo>
                  <a:lnTo>
                    <a:pt x="17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0"/>
            <p:cNvSpPr/>
            <p:nvPr/>
          </p:nvSpPr>
          <p:spPr>
            <a:xfrm>
              <a:off x="3437887" y="3160543"/>
              <a:ext cx="708086" cy="708086"/>
            </a:xfrm>
            <a:custGeom>
              <a:avLst/>
              <a:gdLst/>
              <a:ahLst/>
              <a:cxnLst/>
              <a:rect l="l" t="t" r="r" b="b"/>
              <a:pathLst>
                <a:path w="25219" h="25219" extrusionOk="0">
                  <a:moveTo>
                    <a:pt x="12686" y="6592"/>
                  </a:moveTo>
                  <a:cubicBezTo>
                    <a:pt x="14819" y="6592"/>
                    <a:pt x="16829" y="7699"/>
                    <a:pt x="17967" y="9561"/>
                  </a:cubicBezTo>
                  <a:cubicBezTo>
                    <a:pt x="19265" y="11705"/>
                    <a:pt x="19158" y="14419"/>
                    <a:pt x="17682" y="16443"/>
                  </a:cubicBezTo>
                  <a:cubicBezTo>
                    <a:pt x="16465" y="18103"/>
                    <a:pt x="14578" y="18985"/>
                    <a:pt x="12666" y="18985"/>
                  </a:cubicBezTo>
                  <a:cubicBezTo>
                    <a:pt x="11396" y="18985"/>
                    <a:pt x="10116" y="18596"/>
                    <a:pt x="9014" y="17789"/>
                  </a:cubicBezTo>
                  <a:lnTo>
                    <a:pt x="9026" y="17789"/>
                  </a:lnTo>
                  <a:cubicBezTo>
                    <a:pt x="7002" y="16312"/>
                    <a:pt x="6061" y="13764"/>
                    <a:pt x="6656" y="11324"/>
                  </a:cubicBezTo>
                  <a:cubicBezTo>
                    <a:pt x="7240" y="8895"/>
                    <a:pt x="9240" y="7049"/>
                    <a:pt x="11717" y="6668"/>
                  </a:cubicBezTo>
                  <a:cubicBezTo>
                    <a:pt x="12041" y="6617"/>
                    <a:pt x="12365" y="6592"/>
                    <a:pt x="12686" y="6592"/>
                  </a:cubicBezTo>
                  <a:close/>
                  <a:moveTo>
                    <a:pt x="12324" y="1"/>
                  </a:moveTo>
                  <a:lnTo>
                    <a:pt x="9323" y="465"/>
                  </a:lnTo>
                  <a:lnTo>
                    <a:pt x="9014" y="3954"/>
                  </a:lnTo>
                  <a:cubicBezTo>
                    <a:pt x="8145" y="4311"/>
                    <a:pt x="7335" y="4811"/>
                    <a:pt x="6609" y="5418"/>
                  </a:cubicBezTo>
                  <a:lnTo>
                    <a:pt x="3644" y="4037"/>
                  </a:lnTo>
                  <a:lnTo>
                    <a:pt x="1858" y="6478"/>
                  </a:lnTo>
                  <a:lnTo>
                    <a:pt x="3978" y="9014"/>
                  </a:lnTo>
                  <a:cubicBezTo>
                    <a:pt x="3620" y="9871"/>
                    <a:pt x="3382" y="10776"/>
                    <a:pt x="3299" y="11705"/>
                  </a:cubicBezTo>
                  <a:lnTo>
                    <a:pt x="1" y="12907"/>
                  </a:lnTo>
                  <a:lnTo>
                    <a:pt x="465" y="15896"/>
                  </a:lnTo>
                  <a:lnTo>
                    <a:pt x="3978" y="16205"/>
                  </a:lnTo>
                  <a:cubicBezTo>
                    <a:pt x="4359" y="17122"/>
                    <a:pt x="4871" y="17967"/>
                    <a:pt x="5513" y="18717"/>
                  </a:cubicBezTo>
                  <a:lnTo>
                    <a:pt x="4073" y="21813"/>
                  </a:lnTo>
                  <a:lnTo>
                    <a:pt x="6514" y="23599"/>
                  </a:lnTo>
                  <a:lnTo>
                    <a:pt x="9216" y="21349"/>
                  </a:lnTo>
                  <a:cubicBezTo>
                    <a:pt x="10050" y="21682"/>
                    <a:pt x="10943" y="21884"/>
                    <a:pt x="11848" y="21956"/>
                  </a:cubicBezTo>
                  <a:lnTo>
                    <a:pt x="13026" y="25218"/>
                  </a:lnTo>
                  <a:lnTo>
                    <a:pt x="16015" y="24766"/>
                  </a:lnTo>
                  <a:lnTo>
                    <a:pt x="16324" y="21265"/>
                  </a:lnTo>
                  <a:cubicBezTo>
                    <a:pt x="17170" y="20896"/>
                    <a:pt x="17955" y="20420"/>
                    <a:pt x="18658" y="19836"/>
                  </a:cubicBezTo>
                  <a:lnTo>
                    <a:pt x="21968" y="21384"/>
                  </a:lnTo>
                  <a:lnTo>
                    <a:pt x="23754" y="18932"/>
                  </a:lnTo>
                  <a:lnTo>
                    <a:pt x="21373" y="16086"/>
                  </a:lnTo>
                  <a:cubicBezTo>
                    <a:pt x="21718" y="15217"/>
                    <a:pt x="21932" y="14312"/>
                    <a:pt x="22004" y="13383"/>
                  </a:cubicBezTo>
                  <a:lnTo>
                    <a:pt x="25218" y="12217"/>
                  </a:lnTo>
                  <a:lnTo>
                    <a:pt x="24754" y="9228"/>
                  </a:lnTo>
                  <a:lnTo>
                    <a:pt x="21277" y="8918"/>
                  </a:lnTo>
                  <a:cubicBezTo>
                    <a:pt x="20932" y="8109"/>
                    <a:pt x="20480" y="7359"/>
                    <a:pt x="19920" y="6680"/>
                  </a:cubicBezTo>
                  <a:lnTo>
                    <a:pt x="21408" y="3501"/>
                  </a:lnTo>
                  <a:lnTo>
                    <a:pt x="18968" y="1715"/>
                  </a:lnTo>
                  <a:lnTo>
                    <a:pt x="16277" y="3965"/>
                  </a:lnTo>
                  <a:cubicBezTo>
                    <a:pt x="15396" y="3584"/>
                    <a:pt x="14467" y="3358"/>
                    <a:pt x="13514" y="3275"/>
                  </a:cubicBezTo>
                  <a:lnTo>
                    <a:pt x="123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0"/>
            <p:cNvSpPr/>
            <p:nvPr/>
          </p:nvSpPr>
          <p:spPr>
            <a:xfrm>
              <a:off x="4499350" y="2505200"/>
              <a:ext cx="630775" cy="630750"/>
            </a:xfrm>
            <a:custGeom>
              <a:avLst/>
              <a:gdLst/>
              <a:ahLst/>
              <a:cxnLst/>
              <a:rect l="l" t="t" r="r" b="b"/>
              <a:pathLst>
                <a:path w="25231" h="25230" extrusionOk="0">
                  <a:moveTo>
                    <a:pt x="12686" y="6603"/>
                  </a:moveTo>
                  <a:cubicBezTo>
                    <a:pt x="14819" y="6603"/>
                    <a:pt x="16829" y="7710"/>
                    <a:pt x="17967" y="9573"/>
                  </a:cubicBezTo>
                  <a:cubicBezTo>
                    <a:pt x="19277" y="11716"/>
                    <a:pt x="19158" y="14431"/>
                    <a:pt x="17682" y="16455"/>
                  </a:cubicBezTo>
                  <a:cubicBezTo>
                    <a:pt x="16472" y="18115"/>
                    <a:pt x="14588" y="18997"/>
                    <a:pt x="12675" y="18997"/>
                  </a:cubicBezTo>
                  <a:cubicBezTo>
                    <a:pt x="11404" y="18997"/>
                    <a:pt x="10121" y="18608"/>
                    <a:pt x="9014" y="17800"/>
                  </a:cubicBezTo>
                  <a:lnTo>
                    <a:pt x="9026" y="17800"/>
                  </a:lnTo>
                  <a:cubicBezTo>
                    <a:pt x="7002" y="16324"/>
                    <a:pt x="6061" y="13776"/>
                    <a:pt x="6656" y="11335"/>
                  </a:cubicBezTo>
                  <a:cubicBezTo>
                    <a:pt x="7252" y="8906"/>
                    <a:pt x="9240" y="7061"/>
                    <a:pt x="11717" y="6680"/>
                  </a:cubicBezTo>
                  <a:cubicBezTo>
                    <a:pt x="12041" y="6628"/>
                    <a:pt x="12365" y="6603"/>
                    <a:pt x="12686" y="6603"/>
                  </a:cubicBezTo>
                  <a:close/>
                  <a:moveTo>
                    <a:pt x="12324" y="0"/>
                  </a:moveTo>
                  <a:lnTo>
                    <a:pt x="9335" y="489"/>
                  </a:lnTo>
                  <a:lnTo>
                    <a:pt x="9026" y="3977"/>
                  </a:lnTo>
                  <a:cubicBezTo>
                    <a:pt x="8157" y="4334"/>
                    <a:pt x="7335" y="4834"/>
                    <a:pt x="6609" y="5442"/>
                  </a:cubicBezTo>
                  <a:lnTo>
                    <a:pt x="3644" y="4061"/>
                  </a:lnTo>
                  <a:lnTo>
                    <a:pt x="1858" y="6501"/>
                  </a:lnTo>
                  <a:lnTo>
                    <a:pt x="3978" y="9025"/>
                  </a:lnTo>
                  <a:cubicBezTo>
                    <a:pt x="3620" y="9895"/>
                    <a:pt x="3394" y="10799"/>
                    <a:pt x="3299" y="11728"/>
                  </a:cubicBezTo>
                  <a:lnTo>
                    <a:pt x="1" y="12931"/>
                  </a:lnTo>
                  <a:lnTo>
                    <a:pt x="465" y="15919"/>
                  </a:lnTo>
                  <a:lnTo>
                    <a:pt x="3978" y="16229"/>
                  </a:lnTo>
                  <a:cubicBezTo>
                    <a:pt x="4359" y="17145"/>
                    <a:pt x="4871" y="17991"/>
                    <a:pt x="5525" y="18741"/>
                  </a:cubicBezTo>
                  <a:lnTo>
                    <a:pt x="4073" y="21837"/>
                  </a:lnTo>
                  <a:lnTo>
                    <a:pt x="6514" y="23622"/>
                  </a:lnTo>
                  <a:lnTo>
                    <a:pt x="9216" y="21360"/>
                  </a:lnTo>
                  <a:cubicBezTo>
                    <a:pt x="10062" y="21694"/>
                    <a:pt x="10943" y="21908"/>
                    <a:pt x="11848" y="21979"/>
                  </a:cubicBezTo>
                  <a:lnTo>
                    <a:pt x="13026" y="25230"/>
                  </a:lnTo>
                  <a:lnTo>
                    <a:pt x="16015" y="24765"/>
                  </a:lnTo>
                  <a:lnTo>
                    <a:pt x="16336" y="21265"/>
                  </a:lnTo>
                  <a:cubicBezTo>
                    <a:pt x="17170" y="20896"/>
                    <a:pt x="17956" y="20420"/>
                    <a:pt x="18658" y="19836"/>
                  </a:cubicBezTo>
                  <a:lnTo>
                    <a:pt x="21968" y="21384"/>
                  </a:lnTo>
                  <a:lnTo>
                    <a:pt x="23754" y="18943"/>
                  </a:lnTo>
                  <a:lnTo>
                    <a:pt x="21373" y="16086"/>
                  </a:lnTo>
                  <a:cubicBezTo>
                    <a:pt x="21718" y="15229"/>
                    <a:pt x="21932" y="14312"/>
                    <a:pt x="22004" y="13395"/>
                  </a:cubicBezTo>
                  <a:lnTo>
                    <a:pt x="25230" y="12216"/>
                  </a:lnTo>
                  <a:lnTo>
                    <a:pt x="24766" y="9228"/>
                  </a:lnTo>
                  <a:lnTo>
                    <a:pt x="21277" y="8918"/>
                  </a:lnTo>
                  <a:cubicBezTo>
                    <a:pt x="20932" y="8121"/>
                    <a:pt x="20480" y="7370"/>
                    <a:pt x="19920" y="6692"/>
                  </a:cubicBezTo>
                  <a:lnTo>
                    <a:pt x="21408" y="3501"/>
                  </a:lnTo>
                  <a:lnTo>
                    <a:pt x="18968" y="1715"/>
                  </a:lnTo>
                  <a:lnTo>
                    <a:pt x="16277" y="3965"/>
                  </a:lnTo>
                  <a:cubicBezTo>
                    <a:pt x="15396" y="3596"/>
                    <a:pt x="14467" y="3370"/>
                    <a:pt x="13514" y="3275"/>
                  </a:cubicBezTo>
                  <a:lnTo>
                    <a:pt x="123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" name="Google Shape;461;p60"/>
          <p:cNvSpPr txBox="1"/>
          <p:nvPr/>
        </p:nvSpPr>
        <p:spPr>
          <a:xfrm>
            <a:off x="658375" y="1442075"/>
            <a:ext cx="24582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Neptune</a:t>
            </a:r>
            <a:endParaRPr sz="20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462" name="Google Shape;462;p60"/>
          <p:cNvSpPr txBox="1"/>
          <p:nvPr/>
        </p:nvSpPr>
        <p:spPr>
          <a:xfrm>
            <a:off x="658375" y="1822310"/>
            <a:ext cx="24582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Neptune is the farthest planet from the Sun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60"/>
          <p:cNvSpPr txBox="1"/>
          <p:nvPr/>
        </p:nvSpPr>
        <p:spPr>
          <a:xfrm>
            <a:off x="6027525" y="1442075"/>
            <a:ext cx="24582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Venus</a:t>
            </a:r>
            <a:endParaRPr sz="20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464" name="Google Shape;464;p60"/>
          <p:cNvSpPr txBox="1"/>
          <p:nvPr/>
        </p:nvSpPr>
        <p:spPr>
          <a:xfrm>
            <a:off x="6027525" y="1822310"/>
            <a:ext cx="24582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It’s terribly hot, even hotter than Mercury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5" name="Google Shape;465;p60"/>
          <p:cNvSpPr txBox="1"/>
          <p:nvPr/>
        </p:nvSpPr>
        <p:spPr>
          <a:xfrm>
            <a:off x="658375" y="3260366"/>
            <a:ext cx="24582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Jupiter</a:t>
            </a:r>
            <a:endParaRPr sz="20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466" name="Google Shape;466;p60"/>
          <p:cNvSpPr txBox="1"/>
          <p:nvPr/>
        </p:nvSpPr>
        <p:spPr>
          <a:xfrm>
            <a:off x="658375" y="3640663"/>
            <a:ext cx="24582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Mercury is the closest planet to the Sun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7" name="Google Shape;467;p60"/>
          <p:cNvSpPr txBox="1"/>
          <p:nvPr/>
        </p:nvSpPr>
        <p:spPr>
          <a:xfrm>
            <a:off x="6027525" y="3260366"/>
            <a:ext cx="24582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Mars</a:t>
            </a:r>
            <a:endParaRPr sz="20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468" name="Google Shape;468;p60"/>
          <p:cNvSpPr txBox="1"/>
          <p:nvPr/>
        </p:nvSpPr>
        <p:spPr>
          <a:xfrm>
            <a:off x="6027525" y="3640663"/>
            <a:ext cx="24582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Despite being red, Mars is a very cold place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9" name="Google Shape;469;p60"/>
          <p:cNvSpPr/>
          <p:nvPr/>
        </p:nvSpPr>
        <p:spPr>
          <a:xfrm>
            <a:off x="3158475" y="1717875"/>
            <a:ext cx="689850" cy="412593"/>
          </a:xfrm>
          <a:custGeom>
            <a:avLst/>
            <a:gdLst/>
            <a:ahLst/>
            <a:cxnLst/>
            <a:rect l="l" t="t" r="r" b="b"/>
            <a:pathLst>
              <a:path w="27594" h="17044" extrusionOk="0">
                <a:moveTo>
                  <a:pt x="0" y="0"/>
                </a:moveTo>
                <a:lnTo>
                  <a:pt x="27594" y="0"/>
                </a:lnTo>
                <a:lnTo>
                  <a:pt x="27594" y="17044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70" name="Google Shape;470;p60"/>
          <p:cNvSpPr/>
          <p:nvPr/>
        </p:nvSpPr>
        <p:spPr>
          <a:xfrm flipH="1">
            <a:off x="4869543" y="1717875"/>
            <a:ext cx="1157982" cy="345056"/>
          </a:xfrm>
          <a:custGeom>
            <a:avLst/>
            <a:gdLst/>
            <a:ahLst/>
            <a:cxnLst/>
            <a:rect l="l" t="t" r="r" b="b"/>
            <a:pathLst>
              <a:path w="27594" h="17044" extrusionOk="0">
                <a:moveTo>
                  <a:pt x="0" y="0"/>
                </a:moveTo>
                <a:lnTo>
                  <a:pt x="27594" y="0"/>
                </a:lnTo>
                <a:lnTo>
                  <a:pt x="27594" y="17044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71" name="Google Shape;471;p60"/>
          <p:cNvSpPr/>
          <p:nvPr/>
        </p:nvSpPr>
        <p:spPr>
          <a:xfrm rot="10800000">
            <a:off x="5606785" y="3009664"/>
            <a:ext cx="420740" cy="509062"/>
          </a:xfrm>
          <a:custGeom>
            <a:avLst/>
            <a:gdLst/>
            <a:ahLst/>
            <a:cxnLst/>
            <a:rect l="l" t="t" r="r" b="b"/>
            <a:pathLst>
              <a:path w="27594" h="17044" extrusionOk="0">
                <a:moveTo>
                  <a:pt x="0" y="0"/>
                </a:moveTo>
                <a:lnTo>
                  <a:pt x="27594" y="0"/>
                </a:lnTo>
                <a:lnTo>
                  <a:pt x="27594" y="17044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72" name="Google Shape;472;p60"/>
          <p:cNvSpPr/>
          <p:nvPr/>
        </p:nvSpPr>
        <p:spPr>
          <a:xfrm rot="10800000" flipH="1">
            <a:off x="3158475" y="3512585"/>
            <a:ext cx="1157982" cy="28847"/>
          </a:xfrm>
          <a:custGeom>
            <a:avLst/>
            <a:gdLst/>
            <a:ahLst/>
            <a:cxnLst/>
            <a:rect l="l" t="t" r="r" b="b"/>
            <a:pathLst>
              <a:path w="27594" h="17044" extrusionOk="0">
                <a:moveTo>
                  <a:pt x="0" y="0"/>
                </a:moveTo>
                <a:lnTo>
                  <a:pt x="27594" y="0"/>
                </a:lnTo>
                <a:lnTo>
                  <a:pt x="27594" y="17044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473" name="Google Shape;473;p60"/>
          <p:cNvGrpSpPr/>
          <p:nvPr/>
        </p:nvGrpSpPr>
        <p:grpSpPr>
          <a:xfrm>
            <a:off x="4494717" y="3242668"/>
            <a:ext cx="193308" cy="224530"/>
            <a:chOff x="4492800" y="2027925"/>
            <a:chExt cx="414825" cy="481825"/>
          </a:xfrm>
        </p:grpSpPr>
        <p:sp>
          <p:nvSpPr>
            <p:cNvPr id="474" name="Google Shape;474;p60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5" name="Google Shape;475;p60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76" name="Google Shape;476;p60"/>
          <p:cNvGrpSpPr/>
          <p:nvPr/>
        </p:nvGrpSpPr>
        <p:grpSpPr>
          <a:xfrm>
            <a:off x="5555807" y="2536588"/>
            <a:ext cx="105258" cy="224530"/>
            <a:chOff x="4584850" y="4399275"/>
            <a:chExt cx="225875" cy="481825"/>
          </a:xfrm>
        </p:grpSpPr>
        <p:sp>
          <p:nvSpPr>
            <p:cNvPr id="477" name="Google Shape;477;p60"/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8" name="Google Shape;478;p60"/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79" name="Google Shape;479;p60"/>
          <p:cNvGrpSpPr/>
          <p:nvPr/>
        </p:nvGrpSpPr>
        <p:grpSpPr>
          <a:xfrm>
            <a:off x="4719411" y="2423112"/>
            <a:ext cx="297286" cy="297286"/>
            <a:chOff x="5642550" y="4399275"/>
            <a:chExt cx="481825" cy="481825"/>
          </a:xfrm>
        </p:grpSpPr>
        <p:sp>
          <p:nvSpPr>
            <p:cNvPr id="480" name="Google Shape;480;p60"/>
            <p:cNvSpPr/>
            <p:nvPr/>
          </p:nvSpPr>
          <p:spPr>
            <a:xfrm>
              <a:off x="5642550" y="43992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7945"/>
                  </a:moveTo>
                  <a:cubicBezTo>
                    <a:pt x="15593" y="7945"/>
                    <a:pt x="15846" y="8195"/>
                    <a:pt x="15846" y="8508"/>
                  </a:cubicBezTo>
                  <a:lnTo>
                    <a:pt x="15846" y="10766"/>
                  </a:lnTo>
                  <a:cubicBezTo>
                    <a:pt x="15846" y="11079"/>
                    <a:pt x="15593" y="11332"/>
                    <a:pt x="15283" y="11332"/>
                  </a:cubicBezTo>
                  <a:lnTo>
                    <a:pt x="3991" y="11332"/>
                  </a:lnTo>
                  <a:cubicBezTo>
                    <a:pt x="3678" y="11332"/>
                    <a:pt x="3425" y="11079"/>
                    <a:pt x="3425" y="10766"/>
                  </a:cubicBezTo>
                  <a:lnTo>
                    <a:pt x="3425" y="8508"/>
                  </a:lnTo>
                  <a:cubicBezTo>
                    <a:pt x="3425" y="8195"/>
                    <a:pt x="3678" y="7945"/>
                    <a:pt x="3991" y="7945"/>
                  </a:cubicBezTo>
                  <a:close/>
                  <a:moveTo>
                    <a:pt x="9637" y="1"/>
                  </a:moveTo>
                  <a:cubicBezTo>
                    <a:pt x="4331" y="1"/>
                    <a:pt x="1" y="4331"/>
                    <a:pt x="1" y="9637"/>
                  </a:cubicBezTo>
                  <a:cubicBezTo>
                    <a:pt x="1" y="14946"/>
                    <a:pt x="4328" y="19273"/>
                    <a:pt x="9637" y="19273"/>
                  </a:cubicBezTo>
                  <a:cubicBezTo>
                    <a:pt x="14943" y="19273"/>
                    <a:pt x="19273" y="14946"/>
                    <a:pt x="19273" y="9637"/>
                  </a:cubicBezTo>
                  <a:cubicBezTo>
                    <a:pt x="19273" y="4331"/>
                    <a:pt x="14943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1" name="Google Shape;481;p60"/>
            <p:cNvSpPr/>
            <p:nvPr/>
          </p:nvSpPr>
          <p:spPr>
            <a:xfrm>
              <a:off x="5756375" y="4626100"/>
              <a:ext cx="254100" cy="28275"/>
            </a:xfrm>
            <a:custGeom>
              <a:avLst/>
              <a:gdLst/>
              <a:ahLst/>
              <a:cxnLst/>
              <a:rect l="l" t="t" r="r" b="b"/>
              <a:pathLst>
                <a:path w="10164" h="1131" extrusionOk="0">
                  <a:moveTo>
                    <a:pt x="1" y="1"/>
                  </a:moveTo>
                  <a:lnTo>
                    <a:pt x="1" y="1130"/>
                  </a:lnTo>
                  <a:lnTo>
                    <a:pt x="10164" y="1130"/>
                  </a:lnTo>
                  <a:lnTo>
                    <a:pt x="101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2" name="Google Shape;482;p60"/>
          <p:cNvGrpSpPr/>
          <p:nvPr/>
        </p:nvGrpSpPr>
        <p:grpSpPr>
          <a:xfrm>
            <a:off x="3717585" y="2577129"/>
            <a:ext cx="297286" cy="297286"/>
            <a:chOff x="3271200" y="4992125"/>
            <a:chExt cx="481825" cy="481825"/>
          </a:xfrm>
        </p:grpSpPr>
        <p:sp>
          <p:nvSpPr>
            <p:cNvPr id="483" name="Google Shape;483;p60"/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4" name="Google Shape;484;p60"/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5" name="Google Shape;485;p60"/>
            <p:cNvSpPr/>
            <p:nvPr/>
          </p:nvSpPr>
          <p:spPr>
            <a:xfrm>
              <a:off x="327120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Culture and Social Control</a:t>
            </a:r>
            <a:endParaRPr/>
          </a:p>
        </p:txBody>
      </p:sp>
      <p:graphicFrame>
        <p:nvGraphicFramePr>
          <p:cNvPr id="491" name="Google Shape;491;p61"/>
          <p:cNvGraphicFramePr/>
          <p:nvPr/>
        </p:nvGraphicFramePr>
        <p:xfrm>
          <a:off x="1271763" y="153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{0C1B1303-0D75-433E-98D4-C5817B7F6F41}</a:tableStyleId>
              </a:tblPr>
              <a:tblGrid>
                <a:gridCol w="576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2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You can list here one fact about culture and social control</a:t>
                      </a: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126000" marR="162000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You can list here one fact about culture and social control</a:t>
                      </a: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126000" marR="162000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You can list here one fact about culture and social control</a:t>
                      </a: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126000" marR="162000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You can list here one fact about culture and social control</a:t>
                      </a: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126000" marR="162000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2"/>
                          </a:solidFill>
                          <a:latin typeface="ABeeZee"/>
                          <a:ea typeface="ABeeZee"/>
                          <a:cs typeface="ABeeZee"/>
                          <a:sym typeface="ABeeZee"/>
                        </a:rPr>
                        <a:t>You can list here one fact about culture and social control</a:t>
                      </a: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126000" marR="162000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accent2"/>
                        </a:solidFill>
                        <a:latin typeface="ABeeZee"/>
                        <a:ea typeface="ABeeZee"/>
                        <a:cs typeface="ABeeZee"/>
                        <a:sym typeface="ABeeZe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92" name="Google Shape;492;p61"/>
          <p:cNvGrpSpPr/>
          <p:nvPr/>
        </p:nvGrpSpPr>
        <p:grpSpPr>
          <a:xfrm>
            <a:off x="7311708" y="1625192"/>
            <a:ext cx="339253" cy="339253"/>
            <a:chOff x="1492675" y="4992125"/>
            <a:chExt cx="481825" cy="481825"/>
          </a:xfrm>
        </p:grpSpPr>
        <p:sp>
          <p:nvSpPr>
            <p:cNvPr id="493" name="Google Shape;493;p61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" name="Google Shape;494;p61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5" name="Google Shape;495;p61"/>
          <p:cNvGrpSpPr/>
          <p:nvPr/>
        </p:nvGrpSpPr>
        <p:grpSpPr>
          <a:xfrm>
            <a:off x="7311700" y="2190342"/>
            <a:ext cx="339253" cy="339253"/>
            <a:chOff x="2085525" y="4992125"/>
            <a:chExt cx="481825" cy="481825"/>
          </a:xfrm>
        </p:grpSpPr>
        <p:sp>
          <p:nvSpPr>
            <p:cNvPr id="496" name="Google Shape;496;p61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" name="Google Shape;497;p61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8" name="Google Shape;498;p61"/>
          <p:cNvGrpSpPr/>
          <p:nvPr/>
        </p:nvGrpSpPr>
        <p:grpSpPr>
          <a:xfrm>
            <a:off x="7311700" y="2755492"/>
            <a:ext cx="339253" cy="339253"/>
            <a:chOff x="2085525" y="4992125"/>
            <a:chExt cx="481825" cy="481825"/>
          </a:xfrm>
        </p:grpSpPr>
        <p:sp>
          <p:nvSpPr>
            <p:cNvPr id="499" name="Google Shape;499;p61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" name="Google Shape;500;p61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1" name="Google Shape;501;p61"/>
          <p:cNvGrpSpPr/>
          <p:nvPr/>
        </p:nvGrpSpPr>
        <p:grpSpPr>
          <a:xfrm>
            <a:off x="7311708" y="3320642"/>
            <a:ext cx="339253" cy="339253"/>
            <a:chOff x="1492675" y="4992125"/>
            <a:chExt cx="481825" cy="481825"/>
          </a:xfrm>
        </p:grpSpPr>
        <p:sp>
          <p:nvSpPr>
            <p:cNvPr id="502" name="Google Shape;502;p61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" name="Google Shape;503;p61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4" name="Google Shape;504;p61"/>
          <p:cNvGrpSpPr/>
          <p:nvPr/>
        </p:nvGrpSpPr>
        <p:grpSpPr>
          <a:xfrm>
            <a:off x="7311708" y="3885792"/>
            <a:ext cx="339253" cy="339253"/>
            <a:chOff x="1492675" y="4992125"/>
            <a:chExt cx="481825" cy="481825"/>
          </a:xfrm>
        </p:grpSpPr>
        <p:sp>
          <p:nvSpPr>
            <p:cNvPr id="505" name="Google Shape;505;p61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" name="Google Shape;506;p61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Values Perception</a:t>
            </a:r>
            <a:endParaRPr/>
          </a:p>
        </p:txBody>
      </p:sp>
      <p:pic>
        <p:nvPicPr>
          <p:cNvPr id="512" name="Google Shape;512;p62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976" y="1284333"/>
            <a:ext cx="4364475" cy="283692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2"/>
          <p:cNvSpPr txBox="1"/>
          <p:nvPr/>
        </p:nvSpPr>
        <p:spPr>
          <a:xfrm>
            <a:off x="5940075" y="1765425"/>
            <a:ext cx="25875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Attitudes and Values</a:t>
            </a:r>
            <a:endParaRPr sz="20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14" name="Google Shape;514;p62"/>
          <p:cNvSpPr txBox="1"/>
          <p:nvPr/>
        </p:nvSpPr>
        <p:spPr>
          <a:xfrm>
            <a:off x="5940075" y="2220813"/>
            <a:ext cx="2445000" cy="19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Neptune is the farthest planet from the Sun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Despite being red, Mars is a very cold place. It’s full of iron oxide dust, which gives the planet its reddish cast</a:t>
            </a: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500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15" name="Google Shape;515;p62"/>
          <p:cNvSpPr txBox="1"/>
          <p:nvPr/>
        </p:nvSpPr>
        <p:spPr>
          <a:xfrm>
            <a:off x="5940075" y="1233813"/>
            <a:ext cx="2445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accent1"/>
                </a:solidFill>
                <a:latin typeface="Crete Round"/>
                <a:ea typeface="Crete Round"/>
                <a:cs typeface="Crete Round"/>
                <a:sym typeface="Crete Round"/>
              </a:rPr>
              <a:t>+350%</a:t>
            </a:r>
            <a:endParaRPr sz="4100" b="1">
              <a:solidFill>
                <a:schemeClr val="accent1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16" name="Google Shape;516;p62"/>
          <p:cNvSpPr txBox="1"/>
          <p:nvPr/>
        </p:nvSpPr>
        <p:spPr>
          <a:xfrm>
            <a:off x="1083375" y="4079686"/>
            <a:ext cx="4212000" cy="5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BeeZee"/>
                <a:ea typeface="ABeeZee"/>
                <a:cs typeface="ABeeZee"/>
                <a:sym typeface="ABeeZee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ABeeZee"/>
                <a:ea typeface="ABeeZee"/>
                <a:cs typeface="ABeeZee"/>
                <a:sym typeface="ABeeZee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accen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3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Perception of Sociology</a:t>
            </a:r>
            <a:endParaRPr/>
          </a:p>
        </p:txBody>
      </p:sp>
      <p:sp>
        <p:nvSpPr>
          <p:cNvPr id="522" name="Google Shape;522;p63"/>
          <p:cNvSpPr/>
          <p:nvPr/>
        </p:nvSpPr>
        <p:spPr>
          <a:xfrm rot="-5400000">
            <a:off x="3544125" y="1680725"/>
            <a:ext cx="2055900" cy="2056200"/>
          </a:xfrm>
          <a:prstGeom prst="blockArc">
            <a:avLst>
              <a:gd name="adj1" fmla="val 7125035"/>
              <a:gd name="adj2" fmla="val 0"/>
              <a:gd name="adj3" fmla="val 25000"/>
            </a:avLst>
          </a:prstGeom>
          <a:solidFill>
            <a:schemeClr val="l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3"/>
          <p:cNvSpPr/>
          <p:nvPr/>
        </p:nvSpPr>
        <p:spPr>
          <a:xfrm rot="5400000">
            <a:off x="3543975" y="1680875"/>
            <a:ext cx="2056200" cy="20559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63"/>
          <p:cNvSpPr txBox="1"/>
          <p:nvPr/>
        </p:nvSpPr>
        <p:spPr>
          <a:xfrm>
            <a:off x="758922" y="2367450"/>
            <a:ext cx="2442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Sociology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25" name="Google Shape;525;p63"/>
          <p:cNvSpPr txBox="1"/>
          <p:nvPr/>
        </p:nvSpPr>
        <p:spPr>
          <a:xfrm>
            <a:off x="5943079" y="2367450"/>
            <a:ext cx="2442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Culture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26" name="Google Shape;526;p63"/>
          <p:cNvSpPr txBox="1"/>
          <p:nvPr/>
        </p:nvSpPr>
        <p:spPr>
          <a:xfrm>
            <a:off x="5943075" y="2822850"/>
            <a:ext cx="2442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Jupiter is a gas giant and the biggest planet in the Solar System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27" name="Google Shape;527;p63"/>
          <p:cNvSpPr txBox="1"/>
          <p:nvPr/>
        </p:nvSpPr>
        <p:spPr>
          <a:xfrm>
            <a:off x="758825" y="2822850"/>
            <a:ext cx="2442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Mercury is the closest planet to the Sun and the smallest of them all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28" name="Google Shape;528;p63"/>
          <p:cNvSpPr txBox="1"/>
          <p:nvPr/>
        </p:nvSpPr>
        <p:spPr>
          <a:xfrm>
            <a:off x="758925" y="1900498"/>
            <a:ext cx="2442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67%</a:t>
            </a:r>
            <a:endParaRPr sz="35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29" name="Google Shape;529;p63"/>
          <p:cNvSpPr txBox="1"/>
          <p:nvPr/>
        </p:nvSpPr>
        <p:spPr>
          <a:xfrm>
            <a:off x="5943075" y="1900498"/>
            <a:ext cx="2442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33%</a:t>
            </a:r>
            <a:endParaRPr sz="35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530" name="Google Shape;530;p63"/>
          <p:cNvSpPr/>
          <p:nvPr/>
        </p:nvSpPr>
        <p:spPr>
          <a:xfrm>
            <a:off x="1976775" y="3736925"/>
            <a:ext cx="2473475" cy="662800"/>
          </a:xfrm>
          <a:custGeom>
            <a:avLst/>
            <a:gdLst/>
            <a:ahLst/>
            <a:cxnLst/>
            <a:rect l="l" t="t" r="r" b="b"/>
            <a:pathLst>
              <a:path w="98939" h="26512" extrusionOk="0">
                <a:moveTo>
                  <a:pt x="98939" y="3374"/>
                </a:moveTo>
                <a:lnTo>
                  <a:pt x="98669" y="26512"/>
                </a:lnTo>
                <a:lnTo>
                  <a:pt x="0" y="2651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31" name="Google Shape;531;p63"/>
          <p:cNvSpPr/>
          <p:nvPr/>
        </p:nvSpPr>
        <p:spPr>
          <a:xfrm>
            <a:off x="5434575" y="1467625"/>
            <a:ext cx="1731400" cy="622250"/>
          </a:xfrm>
          <a:custGeom>
            <a:avLst/>
            <a:gdLst/>
            <a:ahLst/>
            <a:cxnLst/>
            <a:rect l="l" t="t" r="r" b="b"/>
            <a:pathLst>
              <a:path w="69256" h="24890" extrusionOk="0">
                <a:moveTo>
                  <a:pt x="69256" y="16773"/>
                </a:moveTo>
                <a:lnTo>
                  <a:pt x="69256" y="0"/>
                </a:lnTo>
                <a:lnTo>
                  <a:pt x="0" y="0"/>
                </a:lnTo>
                <a:lnTo>
                  <a:pt x="125" y="2489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532" name="Google Shape;532;p63"/>
          <p:cNvGrpSpPr/>
          <p:nvPr/>
        </p:nvGrpSpPr>
        <p:grpSpPr>
          <a:xfrm>
            <a:off x="4402324" y="2539195"/>
            <a:ext cx="339253" cy="339253"/>
            <a:chOff x="4456875" y="1435075"/>
            <a:chExt cx="481825" cy="481825"/>
          </a:xfrm>
        </p:grpSpPr>
        <p:sp>
          <p:nvSpPr>
            <p:cNvPr id="533" name="Google Shape;533;p6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4" name="Google Shape;534;p6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5" name="Google Shape;535;p6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6" name="Google Shape;536;p6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7" name="Google Shape;537;p6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8" name="Google Shape;538;p6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9" name="Google Shape;539;p6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0" name="Google Shape;540;p6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1" name="Google Shape;541;p6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2" name="Google Shape;542;p6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3" name="Google Shape;543;p6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4" name="Google Shape;544;p6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5" name="Google Shape;545;p6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6" name="Google Shape;546;p6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7" name="Google Shape;547;p6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8" name="Google Shape;548;p6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9" name="Google Shape;549;p6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0" name="Google Shape;550;p6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1" name="Google Shape;551;p6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4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of Social Culture Differences</a:t>
            </a:r>
            <a:endParaRPr/>
          </a:p>
        </p:txBody>
      </p:sp>
      <p:grpSp>
        <p:nvGrpSpPr>
          <p:cNvPr id="557" name="Google Shape;557;p64"/>
          <p:cNvGrpSpPr/>
          <p:nvPr/>
        </p:nvGrpSpPr>
        <p:grpSpPr>
          <a:xfrm>
            <a:off x="2692630" y="1291669"/>
            <a:ext cx="3759216" cy="2002671"/>
            <a:chOff x="233350" y="949250"/>
            <a:chExt cx="7137300" cy="3802300"/>
          </a:xfrm>
        </p:grpSpPr>
        <p:sp>
          <p:nvSpPr>
            <p:cNvPr id="558" name="Google Shape;558;p64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64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64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64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64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64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64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64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64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64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64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64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64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64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64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64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64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64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64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64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64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64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64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64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64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64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64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64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64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4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4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4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4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4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4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4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4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4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64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64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4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4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4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4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4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4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64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64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4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4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4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" name="Google Shape;609;p64"/>
          <p:cNvSpPr/>
          <p:nvPr/>
        </p:nvSpPr>
        <p:spPr>
          <a:xfrm flipH="1">
            <a:off x="2937532" y="1599516"/>
            <a:ext cx="199208" cy="293148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64"/>
          <p:cNvSpPr txBox="1"/>
          <p:nvPr/>
        </p:nvSpPr>
        <p:spPr>
          <a:xfrm>
            <a:off x="2849178" y="3683850"/>
            <a:ext cx="15750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Saturn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11" name="Google Shape;611;p64"/>
          <p:cNvSpPr txBox="1"/>
          <p:nvPr/>
        </p:nvSpPr>
        <p:spPr>
          <a:xfrm>
            <a:off x="2849228" y="3981885"/>
            <a:ext cx="15750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5BA2"/>
                </a:solidFill>
                <a:latin typeface="ABeeZee"/>
                <a:ea typeface="ABeeZee"/>
                <a:cs typeface="ABeeZee"/>
                <a:sym typeface="ABeeZee"/>
              </a:rPr>
              <a:t>Saturn has several rings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12" name="Google Shape;612;p64"/>
          <p:cNvSpPr txBox="1"/>
          <p:nvPr/>
        </p:nvSpPr>
        <p:spPr>
          <a:xfrm>
            <a:off x="978900" y="3683850"/>
            <a:ext cx="15750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Venus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13" name="Google Shape;613;p64"/>
          <p:cNvSpPr txBox="1"/>
          <p:nvPr/>
        </p:nvSpPr>
        <p:spPr>
          <a:xfrm>
            <a:off x="978950" y="3981885"/>
            <a:ext cx="15750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ABeeZee"/>
                <a:ea typeface="ABeeZee"/>
                <a:cs typeface="ABeeZee"/>
                <a:sym typeface="ABeeZee"/>
              </a:rPr>
              <a:t>Venus has a beautiful name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14" name="Google Shape;614;p64"/>
          <p:cNvSpPr txBox="1"/>
          <p:nvPr/>
        </p:nvSpPr>
        <p:spPr>
          <a:xfrm>
            <a:off x="4719519" y="3683850"/>
            <a:ext cx="15750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Mars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15" name="Google Shape;615;p64"/>
          <p:cNvSpPr txBox="1"/>
          <p:nvPr/>
        </p:nvSpPr>
        <p:spPr>
          <a:xfrm>
            <a:off x="4719569" y="3981885"/>
            <a:ext cx="15750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ABeeZee"/>
                <a:ea typeface="ABeeZee"/>
                <a:cs typeface="ABeeZee"/>
                <a:sym typeface="ABeeZee"/>
              </a:rPr>
              <a:t>Mars is a very cold place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16" name="Google Shape;616;p64"/>
          <p:cNvSpPr txBox="1"/>
          <p:nvPr/>
        </p:nvSpPr>
        <p:spPr>
          <a:xfrm>
            <a:off x="6589897" y="3683850"/>
            <a:ext cx="15750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45BA2"/>
                </a:solidFill>
                <a:latin typeface="Crete Round"/>
                <a:ea typeface="Crete Round"/>
                <a:cs typeface="Crete Round"/>
                <a:sym typeface="Crete Round"/>
              </a:rPr>
              <a:t>Jupiter</a:t>
            </a:r>
            <a:endParaRPr sz="2000" b="1">
              <a:solidFill>
                <a:srgbClr val="245BA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6589947" y="3981885"/>
            <a:ext cx="15750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5BA2"/>
                </a:solidFill>
                <a:latin typeface="ABeeZee"/>
                <a:ea typeface="ABeeZee"/>
                <a:cs typeface="ABeeZee"/>
                <a:sym typeface="ABeeZee"/>
              </a:rPr>
              <a:t>Jupiter is the biggest planet</a:t>
            </a:r>
            <a:endParaRPr sz="1500">
              <a:solidFill>
                <a:srgbClr val="245BA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18" name="Google Shape;618;p64"/>
          <p:cNvSpPr/>
          <p:nvPr/>
        </p:nvSpPr>
        <p:spPr>
          <a:xfrm flipH="1">
            <a:off x="4267240" y="1484200"/>
            <a:ext cx="199208" cy="293148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4"/>
          <p:cNvSpPr/>
          <p:nvPr/>
        </p:nvSpPr>
        <p:spPr>
          <a:xfrm flipH="1">
            <a:off x="5886860" y="2617533"/>
            <a:ext cx="199208" cy="293148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64"/>
          <p:cNvSpPr/>
          <p:nvPr/>
        </p:nvSpPr>
        <p:spPr>
          <a:xfrm flipH="1">
            <a:off x="5743043" y="1750597"/>
            <a:ext cx="199208" cy="293148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64"/>
          <p:cNvSpPr/>
          <p:nvPr/>
        </p:nvSpPr>
        <p:spPr>
          <a:xfrm>
            <a:off x="1770550" y="1905725"/>
            <a:ext cx="1271438" cy="1716422"/>
          </a:xfrm>
          <a:custGeom>
            <a:avLst/>
            <a:gdLst/>
            <a:ahLst/>
            <a:cxnLst/>
            <a:rect l="l" t="t" r="r" b="b"/>
            <a:pathLst>
              <a:path w="51278" h="57792" extrusionOk="0">
                <a:moveTo>
                  <a:pt x="0" y="57792"/>
                </a:moveTo>
                <a:lnTo>
                  <a:pt x="0" y="0"/>
                </a:lnTo>
                <a:lnTo>
                  <a:pt x="51278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622" name="Google Shape;622;p64"/>
          <p:cNvSpPr/>
          <p:nvPr/>
        </p:nvSpPr>
        <p:spPr>
          <a:xfrm>
            <a:off x="3635650" y="1766176"/>
            <a:ext cx="761805" cy="1855955"/>
          </a:xfrm>
          <a:custGeom>
            <a:avLst/>
            <a:gdLst/>
            <a:ahLst/>
            <a:cxnLst/>
            <a:rect l="l" t="t" r="r" b="b"/>
            <a:pathLst>
              <a:path w="28370" h="68720" extrusionOk="0">
                <a:moveTo>
                  <a:pt x="0" y="68720"/>
                </a:moveTo>
                <a:lnTo>
                  <a:pt x="0" y="65568"/>
                </a:lnTo>
                <a:lnTo>
                  <a:pt x="14500" y="65568"/>
                </a:lnTo>
                <a:lnTo>
                  <a:pt x="14500" y="0"/>
                </a:lnTo>
                <a:lnTo>
                  <a:pt x="2837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623" name="Google Shape;623;p64"/>
          <p:cNvSpPr/>
          <p:nvPr/>
        </p:nvSpPr>
        <p:spPr>
          <a:xfrm>
            <a:off x="5495500" y="3011891"/>
            <a:ext cx="493875" cy="610251"/>
          </a:xfrm>
          <a:custGeom>
            <a:avLst/>
            <a:gdLst/>
            <a:ahLst/>
            <a:cxnLst/>
            <a:rect l="l" t="t" r="r" b="b"/>
            <a:pathLst>
              <a:path w="19755" h="22276" extrusionOk="0">
                <a:moveTo>
                  <a:pt x="0" y="22276"/>
                </a:moveTo>
                <a:lnTo>
                  <a:pt x="0" y="0"/>
                </a:lnTo>
                <a:lnTo>
                  <a:pt x="19755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624" name="Google Shape;624;p64"/>
          <p:cNvSpPr/>
          <p:nvPr/>
        </p:nvSpPr>
        <p:spPr>
          <a:xfrm flipH="1">
            <a:off x="5842266" y="2043750"/>
            <a:ext cx="1539359" cy="1578477"/>
          </a:xfrm>
          <a:custGeom>
            <a:avLst/>
            <a:gdLst/>
            <a:ahLst/>
            <a:cxnLst/>
            <a:rect l="l" t="t" r="r" b="b"/>
            <a:pathLst>
              <a:path w="19755" h="22276" extrusionOk="0">
                <a:moveTo>
                  <a:pt x="0" y="22276"/>
                </a:moveTo>
                <a:lnTo>
                  <a:pt x="0" y="0"/>
                </a:lnTo>
                <a:lnTo>
                  <a:pt x="19755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5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American Value System</a:t>
            </a:r>
            <a:endParaRPr/>
          </a:p>
        </p:txBody>
      </p:sp>
      <p:sp>
        <p:nvSpPr>
          <p:cNvPr id="630" name="Google Shape;630;p65"/>
          <p:cNvSpPr/>
          <p:nvPr/>
        </p:nvSpPr>
        <p:spPr>
          <a:xfrm>
            <a:off x="3519902" y="2964773"/>
            <a:ext cx="1086093" cy="945708"/>
          </a:xfrm>
          <a:custGeom>
            <a:avLst/>
            <a:gdLst/>
            <a:ahLst/>
            <a:cxnLst/>
            <a:rect l="l" t="t" r="r" b="b"/>
            <a:pathLst>
              <a:path w="68383" h="59544" extrusionOk="0">
                <a:moveTo>
                  <a:pt x="5237" y="1"/>
                </a:moveTo>
                <a:cubicBezTo>
                  <a:pt x="2335" y="1"/>
                  <a:pt x="0" y="2336"/>
                  <a:pt x="0" y="5204"/>
                </a:cubicBezTo>
                <a:lnTo>
                  <a:pt x="0" y="20916"/>
                </a:lnTo>
                <a:lnTo>
                  <a:pt x="0" y="38595"/>
                </a:lnTo>
                <a:lnTo>
                  <a:pt x="0" y="54339"/>
                </a:lnTo>
                <a:cubicBezTo>
                  <a:pt x="0" y="57208"/>
                  <a:pt x="2335" y="59543"/>
                  <a:pt x="5237" y="59543"/>
                </a:cubicBezTo>
                <a:lnTo>
                  <a:pt x="54339" y="59543"/>
                </a:lnTo>
                <a:cubicBezTo>
                  <a:pt x="57208" y="59543"/>
                  <a:pt x="59543" y="57208"/>
                  <a:pt x="59543" y="54339"/>
                </a:cubicBezTo>
                <a:lnTo>
                  <a:pt x="59543" y="38595"/>
                </a:lnTo>
                <a:cubicBezTo>
                  <a:pt x="64413" y="38595"/>
                  <a:pt x="68382" y="34659"/>
                  <a:pt x="68382" y="29755"/>
                </a:cubicBezTo>
                <a:cubicBezTo>
                  <a:pt x="68382" y="24885"/>
                  <a:pt x="64413" y="20916"/>
                  <a:pt x="59543" y="20916"/>
                </a:cubicBezTo>
                <a:lnTo>
                  <a:pt x="59543" y="5204"/>
                </a:lnTo>
                <a:cubicBezTo>
                  <a:pt x="59543" y="2336"/>
                  <a:pt x="57208" y="1"/>
                  <a:pt x="54339" y="1"/>
                </a:cubicBezTo>
                <a:lnTo>
                  <a:pt x="38628" y="1"/>
                </a:lnTo>
                <a:cubicBezTo>
                  <a:pt x="38528" y="4804"/>
                  <a:pt x="34625" y="8673"/>
                  <a:pt x="29788" y="8673"/>
                </a:cubicBezTo>
                <a:cubicBezTo>
                  <a:pt x="24951" y="8673"/>
                  <a:pt x="21015" y="4804"/>
                  <a:pt x="2094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65"/>
          <p:cNvSpPr/>
          <p:nvPr/>
        </p:nvSpPr>
        <p:spPr>
          <a:xfrm>
            <a:off x="4759443" y="1530497"/>
            <a:ext cx="1171922" cy="1153101"/>
          </a:xfrm>
          <a:custGeom>
            <a:avLst/>
            <a:gdLst/>
            <a:ahLst/>
            <a:cxnLst/>
            <a:rect l="l" t="t" r="r" b="b"/>
            <a:pathLst>
              <a:path w="73787" h="72602" extrusionOk="0">
                <a:moveTo>
                  <a:pt x="41804" y="1"/>
                </a:moveTo>
                <a:cubicBezTo>
                  <a:pt x="37778" y="1"/>
                  <a:pt x="34110" y="2748"/>
                  <a:pt x="33191" y="6858"/>
                </a:cubicBezTo>
                <a:cubicBezTo>
                  <a:pt x="33191" y="6891"/>
                  <a:pt x="33124" y="6924"/>
                  <a:pt x="33124" y="7024"/>
                </a:cubicBezTo>
                <a:lnTo>
                  <a:pt x="17846" y="3522"/>
                </a:lnTo>
                <a:cubicBezTo>
                  <a:pt x="17461" y="3435"/>
                  <a:pt x="17075" y="3393"/>
                  <a:pt x="16695" y="3393"/>
                </a:cubicBezTo>
                <a:cubicBezTo>
                  <a:pt x="14306" y="3393"/>
                  <a:pt x="12122" y="5037"/>
                  <a:pt x="11575" y="7425"/>
                </a:cubicBezTo>
                <a:lnTo>
                  <a:pt x="8073" y="22736"/>
                </a:lnTo>
                <a:cubicBezTo>
                  <a:pt x="12843" y="23836"/>
                  <a:pt x="15778" y="28573"/>
                  <a:pt x="14711" y="33343"/>
                </a:cubicBezTo>
                <a:cubicBezTo>
                  <a:pt x="13765" y="37413"/>
                  <a:pt x="10135" y="40177"/>
                  <a:pt x="6107" y="40177"/>
                </a:cubicBezTo>
                <a:cubicBezTo>
                  <a:pt x="5446" y="40177"/>
                  <a:pt x="4775" y="40103"/>
                  <a:pt x="4103" y="39948"/>
                </a:cubicBezTo>
                <a:lnTo>
                  <a:pt x="601" y="55259"/>
                </a:lnTo>
                <a:cubicBezTo>
                  <a:pt x="0" y="58061"/>
                  <a:pt x="1735" y="60896"/>
                  <a:pt x="4537" y="61530"/>
                </a:cubicBezTo>
                <a:lnTo>
                  <a:pt x="19848" y="65033"/>
                </a:lnTo>
                <a:cubicBezTo>
                  <a:pt x="20765" y="60934"/>
                  <a:pt x="24416" y="58165"/>
                  <a:pt x="28430" y="58165"/>
                </a:cubicBezTo>
                <a:cubicBezTo>
                  <a:pt x="29088" y="58165"/>
                  <a:pt x="29755" y="58240"/>
                  <a:pt x="30422" y="58395"/>
                </a:cubicBezTo>
                <a:cubicBezTo>
                  <a:pt x="35192" y="59529"/>
                  <a:pt x="38127" y="64232"/>
                  <a:pt x="37060" y="69002"/>
                </a:cubicBezTo>
                <a:lnTo>
                  <a:pt x="52371" y="72471"/>
                </a:lnTo>
                <a:cubicBezTo>
                  <a:pt x="52756" y="72559"/>
                  <a:pt x="53143" y="72602"/>
                  <a:pt x="53524" y="72602"/>
                </a:cubicBezTo>
                <a:cubicBezTo>
                  <a:pt x="55886" y="72602"/>
                  <a:pt x="58063" y="70981"/>
                  <a:pt x="58609" y="68569"/>
                </a:cubicBezTo>
                <a:lnTo>
                  <a:pt x="62111" y="53258"/>
                </a:lnTo>
                <a:cubicBezTo>
                  <a:pt x="62778" y="53413"/>
                  <a:pt x="63445" y="53487"/>
                  <a:pt x="64103" y="53487"/>
                </a:cubicBezTo>
                <a:cubicBezTo>
                  <a:pt x="68118" y="53487"/>
                  <a:pt x="71768" y="50718"/>
                  <a:pt x="72685" y="46619"/>
                </a:cubicBezTo>
                <a:cubicBezTo>
                  <a:pt x="73786" y="41883"/>
                  <a:pt x="70817" y="37113"/>
                  <a:pt x="66081" y="36045"/>
                </a:cubicBezTo>
                <a:lnTo>
                  <a:pt x="69583" y="20734"/>
                </a:lnTo>
                <a:cubicBezTo>
                  <a:pt x="70184" y="17932"/>
                  <a:pt x="68449" y="15097"/>
                  <a:pt x="65647" y="14496"/>
                </a:cubicBezTo>
                <a:lnTo>
                  <a:pt x="50336" y="10994"/>
                </a:lnTo>
                <a:cubicBezTo>
                  <a:pt x="50336" y="10927"/>
                  <a:pt x="50403" y="10894"/>
                  <a:pt x="50403" y="10827"/>
                </a:cubicBezTo>
                <a:cubicBezTo>
                  <a:pt x="51470" y="6057"/>
                  <a:pt x="48535" y="1320"/>
                  <a:pt x="43765" y="220"/>
                </a:cubicBezTo>
                <a:cubicBezTo>
                  <a:pt x="43109" y="72"/>
                  <a:pt x="42452" y="1"/>
                  <a:pt x="4180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65"/>
          <p:cNvSpPr/>
          <p:nvPr/>
        </p:nvSpPr>
        <p:spPr>
          <a:xfrm>
            <a:off x="3212623" y="1579034"/>
            <a:ext cx="1199462" cy="1170810"/>
          </a:xfrm>
          <a:custGeom>
            <a:avLst/>
            <a:gdLst/>
            <a:ahLst/>
            <a:cxnLst/>
            <a:rect l="l" t="t" r="r" b="b"/>
            <a:pathLst>
              <a:path w="75521" h="73717" extrusionOk="0">
                <a:moveTo>
                  <a:pt x="51830" y="1"/>
                </a:moveTo>
                <a:cubicBezTo>
                  <a:pt x="51221" y="1"/>
                  <a:pt x="50602" y="108"/>
                  <a:pt x="50003" y="333"/>
                </a:cubicBezTo>
                <a:lnTo>
                  <a:pt x="35325" y="5870"/>
                </a:lnTo>
                <a:cubicBezTo>
                  <a:pt x="37027" y="10440"/>
                  <a:pt x="34758" y="15543"/>
                  <a:pt x="30155" y="17278"/>
                </a:cubicBezTo>
                <a:cubicBezTo>
                  <a:pt x="29135" y="17658"/>
                  <a:pt x="28087" y="17838"/>
                  <a:pt x="27058" y="17838"/>
                </a:cubicBezTo>
                <a:cubicBezTo>
                  <a:pt x="23475" y="17838"/>
                  <a:pt x="20102" y="15657"/>
                  <a:pt x="18780" y="12108"/>
                </a:cubicBezTo>
                <a:lnTo>
                  <a:pt x="4070" y="17645"/>
                </a:lnTo>
                <a:cubicBezTo>
                  <a:pt x="1334" y="18646"/>
                  <a:pt x="0" y="21681"/>
                  <a:pt x="1001" y="24350"/>
                </a:cubicBezTo>
                <a:lnTo>
                  <a:pt x="6572" y="39027"/>
                </a:lnTo>
                <a:cubicBezTo>
                  <a:pt x="7585" y="38647"/>
                  <a:pt x="8628" y="38467"/>
                  <a:pt x="9655" y="38467"/>
                </a:cubicBezTo>
                <a:cubicBezTo>
                  <a:pt x="13231" y="38467"/>
                  <a:pt x="16625" y="40648"/>
                  <a:pt x="17946" y="44197"/>
                </a:cubicBezTo>
                <a:cubicBezTo>
                  <a:pt x="19614" y="48834"/>
                  <a:pt x="17313" y="53938"/>
                  <a:pt x="12776" y="55639"/>
                </a:cubicBezTo>
                <a:lnTo>
                  <a:pt x="18313" y="70349"/>
                </a:lnTo>
                <a:cubicBezTo>
                  <a:pt x="19089" y="72444"/>
                  <a:pt x="21088" y="73717"/>
                  <a:pt x="23190" y="73717"/>
                </a:cubicBezTo>
                <a:cubicBezTo>
                  <a:pt x="23800" y="73717"/>
                  <a:pt x="24418" y="73610"/>
                  <a:pt x="25018" y="73385"/>
                </a:cubicBezTo>
                <a:lnTo>
                  <a:pt x="39762" y="67848"/>
                </a:lnTo>
                <a:cubicBezTo>
                  <a:pt x="41086" y="71377"/>
                  <a:pt x="44449" y="73574"/>
                  <a:pt x="48045" y="73574"/>
                </a:cubicBezTo>
                <a:cubicBezTo>
                  <a:pt x="49070" y="73574"/>
                  <a:pt x="50115" y="73395"/>
                  <a:pt x="51137" y="73018"/>
                </a:cubicBezTo>
                <a:cubicBezTo>
                  <a:pt x="55673" y="71317"/>
                  <a:pt x="58008" y="66213"/>
                  <a:pt x="56307" y="61643"/>
                </a:cubicBezTo>
                <a:lnTo>
                  <a:pt x="70984" y="56072"/>
                </a:lnTo>
                <a:cubicBezTo>
                  <a:pt x="73686" y="55072"/>
                  <a:pt x="75020" y="52036"/>
                  <a:pt x="74020" y="49368"/>
                </a:cubicBezTo>
                <a:lnTo>
                  <a:pt x="68482" y="34657"/>
                </a:lnTo>
                <a:cubicBezTo>
                  <a:pt x="68516" y="34657"/>
                  <a:pt x="68549" y="34624"/>
                  <a:pt x="68649" y="34624"/>
                </a:cubicBezTo>
                <a:cubicBezTo>
                  <a:pt x="73186" y="32923"/>
                  <a:pt x="75521" y="27819"/>
                  <a:pt x="73820" y="23216"/>
                </a:cubicBezTo>
                <a:cubicBezTo>
                  <a:pt x="72496" y="19686"/>
                  <a:pt x="69112" y="17489"/>
                  <a:pt x="65523" y="17489"/>
                </a:cubicBezTo>
                <a:cubicBezTo>
                  <a:pt x="64500" y="17489"/>
                  <a:pt x="63459" y="17668"/>
                  <a:pt x="62445" y="18045"/>
                </a:cubicBezTo>
                <a:cubicBezTo>
                  <a:pt x="62378" y="18045"/>
                  <a:pt x="62345" y="18112"/>
                  <a:pt x="62278" y="18112"/>
                </a:cubicBezTo>
                <a:lnTo>
                  <a:pt x="56707" y="3368"/>
                </a:lnTo>
                <a:cubicBezTo>
                  <a:pt x="55932" y="1273"/>
                  <a:pt x="53933" y="1"/>
                  <a:pt x="51830" y="1"/>
                </a:cubicBez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65"/>
          <p:cNvSpPr/>
          <p:nvPr/>
        </p:nvSpPr>
        <p:spPr>
          <a:xfrm>
            <a:off x="4728186" y="2831789"/>
            <a:ext cx="945692" cy="1085045"/>
          </a:xfrm>
          <a:custGeom>
            <a:avLst/>
            <a:gdLst/>
            <a:ahLst/>
            <a:cxnLst/>
            <a:rect l="l" t="t" r="r" b="b"/>
            <a:pathLst>
              <a:path w="59543" h="68317" extrusionOk="0">
                <a:moveTo>
                  <a:pt x="29755" y="1"/>
                </a:moveTo>
                <a:cubicBezTo>
                  <a:pt x="24885" y="1"/>
                  <a:pt x="20915" y="3937"/>
                  <a:pt x="20915" y="8841"/>
                </a:cubicBezTo>
                <a:lnTo>
                  <a:pt x="5204" y="8841"/>
                </a:lnTo>
                <a:cubicBezTo>
                  <a:pt x="2335" y="8841"/>
                  <a:pt x="0" y="11176"/>
                  <a:pt x="0" y="14044"/>
                </a:cubicBezTo>
                <a:lnTo>
                  <a:pt x="0" y="29756"/>
                </a:lnTo>
                <a:cubicBezTo>
                  <a:pt x="4804" y="29856"/>
                  <a:pt x="8673" y="33758"/>
                  <a:pt x="8673" y="38595"/>
                </a:cubicBezTo>
                <a:cubicBezTo>
                  <a:pt x="8706" y="43399"/>
                  <a:pt x="4837" y="47368"/>
                  <a:pt x="0" y="47401"/>
                </a:cubicBezTo>
                <a:lnTo>
                  <a:pt x="0" y="63113"/>
                </a:lnTo>
                <a:cubicBezTo>
                  <a:pt x="0" y="65981"/>
                  <a:pt x="2335" y="68316"/>
                  <a:pt x="5204" y="68316"/>
                </a:cubicBezTo>
                <a:lnTo>
                  <a:pt x="54339" y="68316"/>
                </a:lnTo>
                <a:cubicBezTo>
                  <a:pt x="57208" y="68316"/>
                  <a:pt x="59543" y="65981"/>
                  <a:pt x="59543" y="63113"/>
                </a:cubicBezTo>
                <a:lnTo>
                  <a:pt x="59543" y="47435"/>
                </a:lnTo>
                <a:lnTo>
                  <a:pt x="59543" y="29756"/>
                </a:lnTo>
                <a:lnTo>
                  <a:pt x="59543" y="14044"/>
                </a:lnTo>
                <a:cubicBezTo>
                  <a:pt x="59543" y="11176"/>
                  <a:pt x="57208" y="8841"/>
                  <a:pt x="54339" y="8841"/>
                </a:cubicBezTo>
                <a:lnTo>
                  <a:pt x="38594" y="8841"/>
                </a:lnTo>
                <a:cubicBezTo>
                  <a:pt x="38594" y="3937"/>
                  <a:pt x="34658" y="1"/>
                  <a:pt x="29755" y="1"/>
                </a:cubicBez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65"/>
          <p:cNvGrpSpPr/>
          <p:nvPr/>
        </p:nvGrpSpPr>
        <p:grpSpPr>
          <a:xfrm>
            <a:off x="5104664" y="1898095"/>
            <a:ext cx="438461" cy="433157"/>
            <a:chOff x="3858100" y="1435075"/>
            <a:chExt cx="487775" cy="481875"/>
          </a:xfrm>
        </p:grpSpPr>
        <p:sp>
          <p:nvSpPr>
            <p:cNvPr id="635" name="Google Shape;635;p65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40" name="Google Shape;640;p65"/>
          <p:cNvSpPr txBox="1"/>
          <p:nvPr/>
        </p:nvSpPr>
        <p:spPr>
          <a:xfrm>
            <a:off x="6061800" y="1592175"/>
            <a:ext cx="2445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Independence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41" name="Google Shape;641;p65"/>
          <p:cNvSpPr txBox="1"/>
          <p:nvPr/>
        </p:nvSpPr>
        <p:spPr>
          <a:xfrm>
            <a:off x="6061737" y="2047575"/>
            <a:ext cx="2445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Saturn is the ringed one and a gas giant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42" name="Google Shape;642;p65"/>
          <p:cNvSpPr txBox="1"/>
          <p:nvPr/>
        </p:nvSpPr>
        <p:spPr>
          <a:xfrm>
            <a:off x="637275" y="1592175"/>
            <a:ext cx="2445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Privacy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43" name="Google Shape;643;p65"/>
          <p:cNvSpPr txBox="1"/>
          <p:nvPr/>
        </p:nvSpPr>
        <p:spPr>
          <a:xfrm>
            <a:off x="637275" y="2047575"/>
            <a:ext cx="2445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Neptune is the farthest planet from the Sun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44" name="Google Shape;644;p65"/>
          <p:cNvSpPr txBox="1"/>
          <p:nvPr/>
        </p:nvSpPr>
        <p:spPr>
          <a:xfrm>
            <a:off x="6061800" y="2834966"/>
            <a:ext cx="2445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Efficiency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45" name="Google Shape;645;p65"/>
          <p:cNvSpPr txBox="1"/>
          <p:nvPr/>
        </p:nvSpPr>
        <p:spPr>
          <a:xfrm>
            <a:off x="6061737" y="3290366"/>
            <a:ext cx="2445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Ceres was the first asteroid to be discovered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646" name="Google Shape;646;p65"/>
          <p:cNvSpPr txBox="1"/>
          <p:nvPr/>
        </p:nvSpPr>
        <p:spPr>
          <a:xfrm>
            <a:off x="637275" y="2834966"/>
            <a:ext cx="2445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Competition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647" name="Google Shape;647;p65"/>
          <p:cNvSpPr txBox="1"/>
          <p:nvPr/>
        </p:nvSpPr>
        <p:spPr>
          <a:xfrm>
            <a:off x="637275" y="3290366"/>
            <a:ext cx="2445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Despite being red, Mars is a very cold place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grpSp>
        <p:nvGrpSpPr>
          <p:cNvPr id="648" name="Google Shape;648;p65"/>
          <p:cNvGrpSpPr/>
          <p:nvPr/>
        </p:nvGrpSpPr>
        <p:grpSpPr>
          <a:xfrm>
            <a:off x="3778427" y="3242670"/>
            <a:ext cx="438437" cy="446364"/>
            <a:chOff x="-62148800" y="3377700"/>
            <a:chExt cx="311125" cy="316750"/>
          </a:xfrm>
        </p:grpSpPr>
        <p:sp>
          <p:nvSpPr>
            <p:cNvPr id="649" name="Google Shape;649;p65"/>
            <p:cNvSpPr/>
            <p:nvPr/>
          </p:nvSpPr>
          <p:spPr>
            <a:xfrm>
              <a:off x="-62085775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-62148800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65"/>
          <p:cNvGrpSpPr/>
          <p:nvPr/>
        </p:nvGrpSpPr>
        <p:grpSpPr>
          <a:xfrm rot="-1150180">
            <a:off x="3617762" y="1970587"/>
            <a:ext cx="438450" cy="497616"/>
            <a:chOff x="2423775" y="3226875"/>
            <a:chExt cx="259925" cy="295000"/>
          </a:xfrm>
        </p:grpSpPr>
        <p:sp>
          <p:nvSpPr>
            <p:cNvPr id="652" name="Google Shape;652;p65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655;p65"/>
          <p:cNvGrpSpPr/>
          <p:nvPr/>
        </p:nvGrpSpPr>
        <p:grpSpPr>
          <a:xfrm>
            <a:off x="5013004" y="3215670"/>
            <a:ext cx="438447" cy="436121"/>
            <a:chOff x="2404875" y="3955825"/>
            <a:chExt cx="296950" cy="295375"/>
          </a:xfrm>
        </p:grpSpPr>
        <p:sp>
          <p:nvSpPr>
            <p:cNvPr id="656" name="Google Shape;656;p65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6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Nine Cultural Variation</a:t>
            </a:r>
            <a:endParaRPr/>
          </a:p>
        </p:txBody>
      </p:sp>
      <p:sp>
        <p:nvSpPr>
          <p:cNvPr id="665" name="Google Shape;665;p66"/>
          <p:cNvSpPr txBox="1">
            <a:spLocks noGrp="1"/>
          </p:cNvSpPr>
          <p:nvPr>
            <p:ph type="title" idx="2"/>
          </p:nvPr>
        </p:nvSpPr>
        <p:spPr>
          <a:xfrm>
            <a:off x="3315415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Distance</a:t>
            </a:r>
            <a:endParaRPr/>
          </a:p>
        </p:txBody>
      </p:sp>
      <p:sp>
        <p:nvSpPr>
          <p:cNvPr id="666" name="Google Shape;666;p66"/>
          <p:cNvSpPr txBox="1">
            <a:spLocks noGrp="1"/>
          </p:cNvSpPr>
          <p:nvPr>
            <p:ph type="title" idx="3"/>
          </p:nvPr>
        </p:nvSpPr>
        <p:spPr>
          <a:xfrm>
            <a:off x="3703225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has several rings</a:t>
            </a:r>
            <a:endParaRPr/>
          </a:p>
        </p:txBody>
      </p:sp>
      <p:sp>
        <p:nvSpPr>
          <p:cNvPr id="667" name="Google Shape;667;p66"/>
          <p:cNvSpPr txBox="1">
            <a:spLocks noGrp="1"/>
          </p:cNvSpPr>
          <p:nvPr>
            <p:ph type="title" idx="4"/>
          </p:nvPr>
        </p:nvSpPr>
        <p:spPr>
          <a:xfrm>
            <a:off x="619775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Individualism</a:t>
            </a:r>
            <a:endParaRPr/>
          </a:p>
        </p:txBody>
      </p:sp>
      <p:sp>
        <p:nvSpPr>
          <p:cNvPr id="668" name="Google Shape;668;p66"/>
          <p:cNvSpPr txBox="1">
            <a:spLocks noGrp="1"/>
          </p:cNvSpPr>
          <p:nvPr>
            <p:ph type="title" idx="5"/>
          </p:nvPr>
        </p:nvSpPr>
        <p:spPr>
          <a:xfrm>
            <a:off x="1007725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669" name="Google Shape;669;p66"/>
          <p:cNvSpPr txBox="1">
            <a:spLocks noGrp="1"/>
          </p:cNvSpPr>
          <p:nvPr>
            <p:ph type="title" idx="6"/>
          </p:nvPr>
        </p:nvSpPr>
        <p:spPr>
          <a:xfrm>
            <a:off x="6010836" y="131710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Uncertainty </a:t>
            </a:r>
            <a:endParaRPr/>
          </a:p>
        </p:txBody>
      </p:sp>
      <p:sp>
        <p:nvSpPr>
          <p:cNvPr id="670" name="Google Shape;670;p66"/>
          <p:cNvSpPr txBox="1">
            <a:spLocks noGrp="1"/>
          </p:cNvSpPr>
          <p:nvPr>
            <p:ph type="title" idx="7"/>
          </p:nvPr>
        </p:nvSpPr>
        <p:spPr>
          <a:xfrm>
            <a:off x="6398700" y="1660700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very cold place</a:t>
            </a:r>
            <a:endParaRPr/>
          </a:p>
        </p:txBody>
      </p:sp>
      <p:sp>
        <p:nvSpPr>
          <p:cNvPr id="671" name="Google Shape;671;p66"/>
          <p:cNvSpPr txBox="1">
            <a:spLocks noGrp="1"/>
          </p:cNvSpPr>
          <p:nvPr>
            <p:ph type="title" idx="8"/>
          </p:nvPr>
        </p:nvSpPr>
        <p:spPr>
          <a:xfrm>
            <a:off x="3315415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Equality</a:t>
            </a:r>
            <a:endParaRPr/>
          </a:p>
        </p:txBody>
      </p:sp>
      <p:sp>
        <p:nvSpPr>
          <p:cNvPr id="672" name="Google Shape;672;p66"/>
          <p:cNvSpPr txBox="1">
            <a:spLocks noGrp="1"/>
          </p:cNvSpPr>
          <p:nvPr>
            <p:ph type="title" idx="9"/>
          </p:nvPr>
        </p:nvSpPr>
        <p:spPr>
          <a:xfrm>
            <a:off x="3703225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smallest known planet</a:t>
            </a:r>
            <a:endParaRPr/>
          </a:p>
        </p:txBody>
      </p:sp>
      <p:sp>
        <p:nvSpPr>
          <p:cNvPr id="673" name="Google Shape;673;p66"/>
          <p:cNvSpPr txBox="1">
            <a:spLocks noGrp="1"/>
          </p:cNvSpPr>
          <p:nvPr>
            <p:ph type="title" idx="13"/>
          </p:nvPr>
        </p:nvSpPr>
        <p:spPr>
          <a:xfrm>
            <a:off x="619775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Orientation to Time</a:t>
            </a:r>
            <a:endParaRPr/>
          </a:p>
        </p:txBody>
      </p:sp>
      <p:sp>
        <p:nvSpPr>
          <p:cNvPr id="674" name="Google Shape;674;p66"/>
          <p:cNvSpPr txBox="1">
            <a:spLocks noGrp="1"/>
          </p:cNvSpPr>
          <p:nvPr>
            <p:ph type="title" idx="14"/>
          </p:nvPr>
        </p:nvSpPr>
        <p:spPr>
          <a:xfrm>
            <a:off x="1007725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Moon is a nice satellite</a:t>
            </a:r>
            <a:endParaRPr/>
          </a:p>
        </p:txBody>
      </p:sp>
      <p:sp>
        <p:nvSpPr>
          <p:cNvPr id="675" name="Google Shape;675;p66"/>
          <p:cNvSpPr txBox="1">
            <a:spLocks noGrp="1"/>
          </p:cNvSpPr>
          <p:nvPr>
            <p:ph type="title" idx="15"/>
          </p:nvPr>
        </p:nvSpPr>
        <p:spPr>
          <a:xfrm>
            <a:off x="6010836" y="2470005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Assertiveness</a:t>
            </a:r>
            <a:endParaRPr/>
          </a:p>
        </p:txBody>
      </p:sp>
      <p:sp>
        <p:nvSpPr>
          <p:cNvPr id="676" name="Google Shape;676;p66"/>
          <p:cNvSpPr txBox="1">
            <a:spLocks noGrp="1"/>
          </p:cNvSpPr>
          <p:nvPr>
            <p:ph type="title" idx="16"/>
          </p:nvPr>
        </p:nvSpPr>
        <p:spPr>
          <a:xfrm>
            <a:off x="6398700" y="281360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/>
          </a:p>
        </p:txBody>
      </p:sp>
      <p:sp>
        <p:nvSpPr>
          <p:cNvPr id="677" name="Google Shape;677;p66"/>
          <p:cNvSpPr txBox="1">
            <a:spLocks noGrp="1"/>
          </p:cNvSpPr>
          <p:nvPr>
            <p:ph type="title" idx="17"/>
          </p:nvPr>
        </p:nvSpPr>
        <p:spPr>
          <a:xfrm>
            <a:off x="3315415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Humanity</a:t>
            </a:r>
            <a:endParaRPr/>
          </a:p>
        </p:txBody>
      </p:sp>
      <p:sp>
        <p:nvSpPr>
          <p:cNvPr id="678" name="Google Shape;678;p66"/>
          <p:cNvSpPr txBox="1">
            <a:spLocks noGrp="1"/>
          </p:cNvSpPr>
          <p:nvPr>
            <p:ph type="title" idx="18"/>
          </p:nvPr>
        </p:nvSpPr>
        <p:spPr>
          <a:xfrm>
            <a:off x="3703225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full of life and water</a:t>
            </a:r>
            <a:endParaRPr/>
          </a:p>
        </p:txBody>
      </p:sp>
      <p:sp>
        <p:nvSpPr>
          <p:cNvPr id="679" name="Google Shape;679;p66"/>
          <p:cNvSpPr txBox="1">
            <a:spLocks noGrp="1"/>
          </p:cNvSpPr>
          <p:nvPr>
            <p:ph type="title" idx="19"/>
          </p:nvPr>
        </p:nvSpPr>
        <p:spPr>
          <a:xfrm>
            <a:off x="619775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Being vs. Doing</a:t>
            </a:r>
            <a:endParaRPr/>
          </a:p>
        </p:txBody>
      </p:sp>
      <p:sp>
        <p:nvSpPr>
          <p:cNvPr id="680" name="Google Shape;680;p66"/>
          <p:cNvSpPr txBox="1">
            <a:spLocks noGrp="1"/>
          </p:cNvSpPr>
          <p:nvPr>
            <p:ph type="title" idx="20"/>
          </p:nvPr>
        </p:nvSpPr>
        <p:spPr>
          <a:xfrm>
            <a:off x="1007725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Sirius is the brightest star</a:t>
            </a:r>
            <a:endParaRPr/>
          </a:p>
        </p:txBody>
      </p:sp>
      <p:sp>
        <p:nvSpPr>
          <p:cNvPr id="681" name="Google Shape;681;p66"/>
          <p:cNvSpPr txBox="1">
            <a:spLocks noGrp="1"/>
          </p:cNvSpPr>
          <p:nvPr>
            <p:ph type="title" idx="21"/>
          </p:nvPr>
        </p:nvSpPr>
        <p:spPr>
          <a:xfrm>
            <a:off x="6010836" y="3622920"/>
            <a:ext cx="2513400" cy="4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Indulgence</a:t>
            </a:r>
            <a:endParaRPr/>
          </a:p>
        </p:txBody>
      </p:sp>
      <p:sp>
        <p:nvSpPr>
          <p:cNvPr id="682" name="Google Shape;682;p66"/>
          <p:cNvSpPr txBox="1">
            <a:spLocks noGrp="1"/>
          </p:cNvSpPr>
          <p:nvPr>
            <p:ph type="title" idx="22"/>
          </p:nvPr>
        </p:nvSpPr>
        <p:spPr>
          <a:xfrm>
            <a:off x="6398700" y="3966529"/>
            <a:ext cx="17376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7" name="Google Shape;687;p67"/>
          <p:cNvCxnSpPr/>
          <p:nvPr/>
        </p:nvCxnSpPr>
        <p:spPr>
          <a:xfrm>
            <a:off x="3762100" y="2169425"/>
            <a:ext cx="0" cy="114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67"/>
          <p:cNvCxnSpPr/>
          <p:nvPr/>
        </p:nvCxnSpPr>
        <p:spPr>
          <a:xfrm>
            <a:off x="5402425" y="2326575"/>
            <a:ext cx="0" cy="114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67"/>
          <p:cNvCxnSpPr/>
          <p:nvPr/>
        </p:nvCxnSpPr>
        <p:spPr>
          <a:xfrm>
            <a:off x="7042725" y="2169425"/>
            <a:ext cx="0" cy="114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0" name="Google Shape;690;p67"/>
          <p:cNvCxnSpPr/>
          <p:nvPr/>
        </p:nvCxnSpPr>
        <p:spPr>
          <a:xfrm>
            <a:off x="2121800" y="2326575"/>
            <a:ext cx="0" cy="114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91" name="Google Shape;691;p67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grpSp>
        <p:nvGrpSpPr>
          <p:cNvPr id="692" name="Google Shape;692;p67"/>
          <p:cNvGrpSpPr/>
          <p:nvPr/>
        </p:nvGrpSpPr>
        <p:grpSpPr>
          <a:xfrm>
            <a:off x="1368621" y="2464858"/>
            <a:ext cx="6406759" cy="715980"/>
            <a:chOff x="1337041" y="2646022"/>
            <a:chExt cx="5961439" cy="666214"/>
          </a:xfrm>
        </p:grpSpPr>
        <p:grpSp>
          <p:nvGrpSpPr>
            <p:cNvPr id="693" name="Google Shape;693;p67"/>
            <p:cNvGrpSpPr/>
            <p:nvPr/>
          </p:nvGrpSpPr>
          <p:grpSpPr>
            <a:xfrm rot="-1800044">
              <a:off x="1349246" y="2840527"/>
              <a:ext cx="852281" cy="277194"/>
              <a:chOff x="2062800" y="2840600"/>
              <a:chExt cx="852300" cy="277200"/>
            </a:xfrm>
          </p:grpSpPr>
          <p:sp>
            <p:nvSpPr>
              <p:cNvPr id="694" name="Google Shape;694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67"/>
            <p:cNvGrpSpPr/>
            <p:nvPr/>
          </p:nvGrpSpPr>
          <p:grpSpPr>
            <a:xfrm rot="1800044">
              <a:off x="1857721" y="2840536"/>
              <a:ext cx="852281" cy="277194"/>
              <a:chOff x="2062800" y="2840600"/>
              <a:chExt cx="852300" cy="277200"/>
            </a:xfrm>
          </p:grpSpPr>
          <p:sp>
            <p:nvSpPr>
              <p:cNvPr id="698" name="Google Shape;698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1" name="Google Shape;701;p67"/>
            <p:cNvGrpSpPr/>
            <p:nvPr/>
          </p:nvGrpSpPr>
          <p:grpSpPr>
            <a:xfrm rot="-1800044">
              <a:off x="2366196" y="2840527"/>
              <a:ext cx="852281" cy="277194"/>
              <a:chOff x="2062800" y="2840600"/>
              <a:chExt cx="852300" cy="277200"/>
            </a:xfrm>
          </p:grpSpPr>
          <p:sp>
            <p:nvSpPr>
              <p:cNvPr id="702" name="Google Shape;702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5" name="Google Shape;705;p67"/>
            <p:cNvGrpSpPr/>
            <p:nvPr/>
          </p:nvGrpSpPr>
          <p:grpSpPr>
            <a:xfrm rot="1800044">
              <a:off x="2874670" y="2840536"/>
              <a:ext cx="852281" cy="277194"/>
              <a:chOff x="2062800" y="2840600"/>
              <a:chExt cx="852300" cy="277200"/>
            </a:xfrm>
          </p:grpSpPr>
          <p:sp>
            <p:nvSpPr>
              <p:cNvPr id="706" name="Google Shape;706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67"/>
            <p:cNvGrpSpPr/>
            <p:nvPr/>
          </p:nvGrpSpPr>
          <p:grpSpPr>
            <a:xfrm rot="-1800044">
              <a:off x="3383145" y="2840527"/>
              <a:ext cx="852281" cy="277194"/>
              <a:chOff x="2062800" y="2840600"/>
              <a:chExt cx="852300" cy="277200"/>
            </a:xfrm>
          </p:grpSpPr>
          <p:sp>
            <p:nvSpPr>
              <p:cNvPr id="710" name="Google Shape;710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3" name="Google Shape;713;p67"/>
            <p:cNvGrpSpPr/>
            <p:nvPr/>
          </p:nvGrpSpPr>
          <p:grpSpPr>
            <a:xfrm rot="1800044">
              <a:off x="3891620" y="2840536"/>
              <a:ext cx="852281" cy="277194"/>
              <a:chOff x="2062800" y="2840600"/>
              <a:chExt cx="852300" cy="277200"/>
            </a:xfrm>
          </p:grpSpPr>
          <p:sp>
            <p:nvSpPr>
              <p:cNvPr id="714" name="Google Shape;714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7" name="Google Shape;717;p67"/>
            <p:cNvGrpSpPr/>
            <p:nvPr/>
          </p:nvGrpSpPr>
          <p:grpSpPr>
            <a:xfrm rot="-1800044">
              <a:off x="4400095" y="2840527"/>
              <a:ext cx="852281" cy="277194"/>
              <a:chOff x="2062800" y="2840600"/>
              <a:chExt cx="852300" cy="277200"/>
            </a:xfrm>
          </p:grpSpPr>
          <p:sp>
            <p:nvSpPr>
              <p:cNvPr id="718" name="Google Shape;718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1" name="Google Shape;721;p67"/>
            <p:cNvGrpSpPr/>
            <p:nvPr/>
          </p:nvGrpSpPr>
          <p:grpSpPr>
            <a:xfrm rot="1800044">
              <a:off x="4908569" y="2840536"/>
              <a:ext cx="852281" cy="277194"/>
              <a:chOff x="2062800" y="2840600"/>
              <a:chExt cx="852300" cy="277200"/>
            </a:xfrm>
          </p:grpSpPr>
          <p:sp>
            <p:nvSpPr>
              <p:cNvPr id="722" name="Google Shape;722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5" name="Google Shape;725;p67"/>
            <p:cNvGrpSpPr/>
            <p:nvPr/>
          </p:nvGrpSpPr>
          <p:grpSpPr>
            <a:xfrm rot="-1800044">
              <a:off x="5417044" y="2840527"/>
              <a:ext cx="852281" cy="277194"/>
              <a:chOff x="2062800" y="2840600"/>
              <a:chExt cx="852300" cy="277200"/>
            </a:xfrm>
          </p:grpSpPr>
          <p:sp>
            <p:nvSpPr>
              <p:cNvPr id="726" name="Google Shape;726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9" name="Google Shape;729;p67"/>
            <p:cNvGrpSpPr/>
            <p:nvPr/>
          </p:nvGrpSpPr>
          <p:grpSpPr>
            <a:xfrm rot="1800044">
              <a:off x="5925519" y="2840536"/>
              <a:ext cx="852281" cy="277194"/>
              <a:chOff x="2062800" y="2840600"/>
              <a:chExt cx="852300" cy="277200"/>
            </a:xfrm>
          </p:grpSpPr>
          <p:sp>
            <p:nvSpPr>
              <p:cNvPr id="730" name="Google Shape;730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3" name="Google Shape;733;p67"/>
            <p:cNvGrpSpPr/>
            <p:nvPr/>
          </p:nvGrpSpPr>
          <p:grpSpPr>
            <a:xfrm rot="-1800044">
              <a:off x="6433994" y="2840527"/>
              <a:ext cx="852281" cy="277194"/>
              <a:chOff x="2062800" y="2840600"/>
              <a:chExt cx="852300" cy="277200"/>
            </a:xfrm>
          </p:grpSpPr>
          <p:sp>
            <p:nvSpPr>
              <p:cNvPr id="734" name="Google Shape;734;p67"/>
              <p:cNvSpPr/>
              <p:nvPr/>
            </p:nvSpPr>
            <p:spPr>
              <a:xfrm>
                <a:off x="2062800" y="2840600"/>
                <a:ext cx="852300" cy="27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67"/>
              <p:cNvSpPr/>
              <p:nvPr/>
            </p:nvSpPr>
            <p:spPr>
              <a:xfrm>
                <a:off x="2118484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67"/>
              <p:cNvSpPr/>
              <p:nvPr/>
            </p:nvSpPr>
            <p:spPr>
              <a:xfrm>
                <a:off x="2691800" y="2894600"/>
                <a:ext cx="169200" cy="169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7" name="Google Shape;737;p67"/>
          <p:cNvSpPr txBox="1"/>
          <p:nvPr/>
        </p:nvSpPr>
        <p:spPr>
          <a:xfrm>
            <a:off x="1192550" y="3476280"/>
            <a:ext cx="1858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Phase 1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738" name="Google Shape;738;p67"/>
          <p:cNvSpPr txBox="1"/>
          <p:nvPr/>
        </p:nvSpPr>
        <p:spPr>
          <a:xfrm>
            <a:off x="1020500" y="3795914"/>
            <a:ext cx="22026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Mercury is the closest planet to the Sun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739" name="Google Shape;739;p67"/>
          <p:cNvSpPr txBox="1"/>
          <p:nvPr/>
        </p:nvSpPr>
        <p:spPr>
          <a:xfrm>
            <a:off x="2832858" y="1199873"/>
            <a:ext cx="1858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Phase 2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740" name="Google Shape;740;p67"/>
          <p:cNvSpPr txBox="1"/>
          <p:nvPr/>
        </p:nvSpPr>
        <p:spPr>
          <a:xfrm>
            <a:off x="2660808" y="1519507"/>
            <a:ext cx="22026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Despite being red, Mars is a cold place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741" name="Google Shape;741;p67"/>
          <p:cNvSpPr txBox="1"/>
          <p:nvPr/>
        </p:nvSpPr>
        <p:spPr>
          <a:xfrm>
            <a:off x="4469147" y="3476280"/>
            <a:ext cx="1858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Phase 3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742" name="Google Shape;742;p67"/>
          <p:cNvSpPr txBox="1"/>
          <p:nvPr/>
        </p:nvSpPr>
        <p:spPr>
          <a:xfrm>
            <a:off x="4297097" y="3795914"/>
            <a:ext cx="22026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Jupiter is the biggest planet of them all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743" name="Google Shape;743;p67"/>
          <p:cNvSpPr txBox="1"/>
          <p:nvPr/>
        </p:nvSpPr>
        <p:spPr>
          <a:xfrm>
            <a:off x="6116218" y="1199873"/>
            <a:ext cx="1858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Crete Round"/>
                <a:ea typeface="Crete Round"/>
                <a:cs typeface="Crete Round"/>
                <a:sym typeface="Crete Round"/>
              </a:rPr>
              <a:t>Phase 4</a:t>
            </a:r>
            <a:endParaRPr sz="2000" b="1">
              <a:solidFill>
                <a:schemeClr val="accent2"/>
              </a:solidFill>
              <a:latin typeface="Crete Round"/>
              <a:ea typeface="Crete Round"/>
              <a:cs typeface="Crete Round"/>
              <a:sym typeface="Crete Round"/>
            </a:endParaRPr>
          </a:p>
        </p:txBody>
      </p:sp>
      <p:sp>
        <p:nvSpPr>
          <p:cNvPr id="744" name="Google Shape;744;p67"/>
          <p:cNvSpPr txBox="1"/>
          <p:nvPr/>
        </p:nvSpPr>
        <p:spPr>
          <a:xfrm>
            <a:off x="5944168" y="1519507"/>
            <a:ext cx="22026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Saturn is a gas giant and has rings</a:t>
            </a:r>
            <a:endParaRPr sz="15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745" name="Google Shape;745;p67"/>
          <p:cNvSpPr/>
          <p:nvPr/>
        </p:nvSpPr>
        <p:spPr>
          <a:xfrm>
            <a:off x="6853079" y="3388802"/>
            <a:ext cx="369083" cy="369112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6" name="Google Shape;746;p67"/>
          <p:cNvGrpSpPr/>
          <p:nvPr/>
        </p:nvGrpSpPr>
        <p:grpSpPr>
          <a:xfrm>
            <a:off x="3576475" y="3389722"/>
            <a:ext cx="367261" cy="367261"/>
            <a:chOff x="-63250675" y="4110200"/>
            <a:chExt cx="317425" cy="317425"/>
          </a:xfrm>
        </p:grpSpPr>
        <p:sp>
          <p:nvSpPr>
            <p:cNvPr id="747" name="Google Shape;747;p67"/>
            <p:cNvSpPr/>
            <p:nvPr/>
          </p:nvSpPr>
          <p:spPr>
            <a:xfrm>
              <a:off x="-6300730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lnTo>
                    <a:pt x="0" y="591"/>
                  </a:lnTo>
                  <a:cubicBezTo>
                    <a:pt x="252" y="780"/>
                    <a:pt x="441" y="1000"/>
                    <a:pt x="599" y="1189"/>
                  </a:cubicBezTo>
                  <a:lnTo>
                    <a:pt x="1071" y="717"/>
                  </a:lnTo>
                  <a:cubicBezTo>
                    <a:pt x="1229" y="559"/>
                    <a:pt x="1229" y="276"/>
                    <a:pt x="1071" y="118"/>
                  </a:cubicBezTo>
                  <a:cubicBezTo>
                    <a:pt x="993" y="39"/>
                    <a:pt x="882" y="0"/>
                    <a:pt x="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7"/>
            <p:cNvSpPr/>
            <p:nvPr/>
          </p:nvSpPr>
          <p:spPr>
            <a:xfrm>
              <a:off x="-63203425" y="4159025"/>
              <a:ext cx="222925" cy="222150"/>
            </a:xfrm>
            <a:custGeom>
              <a:avLst/>
              <a:gdLst/>
              <a:ahLst/>
              <a:cxnLst/>
              <a:rect l="l" t="t" r="r" b="b"/>
              <a:pathLst>
                <a:path w="8917" h="8886" extrusionOk="0">
                  <a:moveTo>
                    <a:pt x="4033" y="1418"/>
                  </a:moveTo>
                  <a:lnTo>
                    <a:pt x="4033" y="3088"/>
                  </a:lnTo>
                  <a:cubicBezTo>
                    <a:pt x="3939" y="3151"/>
                    <a:pt x="3876" y="3151"/>
                    <a:pt x="3781" y="3183"/>
                  </a:cubicBezTo>
                  <a:lnTo>
                    <a:pt x="2615" y="1985"/>
                  </a:lnTo>
                  <a:cubicBezTo>
                    <a:pt x="2993" y="1670"/>
                    <a:pt x="3529" y="1481"/>
                    <a:pt x="4033" y="1418"/>
                  </a:cubicBezTo>
                  <a:close/>
                  <a:moveTo>
                    <a:pt x="4852" y="1418"/>
                  </a:moveTo>
                  <a:cubicBezTo>
                    <a:pt x="5356" y="1481"/>
                    <a:pt x="5892" y="1670"/>
                    <a:pt x="6270" y="1985"/>
                  </a:cubicBezTo>
                  <a:lnTo>
                    <a:pt x="5104" y="3183"/>
                  </a:lnTo>
                  <a:cubicBezTo>
                    <a:pt x="5010" y="3151"/>
                    <a:pt x="4947" y="3088"/>
                    <a:pt x="4852" y="3088"/>
                  </a:cubicBezTo>
                  <a:lnTo>
                    <a:pt x="4852" y="1418"/>
                  </a:lnTo>
                  <a:close/>
                  <a:moveTo>
                    <a:pt x="2017" y="2553"/>
                  </a:moveTo>
                  <a:lnTo>
                    <a:pt x="3214" y="3718"/>
                  </a:lnTo>
                  <a:cubicBezTo>
                    <a:pt x="3151" y="3813"/>
                    <a:pt x="3119" y="3876"/>
                    <a:pt x="3119" y="3970"/>
                  </a:cubicBezTo>
                  <a:lnTo>
                    <a:pt x="1418" y="3970"/>
                  </a:lnTo>
                  <a:cubicBezTo>
                    <a:pt x="1513" y="3466"/>
                    <a:pt x="1733" y="2994"/>
                    <a:pt x="2017" y="2553"/>
                  </a:cubicBezTo>
                  <a:close/>
                  <a:moveTo>
                    <a:pt x="6869" y="2553"/>
                  </a:moveTo>
                  <a:cubicBezTo>
                    <a:pt x="7184" y="2994"/>
                    <a:pt x="7373" y="3466"/>
                    <a:pt x="7467" y="3970"/>
                  </a:cubicBezTo>
                  <a:lnTo>
                    <a:pt x="5766" y="3970"/>
                  </a:lnTo>
                  <a:cubicBezTo>
                    <a:pt x="5734" y="3876"/>
                    <a:pt x="5734" y="3813"/>
                    <a:pt x="5671" y="3718"/>
                  </a:cubicBezTo>
                  <a:lnTo>
                    <a:pt x="6869" y="2553"/>
                  </a:lnTo>
                  <a:close/>
                  <a:moveTo>
                    <a:pt x="3119" y="4789"/>
                  </a:moveTo>
                  <a:cubicBezTo>
                    <a:pt x="3182" y="4884"/>
                    <a:pt x="3182" y="4947"/>
                    <a:pt x="3214" y="5041"/>
                  </a:cubicBezTo>
                  <a:lnTo>
                    <a:pt x="2017" y="6207"/>
                  </a:lnTo>
                  <a:cubicBezTo>
                    <a:pt x="1733" y="5829"/>
                    <a:pt x="1513" y="5357"/>
                    <a:pt x="1418" y="4789"/>
                  </a:cubicBezTo>
                  <a:close/>
                  <a:moveTo>
                    <a:pt x="7467" y="4789"/>
                  </a:moveTo>
                  <a:cubicBezTo>
                    <a:pt x="7373" y="5357"/>
                    <a:pt x="7184" y="5829"/>
                    <a:pt x="6869" y="6207"/>
                  </a:cubicBezTo>
                  <a:lnTo>
                    <a:pt x="5671" y="5041"/>
                  </a:lnTo>
                  <a:cubicBezTo>
                    <a:pt x="5734" y="4947"/>
                    <a:pt x="5766" y="4884"/>
                    <a:pt x="5766" y="4789"/>
                  </a:cubicBezTo>
                  <a:close/>
                  <a:moveTo>
                    <a:pt x="3781" y="5609"/>
                  </a:moveTo>
                  <a:cubicBezTo>
                    <a:pt x="3876" y="5672"/>
                    <a:pt x="3939" y="5703"/>
                    <a:pt x="4033" y="5703"/>
                  </a:cubicBezTo>
                  <a:lnTo>
                    <a:pt x="4033" y="7404"/>
                  </a:lnTo>
                  <a:cubicBezTo>
                    <a:pt x="3529" y="7310"/>
                    <a:pt x="2993" y="7121"/>
                    <a:pt x="2615" y="6806"/>
                  </a:cubicBezTo>
                  <a:lnTo>
                    <a:pt x="3781" y="5609"/>
                  </a:lnTo>
                  <a:close/>
                  <a:moveTo>
                    <a:pt x="5104" y="5609"/>
                  </a:moveTo>
                  <a:lnTo>
                    <a:pt x="6270" y="6806"/>
                  </a:lnTo>
                  <a:cubicBezTo>
                    <a:pt x="5892" y="7121"/>
                    <a:pt x="5419" y="7310"/>
                    <a:pt x="4852" y="7404"/>
                  </a:cubicBezTo>
                  <a:lnTo>
                    <a:pt x="4852" y="5703"/>
                  </a:lnTo>
                  <a:cubicBezTo>
                    <a:pt x="4947" y="5672"/>
                    <a:pt x="5010" y="5672"/>
                    <a:pt x="5104" y="5609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1985"/>
                    <a:pt x="0" y="4443"/>
                  </a:cubicBezTo>
                  <a:cubicBezTo>
                    <a:pt x="0" y="6869"/>
                    <a:pt x="2017" y="8885"/>
                    <a:pt x="4474" y="8885"/>
                  </a:cubicBezTo>
                  <a:cubicBezTo>
                    <a:pt x="6900" y="8885"/>
                    <a:pt x="8916" y="6869"/>
                    <a:pt x="8916" y="4443"/>
                  </a:cubicBezTo>
                  <a:cubicBezTo>
                    <a:pt x="8916" y="1954"/>
                    <a:pt x="6900" y="1"/>
                    <a:pt x="44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7"/>
            <p:cNvSpPr/>
            <p:nvPr/>
          </p:nvSpPr>
          <p:spPr>
            <a:xfrm>
              <a:off x="-63102600" y="4401625"/>
              <a:ext cx="20500" cy="26000"/>
            </a:xfrm>
            <a:custGeom>
              <a:avLst/>
              <a:gdLst/>
              <a:ahLst/>
              <a:cxnLst/>
              <a:rect l="l" t="t" r="r" b="b"/>
              <a:pathLst>
                <a:path w="820" h="1040" extrusionOk="0">
                  <a:moveTo>
                    <a:pt x="0" y="0"/>
                  </a:moveTo>
                  <a:lnTo>
                    <a:pt x="0" y="630"/>
                  </a:lnTo>
                  <a:cubicBezTo>
                    <a:pt x="0" y="882"/>
                    <a:pt x="189" y="1040"/>
                    <a:pt x="441" y="1040"/>
                  </a:cubicBezTo>
                  <a:cubicBezTo>
                    <a:pt x="662" y="1040"/>
                    <a:pt x="819" y="851"/>
                    <a:pt x="819" y="630"/>
                  </a:cubicBezTo>
                  <a:lnTo>
                    <a:pt x="8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7"/>
            <p:cNvSpPr/>
            <p:nvPr/>
          </p:nvSpPr>
          <p:spPr>
            <a:xfrm>
              <a:off x="-63006525" y="4354350"/>
              <a:ext cx="29950" cy="29975"/>
            </a:xfrm>
            <a:custGeom>
              <a:avLst/>
              <a:gdLst/>
              <a:ahLst/>
              <a:cxnLst/>
              <a:rect l="l" t="t" r="r" b="b"/>
              <a:pathLst>
                <a:path w="1198" h="1199" extrusionOk="0">
                  <a:moveTo>
                    <a:pt x="599" y="1"/>
                  </a:moveTo>
                  <a:cubicBezTo>
                    <a:pt x="410" y="221"/>
                    <a:pt x="253" y="410"/>
                    <a:pt x="1" y="599"/>
                  </a:cubicBezTo>
                  <a:lnTo>
                    <a:pt x="473" y="1072"/>
                  </a:lnTo>
                  <a:cubicBezTo>
                    <a:pt x="568" y="1167"/>
                    <a:pt x="694" y="1198"/>
                    <a:pt x="757" y="1198"/>
                  </a:cubicBezTo>
                  <a:cubicBezTo>
                    <a:pt x="851" y="1198"/>
                    <a:pt x="946" y="1167"/>
                    <a:pt x="1040" y="1072"/>
                  </a:cubicBezTo>
                  <a:cubicBezTo>
                    <a:pt x="1198" y="915"/>
                    <a:pt x="1198" y="631"/>
                    <a:pt x="1040" y="473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7"/>
            <p:cNvSpPr/>
            <p:nvPr/>
          </p:nvSpPr>
          <p:spPr>
            <a:xfrm>
              <a:off x="-62960825" y="4258275"/>
              <a:ext cx="27575" cy="20500"/>
            </a:xfrm>
            <a:custGeom>
              <a:avLst/>
              <a:gdLst/>
              <a:ahLst/>
              <a:cxnLst/>
              <a:rect l="l" t="t" r="r" b="b"/>
              <a:pathLst>
                <a:path w="1103" h="820" extrusionOk="0">
                  <a:moveTo>
                    <a:pt x="0" y="0"/>
                  </a:moveTo>
                  <a:lnTo>
                    <a:pt x="0" y="441"/>
                  </a:lnTo>
                  <a:lnTo>
                    <a:pt x="0" y="819"/>
                  </a:lnTo>
                  <a:lnTo>
                    <a:pt x="662" y="819"/>
                  </a:lnTo>
                  <a:cubicBezTo>
                    <a:pt x="914" y="819"/>
                    <a:pt x="1071" y="630"/>
                    <a:pt x="1071" y="378"/>
                  </a:cubicBezTo>
                  <a:cubicBezTo>
                    <a:pt x="1103" y="189"/>
                    <a:pt x="914" y="0"/>
                    <a:pt x="6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7"/>
            <p:cNvSpPr/>
            <p:nvPr/>
          </p:nvSpPr>
          <p:spPr>
            <a:xfrm>
              <a:off x="-63250675" y="4259050"/>
              <a:ext cx="26800" cy="20500"/>
            </a:xfrm>
            <a:custGeom>
              <a:avLst/>
              <a:gdLst/>
              <a:ahLst/>
              <a:cxnLst/>
              <a:rect l="l" t="t" r="r" b="b"/>
              <a:pathLst>
                <a:path w="1072" h="820" extrusionOk="0">
                  <a:moveTo>
                    <a:pt x="410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31"/>
                    <a:pt x="221" y="820"/>
                    <a:pt x="410" y="820"/>
                  </a:cubicBezTo>
                  <a:lnTo>
                    <a:pt x="1071" y="820"/>
                  </a:lnTo>
                  <a:lnTo>
                    <a:pt x="1071" y="442"/>
                  </a:lnTo>
                  <a:lnTo>
                    <a:pt x="10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7"/>
            <p:cNvSpPr/>
            <p:nvPr/>
          </p:nvSpPr>
          <p:spPr>
            <a:xfrm>
              <a:off x="-63208950" y="4354350"/>
              <a:ext cx="29175" cy="29975"/>
            </a:xfrm>
            <a:custGeom>
              <a:avLst/>
              <a:gdLst/>
              <a:ahLst/>
              <a:cxnLst/>
              <a:rect l="l" t="t" r="r" b="b"/>
              <a:pathLst>
                <a:path w="1167" h="1199" extrusionOk="0">
                  <a:moveTo>
                    <a:pt x="631" y="1"/>
                  </a:moveTo>
                  <a:lnTo>
                    <a:pt x="158" y="473"/>
                  </a:lnTo>
                  <a:cubicBezTo>
                    <a:pt x="1" y="631"/>
                    <a:pt x="1" y="915"/>
                    <a:pt x="158" y="1072"/>
                  </a:cubicBezTo>
                  <a:cubicBezTo>
                    <a:pt x="221" y="1167"/>
                    <a:pt x="348" y="1198"/>
                    <a:pt x="442" y="1198"/>
                  </a:cubicBezTo>
                  <a:cubicBezTo>
                    <a:pt x="505" y="1198"/>
                    <a:pt x="631" y="1167"/>
                    <a:pt x="694" y="1072"/>
                  </a:cubicBezTo>
                  <a:lnTo>
                    <a:pt x="1167" y="599"/>
                  </a:lnTo>
                  <a:cubicBezTo>
                    <a:pt x="1009" y="442"/>
                    <a:pt x="820" y="253"/>
                    <a:pt x="6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7"/>
            <p:cNvSpPr/>
            <p:nvPr/>
          </p:nvSpPr>
          <p:spPr>
            <a:xfrm>
              <a:off x="-63208150" y="4153725"/>
              <a:ext cx="30725" cy="29750"/>
            </a:xfrm>
            <a:custGeom>
              <a:avLst/>
              <a:gdLst/>
              <a:ahLst/>
              <a:cxnLst/>
              <a:rect l="l" t="t" r="r" b="b"/>
              <a:pathLst>
                <a:path w="1229" h="1190" extrusionOk="0">
                  <a:moveTo>
                    <a:pt x="457" y="0"/>
                  </a:moveTo>
                  <a:cubicBezTo>
                    <a:pt x="347" y="0"/>
                    <a:pt x="237" y="39"/>
                    <a:pt x="158" y="118"/>
                  </a:cubicBezTo>
                  <a:cubicBezTo>
                    <a:pt x="0" y="276"/>
                    <a:pt x="0" y="559"/>
                    <a:pt x="158" y="717"/>
                  </a:cubicBezTo>
                  <a:lnTo>
                    <a:pt x="631" y="1189"/>
                  </a:lnTo>
                  <a:lnTo>
                    <a:pt x="1229" y="591"/>
                  </a:lnTo>
                  <a:lnTo>
                    <a:pt x="757" y="118"/>
                  </a:lnTo>
                  <a:cubicBezTo>
                    <a:pt x="678" y="39"/>
                    <a:pt x="568" y="0"/>
                    <a:pt x="4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7"/>
            <p:cNvSpPr/>
            <p:nvPr/>
          </p:nvSpPr>
          <p:spPr>
            <a:xfrm>
              <a:off x="-63102600" y="4110200"/>
              <a:ext cx="20500" cy="27600"/>
            </a:xfrm>
            <a:custGeom>
              <a:avLst/>
              <a:gdLst/>
              <a:ahLst/>
              <a:cxnLst/>
              <a:rect l="l" t="t" r="r" b="b"/>
              <a:pathLst>
                <a:path w="820" h="1104" extrusionOk="0">
                  <a:moveTo>
                    <a:pt x="441" y="0"/>
                  </a:moveTo>
                  <a:cubicBezTo>
                    <a:pt x="221" y="0"/>
                    <a:pt x="0" y="221"/>
                    <a:pt x="0" y="410"/>
                  </a:cubicBezTo>
                  <a:lnTo>
                    <a:pt x="0" y="1103"/>
                  </a:lnTo>
                  <a:lnTo>
                    <a:pt x="819" y="1103"/>
                  </a:lnTo>
                  <a:lnTo>
                    <a:pt x="819" y="410"/>
                  </a:lnTo>
                  <a:cubicBezTo>
                    <a:pt x="819" y="158"/>
                    <a:pt x="630" y="0"/>
                    <a:pt x="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756;p67"/>
          <p:cNvGrpSpPr/>
          <p:nvPr/>
        </p:nvGrpSpPr>
        <p:grpSpPr>
          <a:xfrm>
            <a:off x="1938164" y="1865729"/>
            <a:ext cx="367261" cy="366364"/>
            <a:chOff x="-64410850" y="4094450"/>
            <a:chExt cx="317425" cy="316650"/>
          </a:xfrm>
        </p:grpSpPr>
        <p:sp>
          <p:nvSpPr>
            <p:cNvPr id="757" name="Google Shape;757;p67"/>
            <p:cNvSpPr/>
            <p:nvPr/>
          </p:nvSpPr>
          <p:spPr>
            <a:xfrm>
              <a:off x="-64410850" y="4348850"/>
              <a:ext cx="317425" cy="62250"/>
            </a:xfrm>
            <a:custGeom>
              <a:avLst/>
              <a:gdLst/>
              <a:ahLst/>
              <a:cxnLst/>
              <a:rect l="l" t="t" r="r" b="b"/>
              <a:pathLst>
                <a:path w="12697" h="2490" extrusionOk="0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7"/>
            <p:cNvSpPr/>
            <p:nvPr/>
          </p:nvSpPr>
          <p:spPr>
            <a:xfrm>
              <a:off x="-64315550" y="4094450"/>
              <a:ext cx="122100" cy="192200"/>
            </a:xfrm>
            <a:custGeom>
              <a:avLst/>
              <a:gdLst/>
              <a:ahLst/>
              <a:cxnLst/>
              <a:rect l="l" t="t" r="r" b="b"/>
              <a:pathLst>
                <a:path w="4884" h="7688" extrusionOk="0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7"/>
            <p:cNvSpPr/>
            <p:nvPr/>
          </p:nvSpPr>
          <p:spPr>
            <a:xfrm>
              <a:off x="-64335250" y="4307100"/>
              <a:ext cx="161500" cy="21300"/>
            </a:xfrm>
            <a:custGeom>
              <a:avLst/>
              <a:gdLst/>
              <a:ahLst/>
              <a:cxnLst/>
              <a:rect l="l" t="t" r="r" b="b"/>
              <a:pathLst>
                <a:path w="6460" h="852" extrusionOk="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67"/>
          <p:cNvGrpSpPr/>
          <p:nvPr/>
        </p:nvGrpSpPr>
        <p:grpSpPr>
          <a:xfrm>
            <a:off x="5221073" y="1865739"/>
            <a:ext cx="365438" cy="366364"/>
            <a:chOff x="-64044600" y="3360375"/>
            <a:chExt cx="315850" cy="316650"/>
          </a:xfrm>
        </p:grpSpPr>
        <p:sp>
          <p:nvSpPr>
            <p:cNvPr id="761" name="Google Shape;761;p67"/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7"/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7"/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70"/>
          <p:cNvPicPr preferRelativeResize="0"/>
          <p:nvPr/>
        </p:nvPicPr>
        <p:blipFill rotWithShape="1">
          <a:blip r:embed="rId3">
            <a:alphaModFix/>
          </a:blip>
          <a:srcRect l="17156"/>
          <a:stretch/>
        </p:blipFill>
        <p:spPr>
          <a:xfrm>
            <a:off x="5816225" y="0"/>
            <a:ext cx="33277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0"/>
          <p:cNvSpPr txBox="1">
            <a:spLocks noGrp="1"/>
          </p:cNvSpPr>
          <p:nvPr>
            <p:ph type="title"/>
          </p:nvPr>
        </p:nvSpPr>
        <p:spPr>
          <a:xfrm>
            <a:off x="758775" y="1444400"/>
            <a:ext cx="3934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Culture and Control Social</a:t>
            </a:r>
            <a:endParaRPr/>
          </a:p>
        </p:txBody>
      </p:sp>
      <p:sp>
        <p:nvSpPr>
          <p:cNvPr id="787" name="Google Shape;787;p70"/>
          <p:cNvSpPr txBox="1">
            <a:spLocks noGrp="1"/>
          </p:cNvSpPr>
          <p:nvPr>
            <p:ph type="subTitle" idx="1"/>
          </p:nvPr>
        </p:nvSpPr>
        <p:spPr>
          <a:xfrm>
            <a:off x="758775" y="2028700"/>
            <a:ext cx="5186100" cy="18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AUTHOR (YEAR). Title of the publication. Publisher</a:t>
            </a:r>
            <a:endParaRPr/>
          </a:p>
        </p:txBody>
      </p:sp>
      <p:sp>
        <p:nvSpPr>
          <p:cNvPr id="788" name="Google Shape;788;p70"/>
          <p:cNvSpPr txBox="1">
            <a:spLocks noGrp="1"/>
          </p:cNvSpPr>
          <p:nvPr>
            <p:ph type="title" idx="2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Reading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1"/>
          <p:cNvSpPr txBox="1">
            <a:spLocks noGrp="1"/>
          </p:cNvSpPr>
          <p:nvPr>
            <p:ph type="title" idx="3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794" name="Google Shape;794;p71"/>
          <p:cNvSpPr txBox="1">
            <a:spLocks noGrp="1"/>
          </p:cNvSpPr>
          <p:nvPr>
            <p:ph type="title"/>
          </p:nvPr>
        </p:nvSpPr>
        <p:spPr>
          <a:xfrm>
            <a:off x="4954116" y="2918875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Jameson</a:t>
            </a:r>
            <a:endParaRPr/>
          </a:p>
        </p:txBody>
      </p:sp>
      <p:sp>
        <p:nvSpPr>
          <p:cNvPr id="795" name="Google Shape;795;p71"/>
          <p:cNvSpPr txBox="1">
            <a:spLocks noGrp="1"/>
          </p:cNvSpPr>
          <p:nvPr>
            <p:ph type="title" idx="2"/>
          </p:nvPr>
        </p:nvSpPr>
        <p:spPr>
          <a:xfrm>
            <a:off x="1747984" y="2918875"/>
            <a:ext cx="2442000" cy="5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 Williams</a:t>
            </a:r>
            <a:endParaRPr/>
          </a:p>
        </p:txBody>
      </p:sp>
      <p:sp>
        <p:nvSpPr>
          <p:cNvPr id="796" name="Google Shape;796;p71"/>
          <p:cNvSpPr txBox="1">
            <a:spLocks noGrp="1"/>
          </p:cNvSpPr>
          <p:nvPr>
            <p:ph type="title" idx="4"/>
          </p:nvPr>
        </p:nvSpPr>
        <p:spPr>
          <a:xfrm>
            <a:off x="4954112" y="3374275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</a:t>
            </a:r>
            <a:endParaRPr/>
          </a:p>
        </p:txBody>
      </p:sp>
      <p:sp>
        <p:nvSpPr>
          <p:cNvPr id="797" name="Google Shape;797;p71"/>
          <p:cNvSpPr txBox="1">
            <a:spLocks noGrp="1"/>
          </p:cNvSpPr>
          <p:nvPr>
            <p:ph type="title" idx="5"/>
          </p:nvPr>
        </p:nvSpPr>
        <p:spPr>
          <a:xfrm>
            <a:off x="1747888" y="3374275"/>
            <a:ext cx="24420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</a:t>
            </a:r>
            <a:endParaRPr/>
          </a:p>
        </p:txBody>
      </p:sp>
      <p:pic>
        <p:nvPicPr>
          <p:cNvPr id="798" name="Google Shape;79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8925" y="1427375"/>
            <a:ext cx="1412400" cy="1412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99" name="Google Shape;799;p71"/>
          <p:cNvPicPr preferRelativeResize="0"/>
          <p:nvPr/>
        </p:nvPicPr>
        <p:blipFill rotWithShape="1">
          <a:blip r:embed="rId4">
            <a:alphaModFix/>
          </a:blip>
          <a:srcRect l="4898" t="2733" r="4889" b="7054"/>
          <a:stretch/>
        </p:blipFill>
        <p:spPr>
          <a:xfrm>
            <a:off x="2262700" y="1427375"/>
            <a:ext cx="1412400" cy="1412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2"/>
          <p:cNvPicPr preferRelativeResize="0"/>
          <p:nvPr/>
        </p:nvPicPr>
        <p:blipFill rotWithShape="1">
          <a:blip r:embed="rId3">
            <a:alphaModFix/>
          </a:blip>
          <a:srcRect l="1037" r="1037"/>
          <a:stretch/>
        </p:blipFill>
        <p:spPr>
          <a:xfrm>
            <a:off x="4061178" y="1494848"/>
            <a:ext cx="3821976" cy="219655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2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Visit Our Web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806" name="Google Shape;806;p72"/>
          <p:cNvGrpSpPr/>
          <p:nvPr/>
        </p:nvGrpSpPr>
        <p:grpSpPr>
          <a:xfrm>
            <a:off x="3929781" y="1337364"/>
            <a:ext cx="4093456" cy="3150292"/>
            <a:chOff x="1773200" y="633650"/>
            <a:chExt cx="2600175" cy="2001075"/>
          </a:xfrm>
        </p:grpSpPr>
        <p:sp>
          <p:nvSpPr>
            <p:cNvPr id="807" name="Google Shape;807;p72"/>
            <p:cNvSpPr/>
            <p:nvPr/>
          </p:nvSpPr>
          <p:spPr>
            <a:xfrm>
              <a:off x="1773200" y="633650"/>
              <a:ext cx="2600175" cy="1599875"/>
            </a:xfrm>
            <a:custGeom>
              <a:avLst/>
              <a:gdLst/>
              <a:ahLst/>
              <a:cxnLst/>
              <a:rect l="l" t="t" r="r" b="b"/>
              <a:pathLst>
                <a:path w="104007" h="63995" extrusionOk="0">
                  <a:moveTo>
                    <a:pt x="100073" y="4525"/>
                  </a:moveTo>
                  <a:lnTo>
                    <a:pt x="100073" y="59470"/>
                  </a:lnTo>
                  <a:lnTo>
                    <a:pt x="3844" y="59470"/>
                  </a:lnTo>
                  <a:lnTo>
                    <a:pt x="3844" y="4525"/>
                  </a:lnTo>
                  <a:close/>
                  <a:moveTo>
                    <a:pt x="3253" y="0"/>
                  </a:moveTo>
                  <a:cubicBezTo>
                    <a:pt x="1479" y="0"/>
                    <a:pt x="0" y="1449"/>
                    <a:pt x="0" y="3253"/>
                  </a:cubicBezTo>
                  <a:lnTo>
                    <a:pt x="0" y="60742"/>
                  </a:lnTo>
                  <a:cubicBezTo>
                    <a:pt x="0" y="62516"/>
                    <a:pt x="1420" y="63995"/>
                    <a:pt x="3253" y="63995"/>
                  </a:cubicBezTo>
                  <a:lnTo>
                    <a:pt x="100753" y="63995"/>
                  </a:lnTo>
                  <a:cubicBezTo>
                    <a:pt x="102528" y="63995"/>
                    <a:pt x="104006" y="62546"/>
                    <a:pt x="104006" y="60742"/>
                  </a:cubicBezTo>
                  <a:lnTo>
                    <a:pt x="104006" y="3253"/>
                  </a:lnTo>
                  <a:cubicBezTo>
                    <a:pt x="103977" y="1479"/>
                    <a:pt x="102528" y="0"/>
                    <a:pt x="1007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72"/>
            <p:cNvSpPr/>
            <p:nvPr/>
          </p:nvSpPr>
          <p:spPr>
            <a:xfrm>
              <a:off x="2580525" y="2262350"/>
              <a:ext cx="1046875" cy="372375"/>
            </a:xfrm>
            <a:custGeom>
              <a:avLst/>
              <a:gdLst/>
              <a:ahLst/>
              <a:cxnLst/>
              <a:rect l="l" t="t" r="r" b="b"/>
              <a:pathLst>
                <a:path w="41875" h="14895" extrusionOk="0">
                  <a:moveTo>
                    <a:pt x="8517" y="0"/>
                  </a:moveTo>
                  <a:lnTo>
                    <a:pt x="8517" y="7305"/>
                  </a:lnTo>
                  <a:cubicBezTo>
                    <a:pt x="8517" y="7305"/>
                    <a:pt x="8606" y="9256"/>
                    <a:pt x="6743" y="10735"/>
                  </a:cubicBezTo>
                  <a:cubicBezTo>
                    <a:pt x="4880" y="12214"/>
                    <a:pt x="2543" y="13367"/>
                    <a:pt x="2543" y="13367"/>
                  </a:cubicBezTo>
                  <a:cubicBezTo>
                    <a:pt x="2543" y="13367"/>
                    <a:pt x="0" y="14727"/>
                    <a:pt x="3726" y="14846"/>
                  </a:cubicBezTo>
                  <a:cubicBezTo>
                    <a:pt x="5826" y="14875"/>
                    <a:pt x="12391" y="14875"/>
                    <a:pt x="17211" y="14875"/>
                  </a:cubicBezTo>
                  <a:lnTo>
                    <a:pt x="24693" y="14875"/>
                  </a:lnTo>
                  <a:cubicBezTo>
                    <a:pt x="27464" y="14875"/>
                    <a:pt x="30786" y="14894"/>
                    <a:pt x="33516" y="14894"/>
                  </a:cubicBezTo>
                  <a:cubicBezTo>
                    <a:pt x="35564" y="14894"/>
                    <a:pt x="37278" y="14884"/>
                    <a:pt x="38178" y="14846"/>
                  </a:cubicBezTo>
                  <a:cubicBezTo>
                    <a:pt x="41875" y="14786"/>
                    <a:pt x="39331" y="13397"/>
                    <a:pt x="39331" y="13397"/>
                  </a:cubicBezTo>
                  <a:cubicBezTo>
                    <a:pt x="39331" y="13397"/>
                    <a:pt x="36995" y="12214"/>
                    <a:pt x="35162" y="10794"/>
                  </a:cubicBezTo>
                  <a:cubicBezTo>
                    <a:pt x="33299" y="9316"/>
                    <a:pt x="33387" y="7334"/>
                    <a:pt x="33387" y="7334"/>
                  </a:cubicBezTo>
                  <a:lnTo>
                    <a:pt x="3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72"/>
          <p:cNvSpPr txBox="1">
            <a:spLocks noGrp="1"/>
          </p:cNvSpPr>
          <p:nvPr>
            <p:ph type="subTitle" idx="1"/>
          </p:nvPr>
        </p:nvSpPr>
        <p:spPr>
          <a:xfrm>
            <a:off x="81095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 click on it and choose "Replace image" so you can add yours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3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Tablet Tools</a:t>
            </a:r>
            <a:endParaRPr/>
          </a:p>
        </p:txBody>
      </p:sp>
      <p:sp>
        <p:nvSpPr>
          <p:cNvPr id="815" name="Google Shape;815;p73"/>
          <p:cNvSpPr txBox="1">
            <a:spLocks noGrp="1"/>
          </p:cNvSpPr>
          <p:nvPr>
            <p:ph type="subTitle" idx="1"/>
          </p:nvPr>
        </p:nvSpPr>
        <p:spPr>
          <a:xfrm>
            <a:off x="525445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 click on it and choose "Replace image" so you can add yours</a:t>
            </a:r>
            <a:endParaRPr/>
          </a:p>
        </p:txBody>
      </p:sp>
      <p:sp>
        <p:nvSpPr>
          <p:cNvPr id="816" name="Google Shape;816;p73"/>
          <p:cNvSpPr/>
          <p:nvPr/>
        </p:nvSpPr>
        <p:spPr>
          <a:xfrm>
            <a:off x="2252201" y="1269450"/>
            <a:ext cx="2475408" cy="3334360"/>
          </a:xfrm>
          <a:custGeom>
            <a:avLst/>
            <a:gdLst/>
            <a:ahLst/>
            <a:cxnLst/>
            <a:rect l="l" t="t" r="r" b="b"/>
            <a:pathLst>
              <a:path w="44390" h="66273" extrusionOk="0">
                <a:moveTo>
                  <a:pt x="41905" y="2426"/>
                </a:moveTo>
                <a:lnTo>
                  <a:pt x="41905" y="62694"/>
                </a:lnTo>
                <a:lnTo>
                  <a:pt x="2455" y="62694"/>
                </a:lnTo>
                <a:lnTo>
                  <a:pt x="2455" y="2426"/>
                </a:lnTo>
                <a:close/>
                <a:moveTo>
                  <a:pt x="2958" y="1"/>
                </a:moveTo>
                <a:cubicBezTo>
                  <a:pt x="1332" y="1"/>
                  <a:pt x="1" y="1331"/>
                  <a:pt x="1" y="2958"/>
                </a:cubicBezTo>
                <a:lnTo>
                  <a:pt x="1" y="63315"/>
                </a:lnTo>
                <a:cubicBezTo>
                  <a:pt x="1" y="64942"/>
                  <a:pt x="1332" y="66272"/>
                  <a:pt x="2958" y="66272"/>
                </a:cubicBezTo>
                <a:lnTo>
                  <a:pt x="41432" y="66272"/>
                </a:lnTo>
                <a:cubicBezTo>
                  <a:pt x="43058" y="66272"/>
                  <a:pt x="44389" y="64942"/>
                  <a:pt x="44389" y="63315"/>
                </a:cubicBezTo>
                <a:lnTo>
                  <a:pt x="44389" y="2958"/>
                </a:lnTo>
                <a:cubicBezTo>
                  <a:pt x="44389" y="1331"/>
                  <a:pt x="43088" y="1"/>
                  <a:pt x="4146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7" name="Google Shape;817;p73"/>
          <p:cNvPicPr preferRelativeResize="0"/>
          <p:nvPr/>
        </p:nvPicPr>
        <p:blipFill rotWithShape="1">
          <a:blip r:embed="rId3">
            <a:alphaModFix/>
          </a:blip>
          <a:srcRect t="4264" b="10280"/>
          <a:stretch/>
        </p:blipFill>
        <p:spPr>
          <a:xfrm>
            <a:off x="2372536" y="1365358"/>
            <a:ext cx="2235599" cy="308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4"/>
          <p:cNvSpPr txBox="1">
            <a:spLocks noGrp="1"/>
          </p:cNvSpPr>
          <p:nvPr>
            <p:ph type="title"/>
          </p:nvPr>
        </p:nvSpPr>
        <p:spPr>
          <a:xfrm>
            <a:off x="758775" y="39747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 Connected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23" name="Google Shape;823;p74"/>
          <p:cNvSpPr txBox="1">
            <a:spLocks noGrp="1"/>
          </p:cNvSpPr>
          <p:nvPr>
            <p:ph type="subTitle" idx="1"/>
          </p:nvPr>
        </p:nvSpPr>
        <p:spPr>
          <a:xfrm>
            <a:off x="1565100" y="2298500"/>
            <a:ext cx="25911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 click on it and choose "Replace image" so you can add yours</a:t>
            </a:r>
            <a:endParaRPr/>
          </a:p>
        </p:txBody>
      </p:sp>
      <p:sp>
        <p:nvSpPr>
          <p:cNvPr id="824" name="Google Shape;824;p74"/>
          <p:cNvSpPr/>
          <p:nvPr/>
        </p:nvSpPr>
        <p:spPr>
          <a:xfrm>
            <a:off x="4598375" y="873147"/>
            <a:ext cx="1867877" cy="3614986"/>
          </a:xfrm>
          <a:custGeom>
            <a:avLst/>
            <a:gdLst/>
            <a:ahLst/>
            <a:cxnLst/>
            <a:rect l="l" t="t" r="r" b="b"/>
            <a:pathLst>
              <a:path w="39332" h="76121" extrusionOk="0">
                <a:moveTo>
                  <a:pt x="34097" y="1598"/>
                </a:moveTo>
                <a:cubicBezTo>
                  <a:pt x="36138" y="1598"/>
                  <a:pt x="37794" y="3254"/>
                  <a:pt x="37794" y="5294"/>
                </a:cubicBezTo>
                <a:lnTo>
                  <a:pt x="37794" y="70827"/>
                </a:lnTo>
                <a:lnTo>
                  <a:pt x="37853" y="70827"/>
                </a:lnTo>
                <a:cubicBezTo>
                  <a:pt x="37853" y="72867"/>
                  <a:pt x="36197" y="74523"/>
                  <a:pt x="34156" y="74523"/>
                </a:cubicBezTo>
                <a:lnTo>
                  <a:pt x="5175" y="74523"/>
                </a:lnTo>
                <a:cubicBezTo>
                  <a:pt x="3135" y="74523"/>
                  <a:pt x="1479" y="72867"/>
                  <a:pt x="1479" y="70827"/>
                </a:cubicBezTo>
                <a:lnTo>
                  <a:pt x="1479" y="5294"/>
                </a:lnTo>
                <a:cubicBezTo>
                  <a:pt x="1479" y="3254"/>
                  <a:pt x="3135" y="1598"/>
                  <a:pt x="5175" y="1598"/>
                </a:cubicBezTo>
                <a:lnTo>
                  <a:pt x="10203" y="1598"/>
                </a:lnTo>
                <a:cubicBezTo>
                  <a:pt x="10617" y="2367"/>
                  <a:pt x="11681" y="3786"/>
                  <a:pt x="14047" y="3934"/>
                </a:cubicBezTo>
                <a:lnTo>
                  <a:pt x="25225" y="3934"/>
                </a:lnTo>
                <a:cubicBezTo>
                  <a:pt x="27650" y="3786"/>
                  <a:pt x="28685" y="2367"/>
                  <a:pt x="29070" y="1598"/>
                </a:cubicBezTo>
                <a:close/>
                <a:moveTo>
                  <a:pt x="4702" y="1"/>
                </a:moveTo>
                <a:cubicBezTo>
                  <a:pt x="2100" y="1"/>
                  <a:pt x="0" y="2130"/>
                  <a:pt x="0" y="4703"/>
                </a:cubicBezTo>
                <a:lnTo>
                  <a:pt x="0" y="71418"/>
                </a:lnTo>
                <a:cubicBezTo>
                  <a:pt x="0" y="74021"/>
                  <a:pt x="2100" y="76120"/>
                  <a:pt x="4702" y="76120"/>
                </a:cubicBezTo>
                <a:lnTo>
                  <a:pt x="34629" y="76120"/>
                </a:lnTo>
                <a:cubicBezTo>
                  <a:pt x="37232" y="76120"/>
                  <a:pt x="39331" y="74021"/>
                  <a:pt x="39331" y="71418"/>
                </a:cubicBezTo>
                <a:lnTo>
                  <a:pt x="39331" y="4703"/>
                </a:lnTo>
                <a:cubicBezTo>
                  <a:pt x="39331" y="2130"/>
                  <a:pt x="37232" y="1"/>
                  <a:pt x="346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5" name="Google Shape;825;p74"/>
          <p:cNvPicPr preferRelativeResize="0"/>
          <p:nvPr/>
        </p:nvPicPr>
        <p:blipFill rotWithShape="1">
          <a:blip r:embed="rId3">
            <a:alphaModFix/>
          </a:blip>
          <a:srcRect l="20032" r="20525" b="9861"/>
          <a:stretch/>
        </p:blipFill>
        <p:spPr>
          <a:xfrm>
            <a:off x="4651350" y="933325"/>
            <a:ext cx="1761900" cy="3496800"/>
          </a:xfrm>
          <a:prstGeom prst="roundRect">
            <a:avLst>
              <a:gd name="adj" fmla="val 9981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5"/>
          <p:cNvPicPr preferRelativeResize="0"/>
          <p:nvPr/>
        </p:nvPicPr>
        <p:blipFill rotWithShape="1">
          <a:blip r:embed="rId3">
            <a:alphaModFix/>
          </a:blip>
          <a:srcRect l="44804" r="4944"/>
          <a:stretch/>
        </p:blipFill>
        <p:spPr>
          <a:xfrm>
            <a:off x="4549050" y="0"/>
            <a:ext cx="45949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5"/>
          <p:cNvSpPr txBox="1">
            <a:spLocks noGrp="1"/>
          </p:cNvSpPr>
          <p:nvPr>
            <p:ph type="ctrTitle"/>
          </p:nvPr>
        </p:nvSpPr>
        <p:spPr>
          <a:xfrm>
            <a:off x="948925" y="513942"/>
            <a:ext cx="4568100" cy="11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32" name="Google Shape;832;p75"/>
          <p:cNvSpPr txBox="1">
            <a:spLocks noGrp="1"/>
          </p:cNvSpPr>
          <p:nvPr>
            <p:ph type="subTitle" idx="1"/>
          </p:nvPr>
        </p:nvSpPr>
        <p:spPr>
          <a:xfrm>
            <a:off x="948925" y="1490146"/>
            <a:ext cx="45681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833" name="Google Shape;833;p75"/>
          <p:cNvSpPr txBox="1">
            <a:spLocks noGrp="1"/>
          </p:cNvSpPr>
          <p:nvPr>
            <p:ph type="subTitle" idx="2"/>
          </p:nvPr>
        </p:nvSpPr>
        <p:spPr>
          <a:xfrm>
            <a:off x="948925" y="1998963"/>
            <a:ext cx="3629400" cy="74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addyouremail@freepik.com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+91 620 421 838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yourcompany.com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834" name="Google Shape;834;p75"/>
          <p:cNvGrpSpPr/>
          <p:nvPr/>
        </p:nvGrpSpPr>
        <p:grpSpPr>
          <a:xfrm>
            <a:off x="1805221" y="2938162"/>
            <a:ext cx="279277" cy="279277"/>
            <a:chOff x="1379798" y="1723250"/>
            <a:chExt cx="397887" cy="397887"/>
          </a:xfrm>
        </p:grpSpPr>
        <p:sp>
          <p:nvSpPr>
            <p:cNvPr id="835" name="Google Shape;835;p75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5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5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5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75"/>
          <p:cNvGrpSpPr/>
          <p:nvPr/>
        </p:nvGrpSpPr>
        <p:grpSpPr>
          <a:xfrm>
            <a:off x="1040053" y="2938162"/>
            <a:ext cx="279291" cy="279277"/>
            <a:chOff x="266768" y="1721375"/>
            <a:chExt cx="397907" cy="397887"/>
          </a:xfrm>
        </p:grpSpPr>
        <p:sp>
          <p:nvSpPr>
            <p:cNvPr id="840" name="Google Shape;840;p75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75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2" name="Google Shape;842;p75"/>
          <p:cNvGrpSpPr/>
          <p:nvPr/>
        </p:nvGrpSpPr>
        <p:grpSpPr>
          <a:xfrm>
            <a:off x="1422652" y="2938162"/>
            <a:ext cx="279262" cy="279277"/>
            <a:chOff x="864491" y="1723250"/>
            <a:chExt cx="397866" cy="397887"/>
          </a:xfrm>
        </p:grpSpPr>
        <p:sp>
          <p:nvSpPr>
            <p:cNvPr id="843" name="Google Shape;843;p75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5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5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6" name="Google Shape;846;p75"/>
          <p:cNvSpPr txBox="1"/>
          <p:nvPr/>
        </p:nvSpPr>
        <p:spPr>
          <a:xfrm>
            <a:off x="948925" y="4301425"/>
            <a:ext cx="34743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ABeeZee"/>
                <a:ea typeface="ABeeZee"/>
                <a:cs typeface="ABeeZee"/>
                <a:sym typeface="ABeeZee"/>
              </a:rPr>
              <a:t>Please, keep this slide for attribution</a:t>
            </a:r>
            <a:endParaRPr sz="1200">
              <a:solidFill>
                <a:schemeClr val="accent2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S Electives: Sociology Subject for High School - 9th Grade: Culture &amp; Social Control by Slidesgo">
  <a:themeElements>
    <a:clrScheme name="Simple Light">
      <a:dk1>
        <a:srgbClr val="302320"/>
      </a:dk1>
      <a:lt1>
        <a:srgbClr val="E2CFC7"/>
      </a:lt1>
      <a:dk2>
        <a:srgbClr val="245BA2"/>
      </a:dk2>
      <a:lt2>
        <a:srgbClr val="C9375A"/>
      </a:lt2>
      <a:accent1>
        <a:srgbClr val="245BA2"/>
      </a:accent1>
      <a:accent2>
        <a:srgbClr val="C9375A"/>
      </a:accent2>
      <a:accent3>
        <a:srgbClr val="E2CFC7"/>
      </a:accent3>
      <a:accent4>
        <a:srgbClr val="FFFFFF"/>
      </a:accent4>
      <a:accent5>
        <a:srgbClr val="FFFFFF"/>
      </a:accent5>
      <a:accent6>
        <a:srgbClr val="FFFFFF"/>
      </a:accent6>
      <a:hlink>
        <a:srgbClr val="245BA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Microsoft Office PowerPoint</Application>
  <PresentationFormat>Экран (16:9)</PresentationFormat>
  <Paragraphs>211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0" baseType="lpstr">
      <vt:lpstr>Crete Round</vt:lpstr>
      <vt:lpstr>Nunito</vt:lpstr>
      <vt:lpstr>Poppins</vt:lpstr>
      <vt:lpstr>ABeeZee</vt:lpstr>
      <vt:lpstr>Roboto Condensed Light</vt:lpstr>
      <vt:lpstr>Arial</vt:lpstr>
      <vt:lpstr>HS Electives: Sociology Subject for High School - 9th Grade: Culture &amp; Social Control by Slidesgo</vt:lpstr>
      <vt:lpstr>HS Electives: Sociology Subject for High School</vt:lpstr>
      <vt:lpstr>Contents of This Template</vt:lpstr>
      <vt:lpstr>Table of Contents</vt:lpstr>
      <vt:lpstr>Whoa!</vt:lpstr>
      <vt:lpstr>—Someone Famous</vt:lpstr>
      <vt:lpstr>About This Topic</vt:lpstr>
      <vt:lpstr>Social Control as a Classical Concept</vt:lpstr>
      <vt:lpstr>The Social Order</vt:lpstr>
      <vt:lpstr>What Is This Topic About?</vt:lpstr>
      <vt:lpstr>Role of the Law in Social Control</vt:lpstr>
      <vt:lpstr>Examining Social Life</vt:lpstr>
      <vt:lpstr>Examining Social Life</vt:lpstr>
      <vt:lpstr>Social Values</vt:lpstr>
      <vt:lpstr>A Picture Reinforces the Concept</vt:lpstr>
      <vt:lpstr>A Picture Is Worth a Thousand Words</vt:lpstr>
      <vt:lpstr>Awesome Words</vt:lpstr>
      <vt:lpstr>The Education System</vt:lpstr>
      <vt:lpstr>Some Reasons</vt:lpstr>
      <vt:lpstr>Some Percentages</vt:lpstr>
      <vt:lpstr>Infographic</vt:lpstr>
      <vt:lpstr>About Culture and Social Control</vt:lpstr>
      <vt:lpstr>Evolution of Values Perception</vt:lpstr>
      <vt:lpstr>Perception of Sociology</vt:lpstr>
      <vt:lpstr>Map of Social Culture Differences</vt:lpstr>
      <vt:lpstr>The American Value System</vt:lpstr>
      <vt:lpstr>Nine Cultural Variation</vt:lpstr>
      <vt:lpstr>Timeline</vt:lpstr>
      <vt:lpstr>About Culture and Control Social</vt:lpstr>
      <vt:lpstr>Our Team</vt:lpstr>
      <vt:lpstr>Visit Our Web</vt:lpstr>
      <vt:lpstr>Learning Tablet Tools</vt:lpstr>
      <vt:lpstr>Stay Connected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 Electives: Sociology Subject for High School</dc:title>
  <cp:lastModifiedBy>я</cp:lastModifiedBy>
  <cp:revision>1</cp:revision>
  <dcterms:modified xsi:type="dcterms:W3CDTF">2026-02-19T08:13:10Z</dcterms:modified>
</cp:coreProperties>
</file>